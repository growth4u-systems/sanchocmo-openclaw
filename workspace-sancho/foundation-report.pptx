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07.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315.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269.xml"/>
  <Override ContentType="application/vnd.openxmlformats-officedocument.presentationml.slideLayout+xml" PartName="/ppt/slideLayouts/slideLayout285.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277.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242.xml"/>
  <Override ContentType="application/vnd.openxmlformats-officedocument.presentationml.slideLayout+xml" PartName="/ppt/slideLayouts/slideLayout165.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289.xml"/>
  <Override ContentType="application/vnd.openxmlformats-officedocument.presentationml.slideLayout+xml" PartName="/ppt/slideLayouts/slideLayout300.xml"/>
  <Override ContentType="application/vnd.openxmlformats-officedocument.presentationml.slideLayout+xml" PartName="/ppt/slideLayouts/slideLayout22.xml"/>
  <Override ContentType="application/vnd.openxmlformats-officedocument.presentationml.slideLayout+xml" PartName="/ppt/slideLayouts/slideLayout293.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3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311.xml"/>
  <Override ContentType="application/vnd.openxmlformats-officedocument.presentationml.slideLayout+xml" PartName="/ppt/slideLayouts/slideLayout257.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238.xml"/>
  <Override ContentType="application/vnd.openxmlformats-officedocument.presentationml.slideLayout+xml" PartName="/ppt/slideLayouts/slideLayout77.xml"/>
  <Override ContentType="application/vnd.openxmlformats-officedocument.presentationml.slideLayout+xml" PartName="/ppt/slideLayouts/slideLayout281.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304.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66.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249.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270.xml"/>
  <Override ContentType="application/vnd.openxmlformats-officedocument.presentationml.slideLayout+xml" PartName="/ppt/slideLayouts/slideLayout45.xml"/>
  <Override ContentType="application/vnd.openxmlformats-officedocument.presentationml.slideLayout+xml" PartName="/ppt/slideLayouts/slideLayout253.xml"/>
  <Override ContentType="application/vnd.openxmlformats-officedocument.presentationml.slideLayout+xml" PartName="/ppt/slideLayouts/slideLayout296.xml"/>
  <Override ContentType="application/vnd.openxmlformats-officedocument.presentationml.slideLayout+xml" PartName="/ppt/slideLayouts/slideLayout189.xml"/>
  <Override ContentType="application/vnd.openxmlformats-officedocument.presentationml.slideLayout+xml" PartName="/ppt/slideLayouts/slideLayout278.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308.xml"/>
  <Override ContentType="application/vnd.openxmlformats-officedocument.presentationml.slideLayout+xml" PartName="/ppt/slideLayouts/slideLayout314.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68.xml"/>
  <Override ContentType="application/vnd.openxmlformats-officedocument.presentationml.slideLayout+xml" PartName="/ppt/slideLayouts/slideLayout21.xml"/>
  <Override ContentType="application/vnd.openxmlformats-officedocument.presentationml.slideLayout+xml" PartName="/ppt/slideLayouts/slideLayout294.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3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288.xml"/>
  <Override ContentType="application/vnd.openxmlformats-officedocument.presentationml.slideLayout+xml" PartName="/ppt/slideLayouts/slideLayout24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274.xml"/>
  <Override ContentType="application/vnd.openxmlformats-officedocument.presentationml.slideLayout+xml" PartName="/ppt/slideLayouts/slideLayout273.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99.xml"/>
  <Override ContentType="application/vnd.openxmlformats-officedocument.presentationml.slideLayout+xml" PartName="/ppt/slideLayouts/slideLayout256.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263.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46.xml"/>
  <Override ContentType="application/vnd.openxmlformats-officedocument.presentationml.slideLayout+xml" PartName="/ppt/slideLayouts/slideLayout290.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67.xml"/>
  <Override ContentType="application/vnd.openxmlformats-officedocument.presentationml.slideLayout+xml" PartName="/ppt/slideLayouts/slideLayout28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241.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30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320.xml"/>
  <Override ContentType="application/vnd.openxmlformats-officedocument.presentationml.slideLayout+xml" PartName="/ppt/slideLayouts/slideLayout171.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295.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305.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309.xml"/>
  <Override ContentType="application/vnd.openxmlformats-officedocument.presentationml.slideLayout+xml" PartName="/ppt/slideLayouts/slideLayout5.xml"/>
  <Override ContentType="application/vnd.openxmlformats-officedocument.presentationml.slideLayout+xml" PartName="/ppt/slideLayouts/slideLayout259.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313.xml"/>
  <Override ContentType="application/vnd.openxmlformats-officedocument.presentationml.slideLayout+xml" PartName="/ppt/slideLayouts/slideLayout275.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280.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291.xml"/>
  <Override ContentType="application/vnd.openxmlformats-officedocument.presentationml.slideLayout+xml" PartName="/ppt/slideLayouts/slideLayout194.xml"/>
  <Override ContentType="application/vnd.openxmlformats-officedocument.presentationml.slideLayout+xml" PartName="/ppt/slideLayouts/slideLayout287.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302.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31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298.xml"/>
  <Override ContentType="application/vnd.openxmlformats-officedocument.presentationml.slideLayout+xml" PartName="/ppt/slideLayouts/slideLayout166.xml"/>
  <Override ContentType="application/vnd.openxmlformats-officedocument.presentationml.slideLayout+xml" PartName="/ppt/slideLayouts/slideLayout247.xml"/>
  <Override ContentType="application/vnd.openxmlformats-officedocument.presentationml.slideLayout+xml" PartName="/ppt/slideLayouts/slideLayout272.xml"/>
  <Override ContentType="application/vnd.openxmlformats-officedocument.presentationml.slideLayout+xml" PartName="/ppt/slideLayouts/slideLayout140.xml"/>
  <Override ContentType="application/vnd.openxmlformats-officedocument.presentationml.slideLayout+xml" PartName="/ppt/slideLayouts/slideLayout264.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255.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317.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321.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79.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240.xml"/>
  <Override ContentType="application/vnd.openxmlformats-officedocument.presentationml.slideLayout+xml" PartName="/ppt/slideLayouts/slideLayout15.xml"/>
  <Override ContentType="application/vnd.openxmlformats-officedocument.presentationml.slideLayout+xml" PartName="/ppt/slideLayouts/slideLayout283.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28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06.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292.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276.xml"/>
  <Override ContentType="application/vnd.openxmlformats-officedocument.presentationml.slideLayout+xml" PartName="/ppt/slideLayouts/slideLayout25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261.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312.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28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265.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301.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97.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271.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254.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316.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969" r:id="rId4"/>
    <p:sldMasterId id="2147483970" r:id="rId5"/>
    <p:sldMasterId id="2147483971" r:id="rId6"/>
    <p:sldMasterId id="2147483972" r:id="rId7"/>
    <p:sldMasterId id="2147483973"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6BE6F5-2B5A-4666-A040-D6F87B79812D}">
  <a:tblStyle styleId="{806BE6F5-2B5A-4666-A040-D6F87B79812D}"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5.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3" name="Shape 3703"/>
        <p:cNvGrpSpPr/>
        <p:nvPr/>
      </p:nvGrpSpPr>
      <p:grpSpPr>
        <a:xfrm>
          <a:off x="0" y="0"/>
          <a:ext cx="0" cy="0"/>
          <a:chOff x="0" y="0"/>
          <a:chExt cx="0" cy="0"/>
        </a:xfrm>
      </p:grpSpPr>
      <p:sp>
        <p:nvSpPr>
          <p:cNvPr id="3704" name="Google Shape;370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5" name="Google Shape;370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6" name="Google Shape;370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3" name="Shape 3713"/>
        <p:cNvGrpSpPr/>
        <p:nvPr/>
      </p:nvGrpSpPr>
      <p:grpSpPr>
        <a:xfrm>
          <a:off x="0" y="0"/>
          <a:ext cx="0" cy="0"/>
          <a:chOff x="0" y="0"/>
          <a:chExt cx="0" cy="0"/>
        </a:xfrm>
      </p:grpSpPr>
      <p:sp>
        <p:nvSpPr>
          <p:cNvPr id="3714" name="Google Shape;3714;g395aec1eb4d_1_6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5" name="Google Shape;3715;g395aec1eb4d_1_6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6" name="Google Shape;3716;g395aec1eb4d_1_6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8" name="Shape 3728"/>
        <p:cNvGrpSpPr/>
        <p:nvPr/>
      </p:nvGrpSpPr>
      <p:grpSpPr>
        <a:xfrm>
          <a:off x="0" y="0"/>
          <a:ext cx="0" cy="0"/>
          <a:chOff x="0" y="0"/>
          <a:chExt cx="0" cy="0"/>
        </a:xfrm>
      </p:grpSpPr>
      <p:sp>
        <p:nvSpPr>
          <p:cNvPr id="3729" name="Google Shape;3729;g395aec1eb4d_1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0" name="Google Shape;3730;g395aec1eb4d_1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1" name="Google Shape;3731;g395aec1eb4d_1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9" name="Shape 3759"/>
        <p:cNvGrpSpPr/>
        <p:nvPr/>
      </p:nvGrpSpPr>
      <p:grpSpPr>
        <a:xfrm>
          <a:off x="0" y="0"/>
          <a:ext cx="0" cy="0"/>
          <a:chOff x="0" y="0"/>
          <a:chExt cx="0" cy="0"/>
        </a:xfrm>
      </p:grpSpPr>
      <p:sp>
        <p:nvSpPr>
          <p:cNvPr id="3760" name="Google Shape;3760;g395aec1eb4d_1_6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1" name="Google Shape;3761;g395aec1eb4d_1_6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2" name="Google Shape;3762;g395aec1eb4d_1_6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5" name="Shape 3765"/>
        <p:cNvGrpSpPr/>
        <p:nvPr/>
      </p:nvGrpSpPr>
      <p:grpSpPr>
        <a:xfrm>
          <a:off x="0" y="0"/>
          <a:ext cx="0" cy="0"/>
          <a:chOff x="0" y="0"/>
          <a:chExt cx="0" cy="0"/>
        </a:xfrm>
      </p:grpSpPr>
      <p:sp>
        <p:nvSpPr>
          <p:cNvPr id="3766" name="Google Shape;37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7" name="Google Shape;376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8" name="Google Shape;376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2" name="Shape 3772"/>
        <p:cNvGrpSpPr/>
        <p:nvPr/>
      </p:nvGrpSpPr>
      <p:grpSpPr>
        <a:xfrm>
          <a:off x="0" y="0"/>
          <a:ext cx="0" cy="0"/>
          <a:chOff x="0" y="0"/>
          <a:chExt cx="0" cy="0"/>
        </a:xfrm>
      </p:grpSpPr>
      <p:sp>
        <p:nvSpPr>
          <p:cNvPr id="3773" name="Google Shape;3773;g3cc8d448b5b_12_4032: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74" name="Google Shape;3774;g3cc8d448b5b_12_4032: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5" name="Shape 3785"/>
        <p:cNvGrpSpPr/>
        <p:nvPr/>
      </p:nvGrpSpPr>
      <p:grpSpPr>
        <a:xfrm>
          <a:off x="0" y="0"/>
          <a:ext cx="0" cy="0"/>
          <a:chOff x="0" y="0"/>
          <a:chExt cx="0" cy="0"/>
        </a:xfrm>
      </p:grpSpPr>
      <p:sp>
        <p:nvSpPr>
          <p:cNvPr id="3786" name="Google Shape;37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7" name="Google Shape;37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8" name="Google Shape;37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2" name="Shape 3792"/>
        <p:cNvGrpSpPr/>
        <p:nvPr/>
      </p:nvGrpSpPr>
      <p:grpSpPr>
        <a:xfrm>
          <a:off x="0" y="0"/>
          <a:ext cx="0" cy="0"/>
          <a:chOff x="0" y="0"/>
          <a:chExt cx="0" cy="0"/>
        </a:xfrm>
      </p:grpSpPr>
      <p:sp>
        <p:nvSpPr>
          <p:cNvPr id="3793" name="Google Shape;3793;g3cca5a8f521_1_69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4" name="Google Shape;3794;g3cca5a8f521_1_69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95" name="Google Shape;3795;g3cca5a8f521_1_69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7" name="Shape 3847"/>
        <p:cNvGrpSpPr/>
        <p:nvPr/>
      </p:nvGrpSpPr>
      <p:grpSpPr>
        <a:xfrm>
          <a:off x="0" y="0"/>
          <a:ext cx="0" cy="0"/>
          <a:chOff x="0" y="0"/>
          <a:chExt cx="0" cy="0"/>
        </a:xfrm>
      </p:grpSpPr>
      <p:sp>
        <p:nvSpPr>
          <p:cNvPr id="3848" name="Google Shape;3848;g3cca5a8f521_1_114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9" name="Google Shape;3849;g3cca5a8f521_1_114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0" name="Google Shape;3850;g3cca5a8f521_1_114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7" name="Shape 3857"/>
        <p:cNvGrpSpPr/>
        <p:nvPr/>
      </p:nvGrpSpPr>
      <p:grpSpPr>
        <a:xfrm>
          <a:off x="0" y="0"/>
          <a:ext cx="0" cy="0"/>
          <a:chOff x="0" y="0"/>
          <a:chExt cx="0" cy="0"/>
        </a:xfrm>
      </p:grpSpPr>
      <p:sp>
        <p:nvSpPr>
          <p:cNvPr id="3858" name="Google Shape;3858;g3cca5a8f521_1_3019: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9" name="Google Shape;3859;g3cca5a8f521_1_3019: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rgbClr val="616161"/>
                </a:solidFill>
                <a:highlight>
                  <a:srgbClr val="EEE8D5"/>
                </a:highlight>
                <a:latin typeface="Roboto"/>
                <a:ea typeface="Roboto"/>
                <a:cs typeface="Roboto"/>
                <a:sym typeface="Roboto"/>
              </a:rPr>
              <a:t>THREATS</a:t>
            </a:r>
            <a:endParaRPr b="1" sz="1300">
              <a:solidFill>
                <a:srgbClr val="616161"/>
              </a:solidFill>
              <a:highlight>
                <a:srgbClr val="EEE8D5"/>
              </a:highlight>
              <a:latin typeface="Roboto"/>
              <a:ea typeface="Roboto"/>
              <a:cs typeface="Roboto"/>
              <a:sym typeface="Roboto"/>
            </a:endParaRPr>
          </a:p>
          <a:p>
            <a:pPr indent="-292100" lvl="0" marL="457200" rtl="0" algn="l">
              <a:lnSpc>
                <a:spcPct val="115000"/>
              </a:lnSpc>
              <a:spcBef>
                <a:spcPts val="1000"/>
              </a:spcBef>
              <a:spcAft>
                <a:spcPts val="0"/>
              </a:spcAft>
              <a:buClr>
                <a:srgbClr val="616161"/>
              </a:buClr>
              <a:buSzPts val="1000"/>
              <a:buFont typeface="Roboto"/>
              <a:buAutoNum type="arabicPeriod"/>
            </a:pPr>
            <a:r>
              <a:t/>
            </a:r>
            <a:endParaRPr i="1" sz="1000">
              <a:solidFill>
                <a:srgbClr val="616161"/>
              </a:solidFill>
              <a:highlight>
                <a:srgbClr val="EEE8D5"/>
              </a:highlight>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t/>
            </a:r>
            <a:endParaRPr i="1" sz="1000">
              <a:solidFill>
                <a:srgbClr val="616161"/>
              </a:solidFill>
              <a:highlight>
                <a:srgbClr val="EEE8D5"/>
              </a:highlight>
              <a:latin typeface="Roboto"/>
              <a:ea typeface="Roboto"/>
              <a:cs typeface="Roboto"/>
              <a:sym typeface="Roboto"/>
            </a:endParaRPr>
          </a:p>
          <a:p>
            <a:pPr indent="0" lvl="0" marL="0" rtl="0" algn="l">
              <a:lnSpc>
                <a:spcPct val="115000"/>
              </a:lnSpc>
              <a:spcBef>
                <a:spcPts val="1800"/>
              </a:spcBef>
              <a:spcAft>
                <a:spcPts val="0"/>
              </a:spcAft>
              <a:buClr>
                <a:schemeClr val="dk1"/>
              </a:buClr>
              <a:buSzPts val="1100"/>
              <a:buFont typeface="Arial"/>
              <a:buNone/>
            </a:pPr>
            <a:r>
              <a:rPr b="1" lang="en-US" sz="1700">
                <a:solidFill>
                  <a:srgbClr val="616161"/>
                </a:solidFill>
                <a:highlight>
                  <a:srgbClr val="EEE8D5"/>
                </a:highlight>
                <a:latin typeface="Roboto"/>
                <a:ea typeface="Roboto"/>
                <a:cs typeface="Roboto"/>
                <a:sym typeface="Roboto"/>
              </a:rPr>
              <a:t>STRATEGIES</a:t>
            </a:r>
            <a:endParaRPr b="1" sz="1700">
              <a:solidFill>
                <a:srgbClr val="616161"/>
              </a:solidFill>
              <a:highlight>
                <a:srgbClr val="EEE8D5"/>
              </a:highlight>
              <a:latin typeface="Roboto"/>
              <a:ea typeface="Roboto"/>
              <a:cs typeface="Roboto"/>
              <a:sym typeface="Roboto"/>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616161"/>
                </a:solidFill>
                <a:highlight>
                  <a:srgbClr val="EEE8D5"/>
                </a:highlight>
                <a:latin typeface="Roboto"/>
                <a:ea typeface="Roboto"/>
                <a:cs typeface="Roboto"/>
                <a:sym typeface="Roboto"/>
              </a:rPr>
              <a:t>SO — Offensive</a:t>
            </a:r>
            <a:endParaRPr b="1" sz="1000">
              <a:solidFill>
                <a:srgbClr val="616161"/>
              </a:solidFill>
              <a:highlight>
                <a:srgbClr val="EEE8D5"/>
              </a:highlight>
              <a:latin typeface="Roboto"/>
              <a:ea typeface="Roboto"/>
              <a:cs typeface="Roboto"/>
              <a:sym typeface="Roboto"/>
            </a:endParaRPr>
          </a:p>
          <a:p>
            <a:pPr indent="-292100" lvl="0" marL="457200" rtl="0" algn="l">
              <a:lnSpc>
                <a:spcPct val="115000"/>
              </a:lnSpc>
              <a:spcBef>
                <a:spcPts val="1000"/>
              </a:spcBef>
              <a:spcAft>
                <a:spcPts val="0"/>
              </a:spcAft>
              <a:buClr>
                <a:srgbClr val="616161"/>
              </a:buClr>
              <a:buSzPts val="1000"/>
              <a:buFont typeface="Roboto"/>
              <a:buAutoNum type="arabicPeriod"/>
            </a:pPr>
            <a:r>
              <a:rPr b="1" lang="en-US" sz="1000">
                <a:solidFill>
                  <a:srgbClr val="616161"/>
                </a:solidFill>
                <a:highlight>
                  <a:srgbClr val="EEE8D5"/>
                </a:highlight>
                <a:latin typeface="Roboto"/>
                <a:ea typeface="Roboto"/>
                <a:cs typeface="Roboto"/>
                <a:sym typeface="Roboto"/>
              </a:rPr>
              <a:t>"Build in Public" — Spanish Edition</a:t>
            </a:r>
            <a:r>
              <a:rPr lang="en-US" sz="1000">
                <a:solidFill>
                  <a:srgbClr val="616161"/>
                </a:solidFill>
                <a:highlight>
                  <a:srgbClr val="EEE8D5"/>
                </a:highlight>
                <a:latin typeface="Roboto"/>
                <a:ea typeface="Roboto"/>
                <a:cs typeface="Roboto"/>
                <a:sym typeface="Roboto"/>
              </a:rPr>
              <a:t> — </a:t>
            </a:r>
            <a:r>
              <a:rPr i="1" lang="en-US" sz="1000">
                <a:solidFill>
                  <a:srgbClr val="616161"/>
                </a:solidFill>
                <a:highlight>
                  <a:srgbClr val="EEE8D5"/>
                </a:highlight>
                <a:latin typeface="Roboto"/>
                <a:ea typeface="Roboto"/>
                <a:cs typeface="Roboto"/>
                <a:sym typeface="Roboto"/>
              </a:rPr>
              <a:t>Spanish-language blog, open metrics, founder access. Turn UK story into local trust.</a:t>
            </a:r>
            <a:endParaRPr i="1" sz="1000">
              <a:solidFill>
                <a:srgbClr val="616161"/>
              </a:solidFill>
              <a:highlight>
                <a:srgbClr val="EEE8D5"/>
              </a:highlight>
              <a:latin typeface="Roboto"/>
              <a:ea typeface="Roboto"/>
              <a:cs typeface="Roboto"/>
              <a:sym typeface="Roboto"/>
            </a:endParaRPr>
          </a:p>
          <a:p>
            <a:pPr indent="-292100" lvl="0" marL="457200" rtl="0" algn="l">
              <a:lnSpc>
                <a:spcPct val="115000"/>
              </a:lnSpc>
              <a:spcBef>
                <a:spcPts val="0"/>
              </a:spcBef>
              <a:spcAft>
                <a:spcPts val="0"/>
              </a:spcAft>
              <a:buClr>
                <a:srgbClr val="616161"/>
              </a:buClr>
              <a:buSzPts val="1000"/>
              <a:buFont typeface="Roboto"/>
              <a:buAutoNum type="arabicPeriod"/>
            </a:pPr>
            <a:r>
              <a:rPr b="1" lang="en-US" sz="1000">
                <a:solidFill>
                  <a:srgbClr val="616161"/>
                </a:solidFill>
                <a:highlight>
                  <a:srgbClr val="EEE8D5"/>
                </a:highlight>
                <a:latin typeface="Roboto"/>
                <a:ea typeface="Roboto"/>
                <a:cs typeface="Roboto"/>
                <a:sym typeface="Roboto"/>
              </a:rPr>
              <a:t>Target "Person in Motion" with Precision</a:t>
            </a:r>
            <a:r>
              <a:rPr lang="en-US" sz="1000">
                <a:solidFill>
                  <a:srgbClr val="616161"/>
                </a:solidFill>
                <a:highlight>
                  <a:srgbClr val="EEE8D5"/>
                </a:highlight>
                <a:latin typeface="Roboto"/>
                <a:ea typeface="Roboto"/>
                <a:cs typeface="Roboto"/>
                <a:sym typeface="Roboto"/>
              </a:rPr>
              <a:t> — </a:t>
            </a:r>
            <a:r>
              <a:rPr i="1" lang="en-US" sz="1000">
                <a:solidFill>
                  <a:srgbClr val="616161"/>
                </a:solidFill>
                <a:highlight>
                  <a:srgbClr val="EEE8D5"/>
                </a:highlight>
                <a:latin typeface="Roboto"/>
                <a:ea typeface="Roboto"/>
                <a:cs typeface="Roboto"/>
                <a:sym typeface="Roboto"/>
              </a:rPr>
              <a:t>Expat groups, nomad communities, British schools. Distribution is the only gap.</a:t>
            </a:r>
            <a:endParaRPr i="1" sz="1000">
              <a:solidFill>
                <a:srgbClr val="616161"/>
              </a:solidFill>
              <a:highlight>
                <a:srgbClr val="EEE8D5"/>
              </a:highlight>
              <a:latin typeface="Roboto"/>
              <a:ea typeface="Roboto"/>
              <a:cs typeface="Roboto"/>
              <a:sym typeface="Roboto"/>
            </a:endParaRPr>
          </a:p>
          <a:p>
            <a:pPr indent="-292100" lvl="0" marL="457200" rtl="0" algn="l">
              <a:lnSpc>
                <a:spcPct val="115000"/>
              </a:lnSpc>
              <a:spcBef>
                <a:spcPts val="0"/>
              </a:spcBef>
              <a:spcAft>
                <a:spcPts val="0"/>
              </a:spcAft>
              <a:buClr>
                <a:srgbClr val="616161"/>
              </a:buClr>
              <a:buSzPts val="1000"/>
              <a:buFont typeface="Roboto"/>
              <a:buAutoNum type="arabicPeriod"/>
            </a:pPr>
            <a:r>
              <a:rPr b="1" lang="en-US" sz="1000">
                <a:solidFill>
                  <a:srgbClr val="616161"/>
                </a:solidFill>
                <a:highlight>
                  <a:srgbClr val="EEE8D5"/>
                </a:highlight>
                <a:latin typeface="Roboto"/>
                <a:ea typeface="Roboto"/>
                <a:cs typeface="Roboto"/>
                <a:sym typeface="Roboto"/>
              </a:rPr>
              <a:t>Own "Anti-Fair-Weather Friend"</a:t>
            </a:r>
            <a:r>
              <a:rPr lang="en-US" sz="1000">
                <a:solidFill>
                  <a:srgbClr val="616161"/>
                </a:solidFill>
                <a:highlight>
                  <a:srgbClr val="EEE8D5"/>
                </a:highlight>
                <a:latin typeface="Roboto"/>
                <a:ea typeface="Roboto"/>
                <a:cs typeface="Roboto"/>
                <a:sym typeface="Roboto"/>
              </a:rPr>
              <a:t> — </a:t>
            </a:r>
            <a:r>
              <a:rPr i="1" lang="en-US" sz="1000">
                <a:solidFill>
                  <a:srgbClr val="616161"/>
                </a:solidFill>
                <a:highlight>
                  <a:srgbClr val="EEE8D5"/>
                </a:highlight>
                <a:latin typeface="Roboto"/>
                <a:ea typeface="Roboto"/>
                <a:cs typeface="Roboto"/>
                <a:sym typeface="Roboto"/>
              </a:rPr>
              <a:t>Guarantee human support for freezes and fraud. Market it explicitly.</a:t>
            </a:r>
            <a:endParaRPr i="1" sz="1000">
              <a:solidFill>
                <a:srgbClr val="616161"/>
              </a:solidFill>
              <a:highlight>
                <a:srgbClr val="EEE8D5"/>
              </a:highlight>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b="1" lang="en-US" sz="1000">
                <a:solidFill>
                  <a:srgbClr val="616161"/>
                </a:solidFill>
                <a:highlight>
                  <a:srgbClr val="EEE8D5"/>
                </a:highlight>
                <a:latin typeface="Roboto"/>
                <a:ea typeface="Roboto"/>
                <a:cs typeface="Roboto"/>
                <a:sym typeface="Roboto"/>
              </a:rPr>
              <a:t>ST — Re-orientation</a:t>
            </a:r>
            <a:endParaRPr b="1" sz="1000">
              <a:solidFill>
                <a:srgbClr val="616161"/>
              </a:solidFill>
              <a:highlight>
                <a:srgbClr val="EEE8D5"/>
              </a:highlight>
              <a:latin typeface="Roboto"/>
              <a:ea typeface="Roboto"/>
              <a:cs typeface="Roboto"/>
              <a:sym typeface="Roboto"/>
            </a:endParaRPr>
          </a:p>
          <a:p>
            <a:pPr indent="-292100" lvl="0" marL="457200" rtl="0" algn="l">
              <a:lnSpc>
                <a:spcPct val="115000"/>
              </a:lnSpc>
              <a:spcBef>
                <a:spcPts val="1000"/>
              </a:spcBef>
              <a:spcAft>
                <a:spcPts val="0"/>
              </a:spcAft>
              <a:buClr>
                <a:srgbClr val="616161"/>
              </a:buClr>
              <a:buSzPts val="1000"/>
              <a:buFont typeface="Roboto"/>
              <a:buAutoNum type="arabicPeriod"/>
            </a:pPr>
            <a:r>
              <a:rPr b="1" lang="en-US" sz="1000">
                <a:solidFill>
                  <a:srgbClr val="616161"/>
                </a:solidFill>
                <a:highlight>
                  <a:srgbClr val="EEE8D5"/>
                </a:highlight>
                <a:latin typeface="Roboto"/>
                <a:ea typeface="Roboto"/>
                <a:cs typeface="Roboto"/>
                <a:sym typeface="Roboto"/>
              </a:rPr>
              <a:t>Build the Flywheel, Not the Funnel</a:t>
            </a:r>
            <a:r>
              <a:rPr lang="en-US" sz="1000">
                <a:solidFill>
                  <a:srgbClr val="616161"/>
                </a:solidFill>
                <a:highlight>
                  <a:srgbClr val="EEE8D5"/>
                </a:highlight>
                <a:latin typeface="Roboto"/>
                <a:ea typeface="Roboto"/>
                <a:cs typeface="Roboto"/>
                <a:sym typeface="Roboto"/>
              </a:rPr>
              <a:t> — </a:t>
            </a:r>
            <a:r>
              <a:rPr i="1" lang="en-US" sz="1000">
                <a:solidFill>
                  <a:srgbClr val="616161"/>
                </a:solidFill>
                <a:highlight>
                  <a:srgbClr val="EEE8D5"/>
                </a:highlight>
                <a:latin typeface="Roboto"/>
                <a:ea typeface="Roboto"/>
                <a:cs typeface="Roboto"/>
                <a:sym typeface="Roboto"/>
              </a:rPr>
              <a:t>40% of UK growth came from referrals at near-zero cost. Replicate.</a:t>
            </a:r>
            <a:endParaRPr i="1" sz="1000">
              <a:solidFill>
                <a:srgbClr val="616161"/>
              </a:solidFill>
              <a:highlight>
                <a:srgbClr val="EEE8D5"/>
              </a:highlight>
              <a:latin typeface="Roboto"/>
              <a:ea typeface="Roboto"/>
              <a:cs typeface="Roboto"/>
              <a:sym typeface="Roboto"/>
            </a:endParaRPr>
          </a:p>
          <a:p>
            <a:pPr indent="-292100" lvl="0" marL="457200" rtl="0" algn="l">
              <a:lnSpc>
                <a:spcPct val="115000"/>
              </a:lnSpc>
              <a:spcBef>
                <a:spcPts val="0"/>
              </a:spcBef>
              <a:spcAft>
                <a:spcPts val="0"/>
              </a:spcAft>
              <a:buClr>
                <a:srgbClr val="616161"/>
              </a:buClr>
              <a:buSzPts val="1000"/>
              <a:buFont typeface="Roboto"/>
              <a:buAutoNum type="arabicPeriod"/>
            </a:pPr>
            <a:r>
              <a:rPr b="1" lang="en-US" sz="1000">
                <a:solidFill>
                  <a:srgbClr val="616161"/>
                </a:solidFill>
                <a:highlight>
                  <a:srgbClr val="EEE8D5"/>
                </a:highlight>
                <a:latin typeface="Roboto"/>
                <a:ea typeface="Roboto"/>
                <a:cs typeface="Roboto"/>
                <a:sym typeface="Roboto"/>
              </a:rPr>
              <a:t>Leverage UK Reputation in Spanish PR</a:t>
            </a:r>
            <a:r>
              <a:rPr lang="en-US" sz="1000">
                <a:solidFill>
                  <a:srgbClr val="616161"/>
                </a:solidFill>
                <a:highlight>
                  <a:srgbClr val="EEE8D5"/>
                </a:highlight>
                <a:latin typeface="Roboto"/>
                <a:ea typeface="Roboto"/>
                <a:cs typeface="Roboto"/>
                <a:sym typeface="Roboto"/>
              </a:rPr>
              <a:t> — </a:t>
            </a:r>
            <a:r>
              <a:rPr i="1" lang="en-US" sz="1000">
                <a:solidFill>
                  <a:srgbClr val="616161"/>
                </a:solidFill>
                <a:highlight>
                  <a:srgbClr val="EEE8D5"/>
                </a:highlight>
                <a:latin typeface="Roboto"/>
                <a:ea typeface="Roboto"/>
                <a:cs typeface="Roboto"/>
                <a:sym typeface="Roboto"/>
              </a:rPr>
              <a:t>14M users + Which? Best Bank = credibility for Spanish financial press.</a:t>
            </a:r>
            <a:endParaRPr i="1" sz="1000">
              <a:solidFill>
                <a:srgbClr val="616161"/>
              </a:solidFill>
              <a:highlight>
                <a:srgbClr val="EEE8D5"/>
              </a:highlight>
              <a:latin typeface="Roboto"/>
              <a:ea typeface="Roboto"/>
              <a:cs typeface="Roboto"/>
              <a:sym typeface="Roboto"/>
            </a:endParaRPr>
          </a:p>
          <a:p>
            <a:pPr indent="-292100" lvl="0" marL="457200" rtl="0" algn="l">
              <a:lnSpc>
                <a:spcPct val="115000"/>
              </a:lnSpc>
              <a:spcBef>
                <a:spcPts val="0"/>
              </a:spcBef>
              <a:spcAft>
                <a:spcPts val="0"/>
              </a:spcAft>
              <a:buClr>
                <a:srgbClr val="616161"/>
              </a:buClr>
              <a:buSzPts val="1000"/>
              <a:buFont typeface="Roboto"/>
              <a:buAutoNum type="arabicPeriod"/>
            </a:pPr>
            <a:r>
              <a:rPr b="1" lang="en-US" sz="1000">
                <a:solidFill>
                  <a:srgbClr val="616161"/>
                </a:solidFill>
                <a:highlight>
                  <a:srgbClr val="EEE8D5"/>
                </a:highlight>
                <a:latin typeface="Roboto"/>
                <a:ea typeface="Roboto"/>
                <a:cs typeface="Roboto"/>
                <a:sym typeface="Roboto"/>
              </a:rPr>
              <a:t>Proactive Security Communication</a:t>
            </a:r>
            <a:r>
              <a:rPr lang="en-US" sz="1000">
                <a:solidFill>
                  <a:srgbClr val="616161"/>
                </a:solidFill>
                <a:highlight>
                  <a:srgbClr val="EEE8D5"/>
                </a:highlight>
                <a:latin typeface="Roboto"/>
                <a:ea typeface="Roboto"/>
                <a:cs typeface="Roboto"/>
                <a:sym typeface="Roboto"/>
              </a:rPr>
              <a:t> — </a:t>
            </a:r>
            <a:r>
              <a:rPr i="1" lang="en-US" sz="1000">
                <a:solidFill>
                  <a:srgbClr val="616161"/>
                </a:solidFill>
                <a:highlight>
                  <a:srgbClr val="EEE8D5"/>
                </a:highlight>
                <a:latin typeface="Roboto"/>
                <a:ea typeface="Roboto"/>
                <a:cs typeface="Roboto"/>
                <a:sym typeface="Roboto"/>
              </a:rPr>
              <a:t>Pre-empt account-freeze fear with radical transparency before it's needed.</a:t>
            </a:r>
            <a:endParaRPr i="1" sz="1000">
              <a:solidFill>
                <a:srgbClr val="616161"/>
              </a:solidFill>
              <a:highlight>
                <a:srgbClr val="EEE8D5"/>
              </a:highlight>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b="1" lang="en-US" sz="1000">
                <a:solidFill>
                  <a:srgbClr val="616161"/>
                </a:solidFill>
                <a:highlight>
                  <a:srgbClr val="EEE8D5"/>
                </a:highlight>
                <a:latin typeface="Roboto"/>
                <a:ea typeface="Roboto"/>
                <a:cs typeface="Roboto"/>
                <a:sym typeface="Roboto"/>
              </a:rPr>
              <a:t>WO — Adaptive</a:t>
            </a:r>
            <a:endParaRPr b="1" sz="1000">
              <a:solidFill>
                <a:srgbClr val="616161"/>
              </a:solidFill>
              <a:highlight>
                <a:srgbClr val="EEE8D5"/>
              </a:highlight>
              <a:latin typeface="Roboto"/>
              <a:ea typeface="Roboto"/>
              <a:cs typeface="Roboto"/>
              <a:sym typeface="Roboto"/>
            </a:endParaRPr>
          </a:p>
          <a:p>
            <a:pPr indent="-292100" lvl="0" marL="457200" rtl="0" algn="l">
              <a:lnSpc>
                <a:spcPct val="115000"/>
              </a:lnSpc>
              <a:spcBef>
                <a:spcPts val="1000"/>
              </a:spcBef>
              <a:spcAft>
                <a:spcPts val="0"/>
              </a:spcAft>
              <a:buClr>
                <a:srgbClr val="616161"/>
              </a:buClr>
              <a:buSzPts val="1000"/>
              <a:buFont typeface="Roboto"/>
              <a:buAutoNum type="arabicPeriod"/>
            </a:pPr>
            <a:r>
              <a:rPr b="1" lang="en-US" sz="1000">
                <a:solidFill>
                  <a:srgbClr val="616161"/>
                </a:solidFill>
                <a:highlight>
                  <a:srgbClr val="EEE8D5"/>
                </a:highlight>
                <a:latin typeface="Roboto"/>
                <a:ea typeface="Roboto"/>
                <a:cs typeface="Roboto"/>
                <a:sym typeface="Roboto"/>
              </a:rPr>
              <a:t>Best-in-Class Spanish Support Hub</a:t>
            </a:r>
            <a:r>
              <a:rPr lang="en-US" sz="1000">
                <a:solidFill>
                  <a:srgbClr val="616161"/>
                </a:solidFill>
                <a:highlight>
                  <a:srgbClr val="EEE8D5"/>
                </a:highlight>
                <a:latin typeface="Roboto"/>
                <a:ea typeface="Roboto"/>
                <a:cs typeface="Roboto"/>
                <a:sym typeface="Roboto"/>
              </a:rPr>
              <a:t> — </a:t>
            </a:r>
            <a:r>
              <a:rPr i="1" lang="en-US" sz="1000">
                <a:solidFill>
                  <a:srgbClr val="616161"/>
                </a:solidFill>
                <a:highlight>
                  <a:srgbClr val="EEE8D5"/>
                </a:highlight>
                <a:latin typeface="Roboto"/>
                <a:ea typeface="Roboto"/>
                <a:cs typeface="Roboto"/>
                <a:sym typeface="Roboto"/>
              </a:rPr>
              <a:t>Human support in Spanish, peak hours. Digital done better than anyone.</a:t>
            </a:r>
            <a:endParaRPr i="1" sz="1000">
              <a:solidFill>
                <a:srgbClr val="616161"/>
              </a:solidFill>
              <a:highlight>
                <a:srgbClr val="EEE8D5"/>
              </a:highlight>
              <a:latin typeface="Roboto"/>
              <a:ea typeface="Roboto"/>
              <a:cs typeface="Roboto"/>
              <a:sym typeface="Roboto"/>
            </a:endParaRPr>
          </a:p>
          <a:p>
            <a:pPr indent="-292100" lvl="0" marL="457200" rtl="0" algn="l">
              <a:lnSpc>
                <a:spcPct val="115000"/>
              </a:lnSpc>
              <a:spcBef>
                <a:spcPts val="0"/>
              </a:spcBef>
              <a:spcAft>
                <a:spcPts val="0"/>
              </a:spcAft>
              <a:buClr>
                <a:srgbClr val="616161"/>
              </a:buClr>
              <a:buSzPts val="1000"/>
              <a:buFont typeface="Roboto"/>
              <a:buAutoNum type="arabicPeriod"/>
            </a:pPr>
            <a:r>
              <a:rPr b="1" lang="en-US" sz="1000">
                <a:solidFill>
                  <a:srgbClr val="616161"/>
                </a:solidFill>
                <a:highlight>
                  <a:srgbClr val="EEE8D5"/>
                </a:highlight>
                <a:latin typeface="Roboto"/>
                <a:ea typeface="Roboto"/>
                <a:cs typeface="Roboto"/>
                <a:sym typeface="Roboto"/>
              </a:rPr>
              <a:t>Partnerships to Replace Physical Presence</a:t>
            </a:r>
            <a:r>
              <a:rPr lang="en-US" sz="1000">
                <a:solidFill>
                  <a:srgbClr val="616161"/>
                </a:solidFill>
                <a:highlight>
                  <a:srgbClr val="EEE8D5"/>
                </a:highlight>
                <a:latin typeface="Roboto"/>
                <a:ea typeface="Roboto"/>
                <a:cs typeface="Roboto"/>
                <a:sym typeface="Roboto"/>
              </a:rPr>
              <a:t> — </a:t>
            </a:r>
            <a:r>
              <a:rPr i="1" lang="en-US" sz="1000">
                <a:solidFill>
                  <a:srgbClr val="616161"/>
                </a:solidFill>
                <a:highlight>
                  <a:srgbClr val="EEE8D5"/>
                </a:highlight>
                <a:latin typeface="Roboto"/>
                <a:ea typeface="Roboto"/>
                <a:cs typeface="Roboto"/>
                <a:sym typeface="Roboto"/>
              </a:rPr>
              <a:t>Correos (cash), Bizum (P2P), employer salary programmes.</a:t>
            </a:r>
            <a:endParaRPr i="1" sz="1000">
              <a:solidFill>
                <a:srgbClr val="616161"/>
              </a:solidFill>
              <a:highlight>
                <a:srgbClr val="EEE8D5"/>
              </a:highlight>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b="1" lang="en-US" sz="1000">
                <a:solidFill>
                  <a:srgbClr val="616161"/>
                </a:solidFill>
                <a:highlight>
                  <a:srgbClr val="EEE8D5"/>
                </a:highlight>
                <a:latin typeface="Roboto"/>
                <a:ea typeface="Roboto"/>
                <a:cs typeface="Roboto"/>
                <a:sym typeface="Roboto"/>
              </a:rPr>
              <a:t>WT — Defensive</a:t>
            </a:r>
            <a:endParaRPr b="1" sz="1000">
              <a:solidFill>
                <a:srgbClr val="616161"/>
              </a:solidFill>
              <a:highlight>
                <a:srgbClr val="EEE8D5"/>
              </a:highlight>
              <a:latin typeface="Roboto"/>
              <a:ea typeface="Roboto"/>
              <a:cs typeface="Roboto"/>
              <a:sym typeface="Roboto"/>
            </a:endParaRPr>
          </a:p>
          <a:p>
            <a:pPr indent="-292100" lvl="0" marL="457200" rtl="0" algn="l">
              <a:lnSpc>
                <a:spcPct val="115000"/>
              </a:lnSpc>
              <a:spcBef>
                <a:spcPts val="1000"/>
              </a:spcBef>
              <a:spcAft>
                <a:spcPts val="0"/>
              </a:spcAft>
              <a:buClr>
                <a:srgbClr val="616161"/>
              </a:buClr>
              <a:buSzPts val="1000"/>
              <a:buFont typeface="Roboto"/>
              <a:buAutoNum type="arabicPeriod"/>
            </a:pPr>
            <a:r>
              <a:rPr b="1" lang="en-US" sz="1000">
                <a:solidFill>
                  <a:srgbClr val="616161"/>
                </a:solidFill>
                <a:highlight>
                  <a:srgbClr val="EEE8D5"/>
                </a:highlight>
                <a:latin typeface="Roboto"/>
                <a:ea typeface="Roboto"/>
                <a:cs typeface="Roboto"/>
                <a:sym typeface="Roboto"/>
              </a:rPr>
              <a:t>Spain-Calibrated AFC from Day One</a:t>
            </a:r>
            <a:r>
              <a:rPr lang="en-US" sz="1000">
                <a:solidFill>
                  <a:srgbClr val="616161"/>
                </a:solidFill>
                <a:highlight>
                  <a:srgbClr val="EEE8D5"/>
                </a:highlight>
                <a:latin typeface="Roboto"/>
                <a:ea typeface="Roboto"/>
                <a:cs typeface="Roboto"/>
                <a:sym typeface="Roboto"/>
              </a:rPr>
              <a:t> — </a:t>
            </a:r>
            <a:r>
              <a:rPr i="1" lang="en-US" sz="1000">
                <a:solidFill>
                  <a:srgbClr val="616161"/>
                </a:solidFill>
                <a:highlight>
                  <a:srgbClr val="EEE8D5"/>
                </a:highlight>
                <a:latin typeface="Roboto"/>
                <a:ea typeface="Roboto"/>
                <a:cs typeface="Roboto"/>
                <a:sym typeface="Roboto"/>
              </a:rPr>
              <a:t>Spanish fraud patterns differ from UK. False positives = viral horror stories.</a:t>
            </a:r>
            <a:endParaRPr i="1" sz="1000">
              <a:solidFill>
                <a:srgbClr val="616161"/>
              </a:solidFill>
              <a:highlight>
                <a:srgbClr val="EEE8D5"/>
              </a:highlight>
              <a:latin typeface="Roboto"/>
              <a:ea typeface="Roboto"/>
              <a:cs typeface="Roboto"/>
              <a:sym typeface="Roboto"/>
            </a:endParaRPr>
          </a:p>
          <a:p>
            <a:pPr indent="-292100" lvl="0" marL="457200" rtl="0" algn="l">
              <a:lnSpc>
                <a:spcPct val="115000"/>
              </a:lnSpc>
              <a:spcBef>
                <a:spcPts val="0"/>
              </a:spcBef>
              <a:spcAft>
                <a:spcPts val="0"/>
              </a:spcAft>
              <a:buClr>
                <a:srgbClr val="616161"/>
              </a:buClr>
              <a:buSzPts val="1000"/>
              <a:buFont typeface="Roboto"/>
              <a:buAutoNum type="arabicPeriod"/>
            </a:pPr>
            <a:r>
              <a:rPr b="1" lang="en-US" sz="1000">
                <a:solidFill>
                  <a:srgbClr val="616161"/>
                </a:solidFill>
                <a:highlight>
                  <a:srgbClr val="EEE8D5"/>
                </a:highlight>
                <a:latin typeface="Roboto"/>
                <a:ea typeface="Roboto"/>
                <a:cs typeface="Roboto"/>
                <a:sym typeface="Roboto"/>
              </a:rPr>
              <a:t>Delay Complex Credit Products</a:t>
            </a:r>
            <a:r>
              <a:rPr lang="en-US" sz="1000">
                <a:solidFill>
                  <a:srgbClr val="616161"/>
                </a:solidFill>
                <a:highlight>
                  <a:srgbClr val="EEE8D5"/>
                </a:highlight>
                <a:latin typeface="Roboto"/>
                <a:ea typeface="Roboto"/>
                <a:cs typeface="Roboto"/>
                <a:sym typeface="Roboto"/>
              </a:rPr>
              <a:t> — </a:t>
            </a:r>
            <a:r>
              <a:rPr i="1" lang="en-US" sz="1000">
                <a:solidFill>
                  <a:srgbClr val="616161"/>
                </a:solidFill>
                <a:highlight>
                  <a:srgbClr val="EEE8D5"/>
                </a:highlight>
                <a:latin typeface="Roboto"/>
                <a:ea typeface="Roboto"/>
                <a:cs typeface="Roboto"/>
                <a:sym typeface="Roboto"/>
              </a:rPr>
              <a:t>Prove the core app works first. No mortgages or loans until trust is established.</a:t>
            </a:r>
            <a:endParaRPr i="1" sz="1000">
              <a:solidFill>
                <a:srgbClr val="616161"/>
              </a:solidFill>
              <a:highlight>
                <a:srgbClr val="EEE8D5"/>
              </a:highlight>
              <a:latin typeface="Roboto"/>
              <a:ea typeface="Roboto"/>
              <a:cs typeface="Roboto"/>
              <a:sym typeface="Roboto"/>
            </a:endParaRPr>
          </a:p>
          <a:p>
            <a:pPr indent="0" lvl="0" marL="0" rtl="0" algn="l">
              <a:lnSpc>
                <a:spcPct val="100000"/>
              </a:lnSpc>
              <a:spcBef>
                <a:spcPts val="1000"/>
              </a:spcBef>
              <a:spcAft>
                <a:spcPts val="0"/>
              </a:spcAft>
              <a:buSzPts val="1400"/>
              <a:buNone/>
            </a:pPr>
            <a:r>
              <a:t/>
            </a:r>
            <a:endParaRPr b="1" sz="1700">
              <a:solidFill>
                <a:srgbClr val="616161"/>
              </a:solidFill>
              <a:highlight>
                <a:srgbClr val="EEE8D5"/>
              </a:highlight>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0" name="Shape 3890"/>
        <p:cNvGrpSpPr/>
        <p:nvPr/>
      </p:nvGrpSpPr>
      <p:grpSpPr>
        <a:xfrm>
          <a:off x="0" y="0"/>
          <a:ext cx="0" cy="0"/>
          <a:chOff x="0" y="0"/>
          <a:chExt cx="0" cy="0"/>
        </a:xfrm>
      </p:grpSpPr>
      <p:sp>
        <p:nvSpPr>
          <p:cNvPr id="3891" name="Google Shape;3891;g3cc8d448b5b_12_53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2" name="Google Shape;3892;g3cc8d448b5b_12_53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1" name="Shape 3921"/>
        <p:cNvGrpSpPr/>
        <p:nvPr/>
      </p:nvGrpSpPr>
      <p:grpSpPr>
        <a:xfrm>
          <a:off x="0" y="0"/>
          <a:ext cx="0" cy="0"/>
          <a:chOff x="0" y="0"/>
          <a:chExt cx="0" cy="0"/>
        </a:xfrm>
      </p:grpSpPr>
      <p:sp>
        <p:nvSpPr>
          <p:cNvPr id="3922" name="Google Shape;3922;g3cc8d448b5b_12_53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3" name="Google Shape;3923;g3cc8d448b5b_12_53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2" name="Shape 3952"/>
        <p:cNvGrpSpPr/>
        <p:nvPr/>
      </p:nvGrpSpPr>
      <p:grpSpPr>
        <a:xfrm>
          <a:off x="0" y="0"/>
          <a:ext cx="0" cy="0"/>
          <a:chOff x="0" y="0"/>
          <a:chExt cx="0" cy="0"/>
        </a:xfrm>
      </p:grpSpPr>
      <p:sp>
        <p:nvSpPr>
          <p:cNvPr id="3953" name="Google Shape;3953;g3cc8d448b5b_12_53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4" name="Google Shape;3954;g3cc8d448b5b_12_53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3" name="Shape 3983"/>
        <p:cNvGrpSpPr/>
        <p:nvPr/>
      </p:nvGrpSpPr>
      <p:grpSpPr>
        <a:xfrm>
          <a:off x="0" y="0"/>
          <a:ext cx="0" cy="0"/>
          <a:chOff x="0" y="0"/>
          <a:chExt cx="0" cy="0"/>
        </a:xfrm>
      </p:grpSpPr>
      <p:sp>
        <p:nvSpPr>
          <p:cNvPr id="3984" name="Google Shape;3984;g3cc8d448b5b_12_54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5" name="Google Shape;3985;g3cc8d448b5b_12_5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4" name="Shape 4014"/>
        <p:cNvGrpSpPr/>
        <p:nvPr/>
      </p:nvGrpSpPr>
      <p:grpSpPr>
        <a:xfrm>
          <a:off x="0" y="0"/>
          <a:ext cx="0" cy="0"/>
          <a:chOff x="0" y="0"/>
          <a:chExt cx="0" cy="0"/>
        </a:xfrm>
      </p:grpSpPr>
      <p:sp>
        <p:nvSpPr>
          <p:cNvPr id="4015" name="Google Shape;4015;g3cc8d448b5b_12_54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6" name="Google Shape;4016;g3cc8d448b5b_12_54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5" name="Shape 4045"/>
        <p:cNvGrpSpPr/>
        <p:nvPr/>
      </p:nvGrpSpPr>
      <p:grpSpPr>
        <a:xfrm>
          <a:off x="0" y="0"/>
          <a:ext cx="0" cy="0"/>
          <a:chOff x="0" y="0"/>
          <a:chExt cx="0" cy="0"/>
        </a:xfrm>
      </p:grpSpPr>
      <p:sp>
        <p:nvSpPr>
          <p:cNvPr id="4046" name="Google Shape;4046;g3cc8d448b5b_12_54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7" name="Google Shape;4047;g3cc8d448b5b_12_54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6" name="Shape 4076"/>
        <p:cNvGrpSpPr/>
        <p:nvPr/>
      </p:nvGrpSpPr>
      <p:grpSpPr>
        <a:xfrm>
          <a:off x="0" y="0"/>
          <a:ext cx="0" cy="0"/>
          <a:chOff x="0" y="0"/>
          <a:chExt cx="0" cy="0"/>
        </a:xfrm>
      </p:grpSpPr>
      <p:sp>
        <p:nvSpPr>
          <p:cNvPr id="4077" name="Google Shape;4077;g3cc8d448b5b_12_54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8" name="Google Shape;4078;g3cc8d448b5b_12_54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7" name="Shape 4107"/>
        <p:cNvGrpSpPr/>
        <p:nvPr/>
      </p:nvGrpSpPr>
      <p:grpSpPr>
        <a:xfrm>
          <a:off x="0" y="0"/>
          <a:ext cx="0" cy="0"/>
          <a:chOff x="0" y="0"/>
          <a:chExt cx="0" cy="0"/>
        </a:xfrm>
      </p:grpSpPr>
      <p:sp>
        <p:nvSpPr>
          <p:cNvPr id="4108" name="Google Shape;4108;g3cc8d448b5b_12_55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9" name="Google Shape;4109;g3cc8d448b5b_12_55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8" name="Shape 4138"/>
        <p:cNvGrpSpPr/>
        <p:nvPr/>
      </p:nvGrpSpPr>
      <p:grpSpPr>
        <a:xfrm>
          <a:off x="0" y="0"/>
          <a:ext cx="0" cy="0"/>
          <a:chOff x="0" y="0"/>
          <a:chExt cx="0" cy="0"/>
        </a:xfrm>
      </p:grpSpPr>
      <p:sp>
        <p:nvSpPr>
          <p:cNvPr id="4139" name="Google Shape;4139;g3cc8d448b5b_12_55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0" name="Google Shape;4140;g3cc8d448b5b_12_55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9" name="Shape 4169"/>
        <p:cNvGrpSpPr/>
        <p:nvPr/>
      </p:nvGrpSpPr>
      <p:grpSpPr>
        <a:xfrm>
          <a:off x="0" y="0"/>
          <a:ext cx="0" cy="0"/>
          <a:chOff x="0" y="0"/>
          <a:chExt cx="0" cy="0"/>
        </a:xfrm>
      </p:grpSpPr>
      <p:sp>
        <p:nvSpPr>
          <p:cNvPr id="4170" name="Google Shape;4170;g395aec1eb4d_1_6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1" name="Google Shape;4171;g395aec1eb4d_1_6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2" name="Google Shape;4172;g395aec1eb4d_1_6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5" name="Shape 4175"/>
        <p:cNvGrpSpPr/>
        <p:nvPr/>
      </p:nvGrpSpPr>
      <p:grpSpPr>
        <a:xfrm>
          <a:off x="0" y="0"/>
          <a:ext cx="0" cy="0"/>
          <a:chOff x="0" y="0"/>
          <a:chExt cx="0" cy="0"/>
        </a:xfrm>
      </p:grpSpPr>
      <p:sp>
        <p:nvSpPr>
          <p:cNvPr id="4176" name="Google Shape;4176;g395aec1eb4d_1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7" name="Google Shape;4177;g395aec1eb4d_1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8" name="Google Shape;4178;g395aec1eb4d_1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2" name="Shape 4182"/>
        <p:cNvGrpSpPr/>
        <p:nvPr/>
      </p:nvGrpSpPr>
      <p:grpSpPr>
        <a:xfrm>
          <a:off x="0" y="0"/>
          <a:ext cx="0" cy="0"/>
          <a:chOff x="0" y="0"/>
          <a:chExt cx="0" cy="0"/>
        </a:xfrm>
      </p:grpSpPr>
      <p:sp>
        <p:nvSpPr>
          <p:cNvPr id="4183" name="Google Shape;4183;g395aec1eb4d_1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4" name="Google Shape;4184;g395aec1eb4d_1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5" name="Google Shape;4185;g395aec1eb4d_1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4" name="Shape 4214"/>
        <p:cNvGrpSpPr/>
        <p:nvPr/>
      </p:nvGrpSpPr>
      <p:grpSpPr>
        <a:xfrm>
          <a:off x="0" y="0"/>
          <a:ext cx="0" cy="0"/>
          <a:chOff x="0" y="0"/>
          <a:chExt cx="0" cy="0"/>
        </a:xfrm>
      </p:grpSpPr>
      <p:sp>
        <p:nvSpPr>
          <p:cNvPr id="4215" name="Google Shape;4215;g395aec1eb4d_1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6" name="Google Shape;4216;g395aec1eb4d_1_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7" name="Google Shape;4217;g395aec1eb4d_1_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6" name="Shape 4296"/>
        <p:cNvGrpSpPr/>
        <p:nvPr/>
      </p:nvGrpSpPr>
      <p:grpSpPr>
        <a:xfrm>
          <a:off x="0" y="0"/>
          <a:ext cx="0" cy="0"/>
          <a:chOff x="0" y="0"/>
          <a:chExt cx="0" cy="0"/>
        </a:xfrm>
      </p:grpSpPr>
      <p:sp>
        <p:nvSpPr>
          <p:cNvPr id="4297" name="Google Shape;4297;g395aec1eb4d_1_303: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98" name="Google Shape;4298;g395aec1eb4d_1_303: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0" name="Shape 4310"/>
        <p:cNvGrpSpPr/>
        <p:nvPr/>
      </p:nvGrpSpPr>
      <p:grpSpPr>
        <a:xfrm>
          <a:off x="0" y="0"/>
          <a:ext cx="0" cy="0"/>
          <a:chOff x="0" y="0"/>
          <a:chExt cx="0" cy="0"/>
        </a:xfrm>
      </p:grpSpPr>
      <p:sp>
        <p:nvSpPr>
          <p:cNvPr id="4311" name="Google Shape;4311;g395aec1eb4d_1_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2" name="Google Shape;4312;g395aec1eb4d_1_3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3" name="Google Shape;4313;g395aec1eb4d_1_3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7" name="Shape 4317"/>
        <p:cNvGrpSpPr/>
        <p:nvPr/>
      </p:nvGrpSpPr>
      <p:grpSpPr>
        <a:xfrm>
          <a:off x="0" y="0"/>
          <a:ext cx="0" cy="0"/>
          <a:chOff x="0" y="0"/>
          <a:chExt cx="0" cy="0"/>
        </a:xfrm>
      </p:grpSpPr>
      <p:sp>
        <p:nvSpPr>
          <p:cNvPr id="4318" name="Google Shape;4318;g3cca5a8f521_1_116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9" name="Google Shape;4319;g3cca5a8f521_1_116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0" name="Google Shape;4320;g3cca5a8f521_1_116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0" name="Shape 4360"/>
        <p:cNvGrpSpPr/>
        <p:nvPr/>
      </p:nvGrpSpPr>
      <p:grpSpPr>
        <a:xfrm>
          <a:off x="0" y="0"/>
          <a:ext cx="0" cy="0"/>
          <a:chOff x="0" y="0"/>
          <a:chExt cx="0" cy="0"/>
        </a:xfrm>
      </p:grpSpPr>
      <p:sp>
        <p:nvSpPr>
          <p:cNvPr id="4361" name="Google Shape;4361;g395aec1eb4d_1_6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2" name="Google Shape;4362;g395aec1eb4d_1_6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3" name="Google Shape;4363;g395aec1eb4d_1_6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0" name="Shape 4370"/>
        <p:cNvGrpSpPr/>
        <p:nvPr/>
      </p:nvGrpSpPr>
      <p:grpSpPr>
        <a:xfrm>
          <a:off x="0" y="0"/>
          <a:ext cx="0" cy="0"/>
          <a:chOff x="0" y="0"/>
          <a:chExt cx="0" cy="0"/>
        </a:xfrm>
      </p:grpSpPr>
      <p:sp>
        <p:nvSpPr>
          <p:cNvPr id="4371" name="Google Shape;4371;g395aec1eb4d_1_3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2" name="Google Shape;4372;g395aec1eb4d_1_3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3" name="Google Shape;4373;g395aec1eb4d_1_3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5" name="Shape 4405"/>
        <p:cNvGrpSpPr/>
        <p:nvPr/>
      </p:nvGrpSpPr>
      <p:grpSpPr>
        <a:xfrm>
          <a:off x="0" y="0"/>
          <a:ext cx="0" cy="0"/>
          <a:chOff x="0" y="0"/>
          <a:chExt cx="0" cy="0"/>
        </a:xfrm>
      </p:grpSpPr>
      <p:sp>
        <p:nvSpPr>
          <p:cNvPr id="4406" name="Google Shape;4406;g395aec1eb4d_1_3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7" name="Google Shape;4407;g395aec1eb4d_1_3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8" name="Google Shape;4408;g395aec1eb4d_1_3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8" name="Shape 4438"/>
        <p:cNvGrpSpPr/>
        <p:nvPr/>
      </p:nvGrpSpPr>
      <p:grpSpPr>
        <a:xfrm>
          <a:off x="0" y="0"/>
          <a:ext cx="0" cy="0"/>
          <a:chOff x="0" y="0"/>
          <a:chExt cx="0" cy="0"/>
        </a:xfrm>
      </p:grpSpPr>
      <p:sp>
        <p:nvSpPr>
          <p:cNvPr id="4439" name="Google Shape;4439;g395aec1eb4d_1_4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0" name="Google Shape;4440;g395aec1eb4d_1_4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1" name="Google Shape;4441;g395aec1eb4d_1_4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1" name="Shape 4471"/>
        <p:cNvGrpSpPr/>
        <p:nvPr/>
      </p:nvGrpSpPr>
      <p:grpSpPr>
        <a:xfrm>
          <a:off x="0" y="0"/>
          <a:ext cx="0" cy="0"/>
          <a:chOff x="0" y="0"/>
          <a:chExt cx="0" cy="0"/>
        </a:xfrm>
      </p:grpSpPr>
      <p:sp>
        <p:nvSpPr>
          <p:cNvPr id="4472" name="Google Shape;4472;g395aec1eb4d_1_4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3" name="Google Shape;4473;g395aec1eb4d_1_4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4" name="Google Shape;4474;g395aec1eb4d_1_4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4" name="Shape 4504"/>
        <p:cNvGrpSpPr/>
        <p:nvPr/>
      </p:nvGrpSpPr>
      <p:grpSpPr>
        <a:xfrm>
          <a:off x="0" y="0"/>
          <a:ext cx="0" cy="0"/>
          <a:chOff x="0" y="0"/>
          <a:chExt cx="0" cy="0"/>
        </a:xfrm>
      </p:grpSpPr>
      <p:sp>
        <p:nvSpPr>
          <p:cNvPr id="4505" name="Google Shape;4505;g395aec1eb4d_1_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6" name="Google Shape;4506;g395aec1eb4d_1_4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7" name="Google Shape;4507;g395aec1eb4d_1_4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7" name="Shape 4537"/>
        <p:cNvGrpSpPr/>
        <p:nvPr/>
      </p:nvGrpSpPr>
      <p:grpSpPr>
        <a:xfrm>
          <a:off x="0" y="0"/>
          <a:ext cx="0" cy="0"/>
          <a:chOff x="0" y="0"/>
          <a:chExt cx="0" cy="0"/>
        </a:xfrm>
      </p:grpSpPr>
      <p:sp>
        <p:nvSpPr>
          <p:cNvPr id="4538" name="Google Shape;4538;g395aec1eb4d_1_4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9" name="Google Shape;4539;g395aec1eb4d_1_4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0" name="Google Shape;4540;g395aec1eb4d_1_4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0" name="Shape 4570"/>
        <p:cNvGrpSpPr/>
        <p:nvPr/>
      </p:nvGrpSpPr>
      <p:grpSpPr>
        <a:xfrm>
          <a:off x="0" y="0"/>
          <a:ext cx="0" cy="0"/>
          <a:chOff x="0" y="0"/>
          <a:chExt cx="0" cy="0"/>
        </a:xfrm>
      </p:grpSpPr>
      <p:sp>
        <p:nvSpPr>
          <p:cNvPr id="4571" name="Google Shape;4571;g395aec1eb4d_1_5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2" name="Google Shape;4572;g395aec1eb4d_1_5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3" name="Google Shape;4573;g395aec1eb4d_1_5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3" name="Shape 4603"/>
        <p:cNvGrpSpPr/>
        <p:nvPr/>
      </p:nvGrpSpPr>
      <p:grpSpPr>
        <a:xfrm>
          <a:off x="0" y="0"/>
          <a:ext cx="0" cy="0"/>
          <a:chOff x="0" y="0"/>
          <a:chExt cx="0" cy="0"/>
        </a:xfrm>
      </p:grpSpPr>
      <p:sp>
        <p:nvSpPr>
          <p:cNvPr id="4604" name="Google Shape;4604;g395aec1eb4d_1_5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5" name="Google Shape;4605;g395aec1eb4d_1_5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6" name="Google Shape;4606;g395aec1eb4d_1_5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6" name="Shape 4636"/>
        <p:cNvGrpSpPr/>
        <p:nvPr/>
      </p:nvGrpSpPr>
      <p:grpSpPr>
        <a:xfrm>
          <a:off x="0" y="0"/>
          <a:ext cx="0" cy="0"/>
          <a:chOff x="0" y="0"/>
          <a:chExt cx="0" cy="0"/>
        </a:xfrm>
      </p:grpSpPr>
      <p:sp>
        <p:nvSpPr>
          <p:cNvPr id="4637" name="Google Shape;4637;g395aec1eb4d_1_5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8" name="Google Shape;4638;g395aec1eb4d_1_5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9" name="Google Shape;4639;g395aec1eb4d_1_5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9" name="Shape 4669"/>
        <p:cNvGrpSpPr/>
        <p:nvPr/>
      </p:nvGrpSpPr>
      <p:grpSpPr>
        <a:xfrm>
          <a:off x="0" y="0"/>
          <a:ext cx="0" cy="0"/>
          <a:chOff x="0" y="0"/>
          <a:chExt cx="0" cy="0"/>
        </a:xfrm>
      </p:grpSpPr>
      <p:sp>
        <p:nvSpPr>
          <p:cNvPr id="4670" name="Google Shape;467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1" name="Google Shape;467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2" name="Google Shape;467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6" name="Shape 4676"/>
        <p:cNvGrpSpPr/>
        <p:nvPr/>
      </p:nvGrpSpPr>
      <p:grpSpPr>
        <a:xfrm>
          <a:off x="0" y="0"/>
          <a:ext cx="0" cy="0"/>
          <a:chOff x="0" y="0"/>
          <a:chExt cx="0" cy="0"/>
        </a:xfrm>
      </p:grpSpPr>
      <p:sp>
        <p:nvSpPr>
          <p:cNvPr id="4677" name="Google Shape;4677;g3cca5a8f521_1_10297: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8" name="Google Shape;4678;g3cca5a8f521_1_10297: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3" name="Shape 4893"/>
        <p:cNvGrpSpPr/>
        <p:nvPr/>
      </p:nvGrpSpPr>
      <p:grpSpPr>
        <a:xfrm>
          <a:off x="0" y="0"/>
          <a:ext cx="0" cy="0"/>
          <a:chOff x="0" y="0"/>
          <a:chExt cx="0" cy="0"/>
        </a:xfrm>
      </p:grpSpPr>
      <p:sp>
        <p:nvSpPr>
          <p:cNvPr id="4894" name="Google Shape;4894;g3cc8d448b5b_12_6467: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5" name="Google Shape;4895;g3cc8d448b5b_12_6467: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8" name="Shape 4948"/>
        <p:cNvGrpSpPr/>
        <p:nvPr/>
      </p:nvGrpSpPr>
      <p:grpSpPr>
        <a:xfrm>
          <a:off x="0" y="0"/>
          <a:ext cx="0" cy="0"/>
          <a:chOff x="0" y="0"/>
          <a:chExt cx="0" cy="0"/>
        </a:xfrm>
      </p:grpSpPr>
      <p:sp>
        <p:nvSpPr>
          <p:cNvPr id="4949" name="Google Shape;4949;g3cca5a8f521_1_989: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0" name="Google Shape;4950;g3cca5a8f521_1_989: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1.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1.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1.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1.pn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6.png"/><Relationship Id="rId3" Type="http://schemas.openxmlformats.org/officeDocument/2006/relationships/image" Target="../media/image1.png"/></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6.png"/><Relationship Id="rId3" Type="http://schemas.openxmlformats.org/officeDocument/2006/relationships/image" Target="../media/image1.png"/></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solidFill>
          <a:schemeClr val="accent1"/>
        </a:solidFill>
      </p:bgPr>
    </p:bg>
    <p:spTree>
      <p:nvGrpSpPr>
        <p:cNvPr id="13" name="Shape 13"/>
        <p:cNvGrpSpPr/>
        <p:nvPr/>
      </p:nvGrpSpPr>
      <p:grpSpPr>
        <a:xfrm>
          <a:off x="0" y="0"/>
          <a:ext cx="0" cy="0"/>
          <a:chOff x="0" y="0"/>
          <a:chExt cx="0" cy="0"/>
        </a:xfrm>
      </p:grpSpPr>
      <p:sp>
        <p:nvSpPr>
          <p:cNvPr id="14" name="Google Shape;14;p2"/>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txBox="1"/>
          <p:nvPr>
            <p:ph idx="12" type="sldNum"/>
          </p:nvPr>
        </p:nvSpPr>
        <p:spPr>
          <a:xfrm>
            <a:off x="8722877"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8" name="Google Shape;18;p2"/>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55">
          <p15:clr>
            <a:srgbClr val="E46962"/>
          </p15:clr>
        </p15:guide>
        <p15:guide id="2" orient="horz" pos="3122">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arge text 1">
  <p:cSld name="SECTION_HEADER_2_1">
    <p:bg>
      <p:bgPr>
        <a:solidFill>
          <a:srgbClr val="F2F8F3"/>
        </a:solidFill>
      </p:bgPr>
    </p:bg>
    <p:spTree>
      <p:nvGrpSpPr>
        <p:cNvPr id="19" name="Shape 19"/>
        <p:cNvGrpSpPr/>
        <p:nvPr/>
      </p:nvGrpSpPr>
      <p:grpSpPr>
        <a:xfrm>
          <a:off x="0" y="0"/>
          <a:ext cx="0" cy="0"/>
          <a:chOff x="0" y="0"/>
          <a:chExt cx="0" cy="0"/>
        </a:xfrm>
      </p:grpSpPr>
      <p:sp>
        <p:nvSpPr>
          <p:cNvPr id="20" name="Google Shape;20;p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a:off x="7970700" y="0"/>
            <a:ext cx="1173300" cy="759900"/>
          </a:xfrm>
          <a:prstGeom prst="roundRect">
            <a:avLst>
              <a:gd fmla="val 37011"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3"/>
          <p:cNvSpPr/>
          <p:nvPr/>
        </p:nvSpPr>
        <p:spPr>
          <a:xfrm>
            <a:off x="212550" y="173775"/>
            <a:ext cx="1321500" cy="282600"/>
          </a:xfrm>
          <a:prstGeom prst="roundRect">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sp>
        <p:nvSpPr>
          <p:cNvPr id="23" name="Google Shape;23;p3"/>
          <p:cNvSpPr txBox="1"/>
          <p:nvPr>
            <p:ph type="title"/>
          </p:nvPr>
        </p:nvSpPr>
        <p:spPr>
          <a:xfrm>
            <a:off x="343800" y="11248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9pPr>
          </a:lstStyle>
          <a:p/>
        </p:txBody>
      </p:sp>
      <p:sp>
        <p:nvSpPr>
          <p:cNvPr id="24" name="Google Shape;24;p3"/>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dk2"/>
                </a:solidFill>
                <a:latin typeface="Inter"/>
                <a:ea typeface="Inter"/>
                <a:cs typeface="Inter"/>
                <a:sym typeface="Inter"/>
              </a:rPr>
              <a:t>‹#›</a:t>
            </a:fld>
            <a:endParaRPr b="1" i="0" sz="800" u="none" cap="none" strike="noStrike">
              <a:solidFill>
                <a:schemeClr val="dk2"/>
              </a:solidFill>
              <a:latin typeface="Inter"/>
              <a:ea typeface="Inter"/>
              <a:cs typeface="Inter"/>
              <a:sym typeface="Inter"/>
            </a:endParaRPr>
          </a:p>
        </p:txBody>
      </p:sp>
      <p:pic>
        <p:nvPicPr>
          <p:cNvPr id="25" name="Google Shape;25;p3"/>
          <p:cNvPicPr preferRelativeResize="0"/>
          <p:nvPr/>
        </p:nvPicPr>
        <p:blipFill rotWithShape="1">
          <a:blip r:embed="rId2">
            <a:alphaModFix/>
          </a:blip>
          <a:srcRect b="0" l="0" r="0" t="0"/>
          <a:stretch/>
        </p:blipFill>
        <p:spPr>
          <a:xfrm>
            <a:off x="7973000" y="221840"/>
            <a:ext cx="958045" cy="170225"/>
          </a:xfrm>
          <a:prstGeom prst="rect">
            <a:avLst/>
          </a:prstGeom>
          <a:noFill/>
          <a:ln>
            <a:noFill/>
          </a:ln>
        </p:spPr>
      </p:pic>
    </p:spTree>
  </p:cSld>
  <p:clrMapOvr>
    <a:masterClrMapping/>
  </p:clrMapOvr>
  <p:extLst>
    <p:ext uri="{DCECCB84-F9BA-43D5-87BE-67443E8EF086}">
      <p15:sldGuideLst>
        <p15:guide id="1" pos="1212">
          <p15:clr>
            <a:srgbClr val="F9AD4C"/>
          </p15:clr>
        </p15:guide>
        <p15:guide id="2" pos="1379">
          <p15:clr>
            <a:srgbClr val="F9AD4C"/>
          </p15:clr>
        </p15:guide>
        <p15:guide id="3" pos="2268">
          <p15:clr>
            <a:srgbClr val="F9AD4C"/>
          </p15:clr>
        </p15:guide>
        <p15:guide id="4" pos="2438">
          <p15:clr>
            <a:srgbClr val="F9AD4C"/>
          </p15:clr>
        </p15:guide>
        <p15:guide id="5" pos="3331">
          <p15:clr>
            <a:srgbClr val="F9AD4C"/>
          </p15:clr>
        </p15:guide>
        <p15:guide id="6" pos="3492">
          <p15:clr>
            <a:srgbClr val="F9AD4C"/>
          </p15:clr>
        </p15:guide>
        <p15:guide id="7" pos="4381">
          <p15:clr>
            <a:srgbClr val="F9AD4C"/>
          </p15:clr>
        </p15:guide>
        <p15:guide id="8" pos="4548">
          <p15:clr>
            <a:srgbClr val="F9AD4C"/>
          </p15:clr>
        </p15:guide>
        <p15:guide id="9" orient="horz" pos="397">
          <p15:clr>
            <a:srgbClr val="F9AD4C"/>
          </p15:clr>
        </p15:guide>
        <p15:guide id="10" orient="horz" pos="792">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3 1 1 1">
  <p:cSld name="TITLE_2_3_1_1_1">
    <p:bg>
      <p:bgPr>
        <a:solidFill>
          <a:schemeClr val="dk2"/>
        </a:solidFill>
      </p:bgPr>
    </p:bg>
    <p:spTree>
      <p:nvGrpSpPr>
        <p:cNvPr id="26" name="Shape 26"/>
        <p:cNvGrpSpPr/>
        <p:nvPr/>
      </p:nvGrpSpPr>
      <p:grpSpPr>
        <a:xfrm>
          <a:off x="0" y="0"/>
          <a:ext cx="0" cy="0"/>
          <a:chOff x="0" y="0"/>
          <a:chExt cx="0" cy="0"/>
        </a:xfrm>
      </p:grpSpPr>
      <p:sp>
        <p:nvSpPr>
          <p:cNvPr id="27" name="Google Shape;27;p4"/>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
          <p:cNvSpPr txBox="1"/>
          <p:nvPr>
            <p:ph type="title"/>
          </p:nvPr>
        </p:nvSpPr>
        <p:spPr>
          <a:xfrm>
            <a:off x="343800" y="1322225"/>
            <a:ext cx="8456400" cy="1089600"/>
          </a:xfrm>
          <a:prstGeom prst="rect">
            <a:avLst/>
          </a:prstGeom>
          <a:noFill/>
          <a:ln>
            <a:noFill/>
          </a:ln>
        </p:spPr>
        <p:txBody>
          <a:bodyPr anchorCtr="0" anchor="t" bIns="91425" lIns="0" spcFirstLastPara="1" rIns="91425" wrap="square" tIns="91425">
            <a:normAutofit/>
          </a:bodyPr>
          <a:lstStyle>
            <a:lvl1pPr lvl="0"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1pPr>
            <a:lvl2pPr lvl="1"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2pPr>
            <a:lvl3pPr lvl="2"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3pPr>
            <a:lvl4pPr lvl="3"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4pPr>
            <a:lvl5pPr lvl="4"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5pPr>
            <a:lvl6pPr lvl="5"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6pPr>
            <a:lvl7pPr lvl="6"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7pPr>
            <a:lvl8pPr lvl="7"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8pPr>
            <a:lvl9pPr lvl="8"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9pPr>
          </a:lstStyle>
          <a:p/>
        </p:txBody>
      </p:sp>
      <p:sp>
        <p:nvSpPr>
          <p:cNvPr id="30" name="Google Shape;30;p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1" name="Google Shape;31;p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2" name="Google Shape;32;p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3 1 2">
  <p:cSld name="TITLE_2_3_1_2">
    <p:bg>
      <p:bgPr>
        <a:solidFill>
          <a:schemeClr val="accent1"/>
        </a:solidFill>
      </p:bgPr>
    </p:bg>
    <p:spTree>
      <p:nvGrpSpPr>
        <p:cNvPr id="33" name="Shape 33"/>
        <p:cNvGrpSpPr/>
        <p:nvPr/>
      </p:nvGrpSpPr>
      <p:grpSpPr>
        <a:xfrm>
          <a:off x="0" y="0"/>
          <a:ext cx="0" cy="0"/>
          <a:chOff x="0" y="0"/>
          <a:chExt cx="0" cy="0"/>
        </a:xfrm>
      </p:grpSpPr>
      <p:sp>
        <p:nvSpPr>
          <p:cNvPr id="34" name="Google Shape;34;p5"/>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5"/>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
          <p:cNvSpPr txBox="1"/>
          <p:nvPr>
            <p:ph type="title"/>
          </p:nvPr>
        </p:nvSpPr>
        <p:spPr>
          <a:xfrm>
            <a:off x="343800" y="149367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9pPr>
          </a:lstStyle>
          <a:p/>
        </p:txBody>
      </p:sp>
      <p:sp>
        <p:nvSpPr>
          <p:cNvPr id="37" name="Google Shape;37;p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8" name="Google Shape;38;p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9" name="Google Shape;39;p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1 1">
  <p:cSld name="TITLE_2_1_1_1_1_3_1">
    <p:bg>
      <p:bgPr>
        <a:solidFill>
          <a:schemeClr val="accent1"/>
        </a:solidFill>
      </p:bgPr>
    </p:bg>
    <p:spTree>
      <p:nvGrpSpPr>
        <p:cNvPr id="40" name="Shape 40"/>
        <p:cNvGrpSpPr/>
        <p:nvPr/>
      </p:nvGrpSpPr>
      <p:grpSpPr>
        <a:xfrm>
          <a:off x="0" y="0"/>
          <a:ext cx="0" cy="0"/>
          <a:chOff x="0" y="0"/>
          <a:chExt cx="0" cy="0"/>
        </a:xfrm>
      </p:grpSpPr>
      <p:sp>
        <p:nvSpPr>
          <p:cNvPr id="41" name="Google Shape;41;p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6"/>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45" name="Google Shape;45;p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46" name="Google Shape;46;p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6"/>
          <p:cNvSpPr txBox="1"/>
          <p:nvPr>
            <p:ph type="title"/>
          </p:nvPr>
        </p:nvSpPr>
        <p:spPr>
          <a:xfrm>
            <a:off x="314275" y="11258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48" name="Google Shape;48;p6"/>
          <p:cNvSpPr txBox="1"/>
          <p:nvPr>
            <p:ph idx="1" type="body"/>
          </p:nvPr>
        </p:nvSpPr>
        <p:spPr>
          <a:xfrm>
            <a:off x="314275" y="263657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49" name="Google Shape;49;p6"/>
          <p:cNvSpPr txBox="1"/>
          <p:nvPr>
            <p:ph idx="2" type="subTitle"/>
          </p:nvPr>
        </p:nvSpPr>
        <p:spPr>
          <a:xfrm>
            <a:off x="314275" y="228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2 1 1">
  <p:cSld name="TITLE_2_2_2_1_1">
    <p:bg>
      <p:bgPr>
        <a:solidFill>
          <a:schemeClr val="dk2"/>
        </a:solidFill>
      </p:bgPr>
    </p:bg>
    <p:spTree>
      <p:nvGrpSpPr>
        <p:cNvPr id="50" name="Shape 50"/>
        <p:cNvGrpSpPr/>
        <p:nvPr/>
      </p:nvGrpSpPr>
      <p:grpSpPr>
        <a:xfrm>
          <a:off x="0" y="0"/>
          <a:ext cx="0" cy="0"/>
          <a:chOff x="0" y="0"/>
          <a:chExt cx="0" cy="0"/>
        </a:xfrm>
      </p:grpSpPr>
      <p:sp>
        <p:nvSpPr>
          <p:cNvPr id="51" name="Google Shape;51;p7"/>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52" name="Google Shape;52;p7"/>
          <p:cNvSpPr txBox="1"/>
          <p:nvPr>
            <p:ph idx="1" type="body"/>
          </p:nvPr>
        </p:nvSpPr>
        <p:spPr>
          <a:xfrm>
            <a:off x="1823850" y="164637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53" name="Google Shape;53;p7"/>
          <p:cNvSpPr txBox="1"/>
          <p:nvPr>
            <p:ph idx="2" type="body"/>
          </p:nvPr>
        </p:nvSpPr>
        <p:spPr>
          <a:xfrm>
            <a:off x="1823850" y="2559550"/>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54" name="Google Shape;54;p7"/>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7"/>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7"/>
          <p:cNvSpPr txBox="1"/>
          <p:nvPr>
            <p:ph idx="3" type="body"/>
          </p:nvPr>
        </p:nvSpPr>
        <p:spPr>
          <a:xfrm>
            <a:off x="1823850" y="347272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57" name="Google Shape;57;p7"/>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59" name="Google Shape;59;p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60" name="Google Shape;60;p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2 1 1 1">
  <p:cSld name="TITLE_2_2_2_1_1_1">
    <p:bg>
      <p:bgPr>
        <a:solidFill>
          <a:schemeClr val="accent1"/>
        </a:solidFill>
      </p:bgPr>
    </p:bg>
    <p:spTree>
      <p:nvGrpSpPr>
        <p:cNvPr id="61" name="Shape 61"/>
        <p:cNvGrpSpPr/>
        <p:nvPr/>
      </p:nvGrpSpPr>
      <p:grpSpPr>
        <a:xfrm>
          <a:off x="0" y="0"/>
          <a:ext cx="0" cy="0"/>
          <a:chOff x="0" y="0"/>
          <a:chExt cx="0" cy="0"/>
        </a:xfrm>
      </p:grpSpPr>
      <p:sp>
        <p:nvSpPr>
          <p:cNvPr id="62" name="Google Shape;62;p8"/>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8"/>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65" name="Google Shape;65;p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66" name="Google Shape;66;p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67" name="Google Shape;67;p8"/>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1">
  <p:cSld name="TITLE_2_2_1_2_1">
    <p:bg>
      <p:bgPr>
        <a:solidFill>
          <a:schemeClr val="dk2"/>
        </a:solidFill>
      </p:bgPr>
    </p:bg>
    <p:spTree>
      <p:nvGrpSpPr>
        <p:cNvPr id="68" name="Shape 68"/>
        <p:cNvGrpSpPr/>
        <p:nvPr/>
      </p:nvGrpSpPr>
      <p:grpSpPr>
        <a:xfrm>
          <a:off x="0" y="0"/>
          <a:ext cx="0" cy="0"/>
          <a:chOff x="0" y="0"/>
          <a:chExt cx="0" cy="0"/>
        </a:xfrm>
      </p:grpSpPr>
      <p:sp>
        <p:nvSpPr>
          <p:cNvPr id="69" name="Google Shape;69;p9"/>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9"/>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9"/>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72" name="Google Shape;72;p9"/>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73" name="Google Shape;73;p9"/>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75" name="Google Shape;75;p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76" name="Google Shape;76;p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2">
  <p:cSld name="TITLE_2_1_1_1_1_2_1_1_2">
    <p:bg>
      <p:bgPr>
        <a:solidFill>
          <a:schemeClr val="accent1"/>
        </a:solidFill>
      </p:bgPr>
    </p:bg>
    <p:spTree>
      <p:nvGrpSpPr>
        <p:cNvPr id="77" name="Shape 77"/>
        <p:cNvGrpSpPr/>
        <p:nvPr/>
      </p:nvGrpSpPr>
      <p:grpSpPr>
        <a:xfrm>
          <a:off x="0" y="0"/>
          <a:ext cx="0" cy="0"/>
          <a:chOff x="0" y="0"/>
          <a:chExt cx="0" cy="0"/>
        </a:xfrm>
      </p:grpSpPr>
      <p:sp>
        <p:nvSpPr>
          <p:cNvPr id="78" name="Google Shape;78;p10"/>
          <p:cNvSpPr/>
          <p:nvPr>
            <p:ph idx="2" type="pic"/>
          </p:nvPr>
        </p:nvSpPr>
        <p:spPr>
          <a:xfrm>
            <a:off x="0" y="-6600"/>
            <a:ext cx="9144000" cy="5156700"/>
          </a:xfrm>
          <a:prstGeom prst="round1Rect">
            <a:avLst>
              <a:gd fmla="val 5365" name="adj"/>
            </a:avLst>
          </a:prstGeom>
          <a:noFill/>
          <a:ln>
            <a:noFill/>
          </a:ln>
        </p:spPr>
      </p:sp>
      <p:sp>
        <p:nvSpPr>
          <p:cNvPr id="79" name="Google Shape;79;p10"/>
          <p:cNvSpPr/>
          <p:nvPr/>
        </p:nvSpPr>
        <p:spPr>
          <a:xfrm>
            <a:off x="212550" y="766200"/>
            <a:ext cx="47595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0"/>
          <p:cNvSpPr txBox="1"/>
          <p:nvPr>
            <p:ph type="title"/>
          </p:nvPr>
        </p:nvSpPr>
        <p:spPr>
          <a:xfrm>
            <a:off x="414425" y="118280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81" name="Google Shape;81;p10"/>
          <p:cNvSpPr txBox="1"/>
          <p:nvPr>
            <p:ph idx="1" type="subTitle"/>
          </p:nvPr>
        </p:nvSpPr>
        <p:spPr>
          <a:xfrm>
            <a:off x="414425" y="235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82" name="Google Shape;82;p10"/>
          <p:cNvSpPr txBox="1"/>
          <p:nvPr>
            <p:ph idx="3" type="body"/>
          </p:nvPr>
        </p:nvSpPr>
        <p:spPr>
          <a:xfrm>
            <a:off x="414425" y="2726125"/>
            <a:ext cx="3516300" cy="207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83" name="Google Shape;83;p1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84" name="Google Shape;84;p1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85" name="Google Shape;85;p1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pic>
        <p:nvPicPr>
          <p:cNvPr id="86" name="Google Shape;86;p10"/>
          <p:cNvPicPr preferRelativeResize="0"/>
          <p:nvPr/>
        </p:nvPicPr>
        <p:blipFill rotWithShape="1">
          <a:blip r:embed="rId3">
            <a:alphaModFix/>
          </a:blip>
          <a:srcRect b="0" l="0" r="0" t="0"/>
          <a:stretch/>
        </p:blipFill>
        <p:spPr>
          <a:xfrm>
            <a:off x="8861400" y="0"/>
            <a:ext cx="282600" cy="2826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3">
  <p:cSld name="TITLE_2_1_1_1_1_2_1_1_1_1_1_1_1_1_3">
    <p:bg>
      <p:bgPr>
        <a:solidFill>
          <a:schemeClr val="accent1"/>
        </a:solidFill>
      </p:bgPr>
    </p:bg>
    <p:spTree>
      <p:nvGrpSpPr>
        <p:cNvPr id="87" name="Shape 87"/>
        <p:cNvGrpSpPr/>
        <p:nvPr/>
      </p:nvGrpSpPr>
      <p:grpSpPr>
        <a:xfrm>
          <a:off x="0" y="0"/>
          <a:ext cx="0" cy="0"/>
          <a:chOff x="0" y="0"/>
          <a:chExt cx="0" cy="0"/>
        </a:xfrm>
      </p:grpSpPr>
      <p:sp>
        <p:nvSpPr>
          <p:cNvPr id="88" name="Google Shape;88;p11"/>
          <p:cNvSpPr/>
          <p:nvPr>
            <p:ph idx="2" type="pic"/>
          </p:nvPr>
        </p:nvSpPr>
        <p:spPr>
          <a:xfrm>
            <a:off x="212550" y="766200"/>
            <a:ext cx="3933000" cy="3933600"/>
          </a:xfrm>
          <a:prstGeom prst="roundRect">
            <a:avLst>
              <a:gd fmla="val 3888" name="adj"/>
            </a:avLst>
          </a:prstGeom>
          <a:noFill/>
          <a:ln>
            <a:noFill/>
          </a:ln>
        </p:spPr>
      </p:sp>
      <p:sp>
        <p:nvSpPr>
          <p:cNvPr id="89" name="Google Shape;89;p11"/>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1"/>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1"/>
          <p:cNvSpPr txBox="1"/>
          <p:nvPr>
            <p:ph idx="1" type="subTitle"/>
          </p:nvPr>
        </p:nvSpPr>
        <p:spPr>
          <a:xfrm>
            <a:off x="4312250" y="1851613"/>
            <a:ext cx="2949000" cy="4452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900"/>
              <a:buFont typeface="Inter Black"/>
              <a:buNone/>
              <a:defRPr sz="1900">
                <a:latin typeface="Inter Black"/>
                <a:ea typeface="Inter Black"/>
                <a:cs typeface="Inter Black"/>
                <a:sym typeface="Inter Black"/>
              </a:defRPr>
            </a:lvl1pPr>
            <a:lvl2pPr lvl="1" algn="l">
              <a:lnSpc>
                <a:spcPct val="100000"/>
              </a:lnSpc>
              <a:spcBef>
                <a:spcPts val="0"/>
              </a:spcBef>
              <a:spcAft>
                <a:spcPts val="0"/>
              </a:spcAft>
              <a:buSzPts val="1900"/>
              <a:buFont typeface="Inter Black"/>
              <a:buNone/>
              <a:defRPr sz="1900">
                <a:latin typeface="Inter Black"/>
                <a:ea typeface="Inter Black"/>
                <a:cs typeface="Inter Black"/>
                <a:sym typeface="Inter Black"/>
              </a:defRPr>
            </a:lvl2pPr>
            <a:lvl3pPr lvl="2" algn="l">
              <a:lnSpc>
                <a:spcPct val="100000"/>
              </a:lnSpc>
              <a:spcBef>
                <a:spcPts val="0"/>
              </a:spcBef>
              <a:spcAft>
                <a:spcPts val="0"/>
              </a:spcAft>
              <a:buSzPts val="1900"/>
              <a:buFont typeface="Inter Black"/>
              <a:buNone/>
              <a:defRPr sz="1900">
                <a:latin typeface="Inter Black"/>
                <a:ea typeface="Inter Black"/>
                <a:cs typeface="Inter Black"/>
                <a:sym typeface="Inter Black"/>
              </a:defRPr>
            </a:lvl3pPr>
            <a:lvl4pPr lvl="3" algn="l">
              <a:lnSpc>
                <a:spcPct val="100000"/>
              </a:lnSpc>
              <a:spcBef>
                <a:spcPts val="0"/>
              </a:spcBef>
              <a:spcAft>
                <a:spcPts val="0"/>
              </a:spcAft>
              <a:buSzPts val="1900"/>
              <a:buFont typeface="Inter Black"/>
              <a:buNone/>
              <a:defRPr sz="1900">
                <a:latin typeface="Inter Black"/>
                <a:ea typeface="Inter Black"/>
                <a:cs typeface="Inter Black"/>
                <a:sym typeface="Inter Black"/>
              </a:defRPr>
            </a:lvl4pPr>
            <a:lvl5pPr lvl="4" algn="l">
              <a:lnSpc>
                <a:spcPct val="100000"/>
              </a:lnSpc>
              <a:spcBef>
                <a:spcPts val="0"/>
              </a:spcBef>
              <a:spcAft>
                <a:spcPts val="0"/>
              </a:spcAft>
              <a:buSzPts val="1900"/>
              <a:buFont typeface="Inter Black"/>
              <a:buNone/>
              <a:defRPr sz="1900">
                <a:latin typeface="Inter Black"/>
                <a:ea typeface="Inter Black"/>
                <a:cs typeface="Inter Black"/>
                <a:sym typeface="Inter Black"/>
              </a:defRPr>
            </a:lvl5pPr>
            <a:lvl6pPr lvl="5" algn="l">
              <a:lnSpc>
                <a:spcPct val="100000"/>
              </a:lnSpc>
              <a:spcBef>
                <a:spcPts val="0"/>
              </a:spcBef>
              <a:spcAft>
                <a:spcPts val="0"/>
              </a:spcAft>
              <a:buSzPts val="1900"/>
              <a:buFont typeface="Inter Black"/>
              <a:buNone/>
              <a:defRPr sz="1900">
                <a:latin typeface="Inter Black"/>
                <a:ea typeface="Inter Black"/>
                <a:cs typeface="Inter Black"/>
                <a:sym typeface="Inter Black"/>
              </a:defRPr>
            </a:lvl6pPr>
            <a:lvl7pPr lvl="6" algn="l">
              <a:lnSpc>
                <a:spcPct val="100000"/>
              </a:lnSpc>
              <a:spcBef>
                <a:spcPts val="0"/>
              </a:spcBef>
              <a:spcAft>
                <a:spcPts val="0"/>
              </a:spcAft>
              <a:buSzPts val="1900"/>
              <a:buFont typeface="Inter Black"/>
              <a:buNone/>
              <a:defRPr sz="1900">
                <a:latin typeface="Inter Black"/>
                <a:ea typeface="Inter Black"/>
                <a:cs typeface="Inter Black"/>
                <a:sym typeface="Inter Black"/>
              </a:defRPr>
            </a:lvl7pPr>
            <a:lvl8pPr lvl="7" algn="l">
              <a:lnSpc>
                <a:spcPct val="100000"/>
              </a:lnSpc>
              <a:spcBef>
                <a:spcPts val="0"/>
              </a:spcBef>
              <a:spcAft>
                <a:spcPts val="0"/>
              </a:spcAft>
              <a:buSzPts val="1900"/>
              <a:buFont typeface="Inter Black"/>
              <a:buNone/>
              <a:defRPr sz="1900">
                <a:latin typeface="Inter Black"/>
                <a:ea typeface="Inter Black"/>
                <a:cs typeface="Inter Black"/>
                <a:sym typeface="Inter Black"/>
              </a:defRPr>
            </a:lvl8pPr>
            <a:lvl9pPr lvl="8" algn="l">
              <a:lnSpc>
                <a:spcPct val="100000"/>
              </a:lnSpc>
              <a:spcBef>
                <a:spcPts val="0"/>
              </a:spcBef>
              <a:spcAft>
                <a:spcPts val="0"/>
              </a:spcAft>
              <a:buSzPts val="1900"/>
              <a:buFont typeface="Inter Black"/>
              <a:buNone/>
              <a:defRPr sz="1900">
                <a:latin typeface="Inter Black"/>
                <a:ea typeface="Inter Black"/>
                <a:cs typeface="Inter Black"/>
                <a:sym typeface="Inter Black"/>
              </a:defRPr>
            </a:lvl9pPr>
          </a:lstStyle>
          <a:p/>
        </p:txBody>
      </p:sp>
      <p:sp>
        <p:nvSpPr>
          <p:cNvPr id="92" name="Google Shape;92;p11"/>
          <p:cNvSpPr txBox="1"/>
          <p:nvPr>
            <p:ph idx="3" type="body"/>
          </p:nvPr>
        </p:nvSpPr>
        <p:spPr>
          <a:xfrm>
            <a:off x="4312250" y="2323600"/>
            <a:ext cx="4230900" cy="2050500"/>
          </a:xfrm>
          <a:prstGeom prst="rect">
            <a:avLst/>
          </a:prstGeom>
          <a:noFill/>
          <a:ln>
            <a:noFill/>
          </a:ln>
        </p:spPr>
        <p:txBody>
          <a:bodyPr anchorCtr="0" anchor="t" bIns="91425" lIns="0" spcFirstLastPara="1" rIns="91425" wrap="square" tIns="0">
            <a:no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93" name="Google Shape;93;p11"/>
          <p:cNvSpPr txBox="1"/>
          <p:nvPr>
            <p:ph type="title"/>
          </p:nvPr>
        </p:nvSpPr>
        <p:spPr>
          <a:xfrm>
            <a:off x="4312250" y="672750"/>
            <a:ext cx="46164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94" name="Google Shape;94;p11"/>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96" name="Google Shape;96;p1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97" name="Google Shape;97;p1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3 1">
  <p:cSld name="TITLE_2_1_1_1_1_2_1_1_1_1_1_1_1_1_3_1">
    <p:bg>
      <p:bgPr>
        <a:solidFill>
          <a:schemeClr val="accent1"/>
        </a:solidFill>
      </p:bgPr>
    </p:bg>
    <p:spTree>
      <p:nvGrpSpPr>
        <p:cNvPr id="98" name="Shape 98"/>
        <p:cNvGrpSpPr/>
        <p:nvPr/>
      </p:nvGrpSpPr>
      <p:grpSpPr>
        <a:xfrm>
          <a:off x="0" y="0"/>
          <a:ext cx="0" cy="0"/>
          <a:chOff x="0" y="0"/>
          <a:chExt cx="0" cy="0"/>
        </a:xfrm>
      </p:grpSpPr>
      <p:sp>
        <p:nvSpPr>
          <p:cNvPr id="99" name="Google Shape;99;p12"/>
          <p:cNvSpPr/>
          <p:nvPr>
            <p:ph idx="2" type="pic"/>
          </p:nvPr>
        </p:nvSpPr>
        <p:spPr>
          <a:xfrm>
            <a:off x="212550" y="766200"/>
            <a:ext cx="3933000" cy="3933600"/>
          </a:xfrm>
          <a:prstGeom prst="roundRect">
            <a:avLst>
              <a:gd fmla="val 3888" name="adj"/>
            </a:avLst>
          </a:prstGeom>
          <a:noFill/>
          <a:ln>
            <a:noFill/>
          </a:ln>
        </p:spPr>
      </p:sp>
      <p:sp>
        <p:nvSpPr>
          <p:cNvPr id="100" name="Google Shape;100;p12"/>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2"/>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2"/>
          <p:cNvSpPr txBox="1"/>
          <p:nvPr>
            <p:ph idx="1" type="subTitle"/>
          </p:nvPr>
        </p:nvSpPr>
        <p:spPr>
          <a:xfrm>
            <a:off x="4312250" y="1946738"/>
            <a:ext cx="2949000" cy="4452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1pPr>
            <a:lvl2pPr lvl="1"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2pPr>
            <a:lvl3pPr lvl="2"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3pPr>
            <a:lvl4pPr lvl="3"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4pPr>
            <a:lvl5pPr lvl="4"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5pPr>
            <a:lvl6pPr lvl="5"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6pPr>
            <a:lvl7pPr lvl="6"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7pPr>
            <a:lvl8pPr lvl="7"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8pPr>
            <a:lvl9pPr lvl="8"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9pPr>
          </a:lstStyle>
          <a:p/>
        </p:txBody>
      </p:sp>
      <p:sp>
        <p:nvSpPr>
          <p:cNvPr id="103" name="Google Shape;103;p12"/>
          <p:cNvSpPr txBox="1"/>
          <p:nvPr>
            <p:ph idx="3" type="body"/>
          </p:nvPr>
        </p:nvSpPr>
        <p:spPr>
          <a:xfrm>
            <a:off x="4312250" y="2418725"/>
            <a:ext cx="4230900" cy="2050500"/>
          </a:xfrm>
          <a:prstGeom prst="rect">
            <a:avLst/>
          </a:prstGeom>
          <a:noFill/>
          <a:ln>
            <a:noFill/>
          </a:ln>
        </p:spPr>
        <p:txBody>
          <a:bodyPr anchorCtr="0" anchor="t" bIns="91425" lIns="0" spcFirstLastPara="1" rIns="91425" wrap="square" tIns="0">
            <a:no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104" name="Google Shape;104;p12"/>
          <p:cNvSpPr txBox="1"/>
          <p:nvPr>
            <p:ph type="title"/>
          </p:nvPr>
        </p:nvSpPr>
        <p:spPr>
          <a:xfrm>
            <a:off x="4312250" y="767875"/>
            <a:ext cx="46164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05" name="Google Shape;105;p1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06" name="Google Shape;106;p1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07" name="Google Shape;107;p1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1 1">
  <p:cSld name="TITLE_2_2_1_2_1_1">
    <p:bg>
      <p:bgPr>
        <a:solidFill>
          <a:schemeClr val="dk2"/>
        </a:solidFill>
      </p:bgPr>
    </p:bg>
    <p:spTree>
      <p:nvGrpSpPr>
        <p:cNvPr id="108" name="Shape 108"/>
        <p:cNvGrpSpPr/>
        <p:nvPr/>
      </p:nvGrpSpPr>
      <p:grpSpPr>
        <a:xfrm>
          <a:off x="0" y="0"/>
          <a:ext cx="0" cy="0"/>
          <a:chOff x="0" y="0"/>
          <a:chExt cx="0" cy="0"/>
        </a:xfrm>
      </p:grpSpPr>
      <p:sp>
        <p:nvSpPr>
          <p:cNvPr id="109" name="Google Shape;109;p1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3"/>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3"/>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12" name="Google Shape;112;p13"/>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13" name="Google Shape;113;p1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14" name="Google Shape;114;p1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15" name="Google Shape;115;p1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p:cSld name="TITLE_2_1_1_1_1_2_1_1_1_1_1_1_1_1_1_1_1_2">
    <p:bg>
      <p:bgPr>
        <a:solidFill>
          <a:schemeClr val="accent1"/>
        </a:solidFill>
      </p:bgPr>
    </p:bg>
    <p:spTree>
      <p:nvGrpSpPr>
        <p:cNvPr id="116" name="Shape 116"/>
        <p:cNvGrpSpPr/>
        <p:nvPr/>
      </p:nvGrpSpPr>
      <p:grpSpPr>
        <a:xfrm>
          <a:off x="0" y="0"/>
          <a:ext cx="0" cy="0"/>
          <a:chOff x="0" y="0"/>
          <a:chExt cx="0" cy="0"/>
        </a:xfrm>
      </p:grpSpPr>
      <p:sp>
        <p:nvSpPr>
          <p:cNvPr id="117" name="Google Shape;117;p14"/>
          <p:cNvSpPr/>
          <p:nvPr/>
        </p:nvSpPr>
        <p:spPr>
          <a:xfrm>
            <a:off x="2125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3154702" y="1367388"/>
            <a:ext cx="28347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120" name="Google Shape;120;p14"/>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21" name="Google Shape;121;p14"/>
          <p:cNvSpPr txBox="1"/>
          <p:nvPr>
            <p:ph idx="2" type="subTitle"/>
          </p:nvPr>
        </p:nvSpPr>
        <p:spPr>
          <a:xfrm>
            <a:off x="2125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22" name="Google Shape;122;p14"/>
          <p:cNvSpPr/>
          <p:nvPr/>
        </p:nvSpPr>
        <p:spPr>
          <a:xfrm>
            <a:off x="62009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4"/>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24" name="Google Shape;124;p14"/>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4"/>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4"/>
          <p:cNvSpPr txBox="1"/>
          <p:nvPr>
            <p:ph idx="4" type="subTitle"/>
          </p:nvPr>
        </p:nvSpPr>
        <p:spPr>
          <a:xfrm>
            <a:off x="3154700" y="2426900"/>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27" name="Google Shape;127;p14"/>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28" name="Google Shape;128;p14"/>
          <p:cNvSpPr txBox="1"/>
          <p:nvPr>
            <p:ph idx="6" type="subTitle"/>
          </p:nvPr>
        </p:nvSpPr>
        <p:spPr>
          <a:xfrm>
            <a:off x="62009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29" name="Google Shape;129;p1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30" name="Google Shape;130;p1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31" name="Google Shape;131;p1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2">
  <p:cSld name="TITLE_2_1_1_1_1_2_1_1_1_1_1_1_1_1_1_1_1_2_2">
    <p:bg>
      <p:bgPr>
        <a:solidFill>
          <a:schemeClr val="accent1"/>
        </a:solidFill>
      </p:bgPr>
    </p:bg>
    <p:spTree>
      <p:nvGrpSpPr>
        <p:cNvPr id="132" name="Shape 132"/>
        <p:cNvGrpSpPr/>
        <p:nvPr/>
      </p:nvGrpSpPr>
      <p:grpSpPr>
        <a:xfrm>
          <a:off x="0" y="0"/>
          <a:ext cx="0" cy="0"/>
          <a:chOff x="0" y="0"/>
          <a:chExt cx="0" cy="0"/>
        </a:xfrm>
      </p:grpSpPr>
      <p:sp>
        <p:nvSpPr>
          <p:cNvPr id="133" name="Google Shape;133;p15"/>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134" name="Google Shape;134;p15"/>
          <p:cNvSpPr txBox="1"/>
          <p:nvPr>
            <p:ph idx="1" type="body"/>
          </p:nvPr>
        </p:nvSpPr>
        <p:spPr>
          <a:xfrm>
            <a:off x="338300" y="1894300"/>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35" name="Google Shape;135;p15"/>
          <p:cNvSpPr txBox="1"/>
          <p:nvPr>
            <p:ph idx="2" type="subTitle"/>
          </p:nvPr>
        </p:nvSpPr>
        <p:spPr>
          <a:xfrm>
            <a:off x="212550" y="1457925"/>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36" name="Google Shape;136;p15"/>
          <p:cNvSpPr txBox="1"/>
          <p:nvPr>
            <p:ph idx="3" type="body"/>
          </p:nvPr>
        </p:nvSpPr>
        <p:spPr>
          <a:xfrm>
            <a:off x="3356850" y="1894300"/>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37" name="Google Shape;137;p15"/>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5"/>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5"/>
          <p:cNvSpPr txBox="1"/>
          <p:nvPr>
            <p:ph idx="4" type="subTitle"/>
          </p:nvPr>
        </p:nvSpPr>
        <p:spPr>
          <a:xfrm>
            <a:off x="3154700" y="1457925"/>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40" name="Google Shape;140;p15"/>
          <p:cNvSpPr txBox="1"/>
          <p:nvPr>
            <p:ph idx="5" type="body"/>
          </p:nvPr>
        </p:nvSpPr>
        <p:spPr>
          <a:xfrm>
            <a:off x="6375400" y="1894300"/>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41" name="Google Shape;141;p15"/>
          <p:cNvSpPr txBox="1"/>
          <p:nvPr>
            <p:ph idx="6" type="subTitle"/>
          </p:nvPr>
        </p:nvSpPr>
        <p:spPr>
          <a:xfrm>
            <a:off x="6200950" y="1457925"/>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42" name="Google Shape;142;p1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43" name="Google Shape;143;p1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44" name="Google Shape;144;p1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1">
  <p:cSld name="TITLE_2_1_1_1_1_2_1_1_1_1_1_1_1_1_1_1_1_2_1">
    <p:bg>
      <p:bgPr>
        <a:solidFill>
          <a:schemeClr val="dk2"/>
        </a:solidFill>
      </p:bgPr>
    </p:bg>
    <p:spTree>
      <p:nvGrpSpPr>
        <p:cNvPr id="145" name="Shape 145"/>
        <p:cNvGrpSpPr/>
        <p:nvPr/>
      </p:nvGrpSpPr>
      <p:grpSpPr>
        <a:xfrm>
          <a:off x="0" y="0"/>
          <a:ext cx="0" cy="0"/>
          <a:chOff x="0" y="0"/>
          <a:chExt cx="0" cy="0"/>
        </a:xfrm>
      </p:grpSpPr>
      <p:sp>
        <p:nvSpPr>
          <p:cNvPr id="146" name="Google Shape;146;p16"/>
          <p:cNvSpPr/>
          <p:nvPr/>
        </p:nvSpPr>
        <p:spPr>
          <a:xfrm>
            <a:off x="2125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6"/>
          <p:cNvSpPr/>
          <p:nvPr/>
        </p:nvSpPr>
        <p:spPr>
          <a:xfrm>
            <a:off x="3154702" y="1367388"/>
            <a:ext cx="28347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6"/>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149" name="Google Shape;149;p16"/>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50" name="Google Shape;150;p16"/>
          <p:cNvSpPr txBox="1"/>
          <p:nvPr>
            <p:ph idx="2" type="subTitle"/>
          </p:nvPr>
        </p:nvSpPr>
        <p:spPr>
          <a:xfrm>
            <a:off x="2125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51" name="Google Shape;151;p16"/>
          <p:cNvSpPr/>
          <p:nvPr/>
        </p:nvSpPr>
        <p:spPr>
          <a:xfrm>
            <a:off x="62009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6"/>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53" name="Google Shape;153;p16"/>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6"/>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6"/>
          <p:cNvSpPr txBox="1"/>
          <p:nvPr>
            <p:ph idx="4" type="subTitle"/>
          </p:nvPr>
        </p:nvSpPr>
        <p:spPr>
          <a:xfrm>
            <a:off x="3154700" y="2426900"/>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56" name="Google Shape;156;p16"/>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57" name="Google Shape;157;p16"/>
          <p:cNvSpPr txBox="1"/>
          <p:nvPr>
            <p:ph idx="6" type="subTitle"/>
          </p:nvPr>
        </p:nvSpPr>
        <p:spPr>
          <a:xfrm>
            <a:off x="62009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58" name="Google Shape;158;p1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59" name="Google Shape;159;p1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60" name="Google Shape;160;p1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1 1">
  <p:cSld name="TITLE_2_1_1_1_1_2_1_1_1_1_1_1_1_1_1_1_1_2_1_1">
    <p:bg>
      <p:bgPr>
        <a:solidFill>
          <a:schemeClr val="dk2"/>
        </a:solidFill>
      </p:bgPr>
    </p:bg>
    <p:spTree>
      <p:nvGrpSpPr>
        <p:cNvPr id="161" name="Shape 161"/>
        <p:cNvGrpSpPr/>
        <p:nvPr/>
      </p:nvGrpSpPr>
      <p:grpSpPr>
        <a:xfrm>
          <a:off x="0" y="0"/>
          <a:ext cx="0" cy="0"/>
          <a:chOff x="0" y="0"/>
          <a:chExt cx="0" cy="0"/>
        </a:xfrm>
      </p:grpSpPr>
      <p:sp>
        <p:nvSpPr>
          <p:cNvPr id="162" name="Google Shape;162;p17"/>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163" name="Google Shape;163;p17"/>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64" name="Google Shape;164;p17"/>
          <p:cNvSpPr txBox="1"/>
          <p:nvPr>
            <p:ph idx="2" type="subTitle"/>
          </p:nvPr>
        </p:nvSpPr>
        <p:spPr>
          <a:xfrm>
            <a:off x="2125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65" name="Google Shape;165;p17"/>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66" name="Google Shape;166;p17"/>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7"/>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7"/>
          <p:cNvSpPr txBox="1"/>
          <p:nvPr>
            <p:ph idx="4" type="subTitle"/>
          </p:nvPr>
        </p:nvSpPr>
        <p:spPr>
          <a:xfrm>
            <a:off x="3154700" y="2426900"/>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69" name="Google Shape;169;p17"/>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70" name="Google Shape;170;p17"/>
          <p:cNvSpPr txBox="1"/>
          <p:nvPr>
            <p:ph idx="6" type="subTitle"/>
          </p:nvPr>
        </p:nvSpPr>
        <p:spPr>
          <a:xfrm>
            <a:off x="62009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71" name="Google Shape;171;p1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72" name="Google Shape;172;p1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73" name="Google Shape;173;p1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3">
  <p:cSld name="TITLE_2_2_1_3">
    <p:bg>
      <p:bgPr>
        <a:solidFill>
          <a:schemeClr val="dk2"/>
        </a:solidFill>
      </p:bgPr>
    </p:bg>
    <p:spTree>
      <p:nvGrpSpPr>
        <p:cNvPr id="174" name="Shape 174"/>
        <p:cNvGrpSpPr/>
        <p:nvPr/>
      </p:nvGrpSpPr>
      <p:grpSpPr>
        <a:xfrm>
          <a:off x="0" y="0"/>
          <a:ext cx="0" cy="0"/>
          <a:chOff x="0" y="0"/>
          <a:chExt cx="0" cy="0"/>
        </a:xfrm>
      </p:grpSpPr>
      <p:sp>
        <p:nvSpPr>
          <p:cNvPr id="175" name="Google Shape;175;p18"/>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8"/>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8"/>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78" name="Google Shape;178;p18"/>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79" name="Google Shape;179;p18"/>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8"/>
          <p:cNvSpPr txBox="1"/>
          <p:nvPr>
            <p:ph idx="2" type="title"/>
          </p:nvPr>
        </p:nvSpPr>
        <p:spPr>
          <a:xfrm>
            <a:off x="345775" y="103210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81" name="Google Shape;181;p1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82" name="Google Shape;182;p1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83" name="Google Shape;183;p1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3">
  <p:cSld name="TITLE_2_1_1_1_1_2_1_1_1_1_1_1_1_1_1_1_1_1_1_1_1_1_1_1_1_1_3">
    <p:bg>
      <p:bgPr>
        <a:solidFill>
          <a:schemeClr val="accent1"/>
        </a:solidFill>
      </p:bgPr>
    </p:bg>
    <p:spTree>
      <p:nvGrpSpPr>
        <p:cNvPr id="184" name="Shape 184"/>
        <p:cNvGrpSpPr/>
        <p:nvPr/>
      </p:nvGrpSpPr>
      <p:grpSpPr>
        <a:xfrm>
          <a:off x="0" y="0"/>
          <a:ext cx="0" cy="0"/>
          <a:chOff x="0" y="0"/>
          <a:chExt cx="0" cy="0"/>
        </a:xfrm>
      </p:grpSpPr>
      <p:sp>
        <p:nvSpPr>
          <p:cNvPr id="185" name="Google Shape;185;p19"/>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9"/>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9"/>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89" name="Google Shape;189;p1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90" name="Google Shape;190;p1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91" name="Google Shape;191;p19"/>
          <p:cNvSpPr txBox="1"/>
          <p:nvPr>
            <p:ph type="title"/>
          </p:nvPr>
        </p:nvSpPr>
        <p:spPr>
          <a:xfrm>
            <a:off x="361750" y="111490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192" name="Google Shape;192;p19"/>
          <p:cNvSpPr txBox="1"/>
          <p:nvPr>
            <p:ph idx="1" type="body"/>
          </p:nvPr>
        </p:nvSpPr>
        <p:spPr>
          <a:xfrm>
            <a:off x="36175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93" name="Google Shape;193;p19"/>
          <p:cNvSpPr txBox="1"/>
          <p:nvPr>
            <p:ph idx="2" type="subTitle"/>
          </p:nvPr>
        </p:nvSpPr>
        <p:spPr>
          <a:xfrm>
            <a:off x="36175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19"/>
          <p:cNvSpPr txBox="1"/>
          <p:nvPr>
            <p:ph idx="3" type="body"/>
          </p:nvPr>
        </p:nvSpPr>
        <p:spPr>
          <a:xfrm>
            <a:off x="253147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95" name="Google Shape;195;p19"/>
          <p:cNvSpPr txBox="1"/>
          <p:nvPr>
            <p:ph idx="4" type="subTitle"/>
          </p:nvPr>
        </p:nvSpPr>
        <p:spPr>
          <a:xfrm>
            <a:off x="253147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19"/>
          <p:cNvSpPr txBox="1"/>
          <p:nvPr>
            <p:ph idx="5" type="body"/>
          </p:nvPr>
        </p:nvSpPr>
        <p:spPr>
          <a:xfrm>
            <a:off x="470120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97" name="Google Shape;197;p19"/>
          <p:cNvSpPr txBox="1"/>
          <p:nvPr>
            <p:ph idx="6" type="subTitle"/>
          </p:nvPr>
        </p:nvSpPr>
        <p:spPr>
          <a:xfrm>
            <a:off x="470120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19"/>
          <p:cNvSpPr txBox="1"/>
          <p:nvPr>
            <p:ph idx="7" type="body"/>
          </p:nvPr>
        </p:nvSpPr>
        <p:spPr>
          <a:xfrm>
            <a:off x="687092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99" name="Google Shape;199;p19"/>
          <p:cNvSpPr txBox="1"/>
          <p:nvPr>
            <p:ph idx="8" type="subTitle"/>
          </p:nvPr>
        </p:nvSpPr>
        <p:spPr>
          <a:xfrm>
            <a:off x="687092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3">
  <p:cSld name="TITLE_2_1_1_1_1_2_1_1_1_1_1_1_1_1_1_1_1_1_1_1_1_1_1_1_1_1_1_3">
    <p:bg>
      <p:bgPr>
        <a:solidFill>
          <a:schemeClr val="accent1"/>
        </a:solidFill>
      </p:bgPr>
    </p:bg>
    <p:spTree>
      <p:nvGrpSpPr>
        <p:cNvPr id="200" name="Shape 200"/>
        <p:cNvGrpSpPr/>
        <p:nvPr/>
      </p:nvGrpSpPr>
      <p:grpSpPr>
        <a:xfrm>
          <a:off x="0" y="0"/>
          <a:ext cx="0" cy="0"/>
          <a:chOff x="0" y="0"/>
          <a:chExt cx="0" cy="0"/>
        </a:xfrm>
      </p:grpSpPr>
      <p:sp>
        <p:nvSpPr>
          <p:cNvPr id="201" name="Google Shape;201;p20"/>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02" name="Google Shape;202;p20"/>
          <p:cNvSpPr txBox="1"/>
          <p:nvPr>
            <p:ph idx="1" type="body"/>
          </p:nvPr>
        </p:nvSpPr>
        <p:spPr>
          <a:xfrm>
            <a:off x="36175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03" name="Google Shape;203;p20"/>
          <p:cNvSpPr txBox="1"/>
          <p:nvPr>
            <p:ph idx="2" type="subTitle"/>
          </p:nvPr>
        </p:nvSpPr>
        <p:spPr>
          <a:xfrm>
            <a:off x="36175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20"/>
          <p:cNvSpPr txBox="1"/>
          <p:nvPr>
            <p:ph idx="3" type="body"/>
          </p:nvPr>
        </p:nvSpPr>
        <p:spPr>
          <a:xfrm>
            <a:off x="253147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05" name="Google Shape;205;p20"/>
          <p:cNvSpPr txBox="1"/>
          <p:nvPr>
            <p:ph idx="4" type="subTitle"/>
          </p:nvPr>
        </p:nvSpPr>
        <p:spPr>
          <a:xfrm>
            <a:off x="253147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20"/>
          <p:cNvSpPr txBox="1"/>
          <p:nvPr>
            <p:ph idx="5" type="body"/>
          </p:nvPr>
        </p:nvSpPr>
        <p:spPr>
          <a:xfrm>
            <a:off x="470120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07" name="Google Shape;207;p20"/>
          <p:cNvSpPr txBox="1"/>
          <p:nvPr>
            <p:ph idx="6" type="subTitle"/>
          </p:nvPr>
        </p:nvSpPr>
        <p:spPr>
          <a:xfrm>
            <a:off x="470120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20"/>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20"/>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0"/>
          <p:cNvSpPr txBox="1"/>
          <p:nvPr>
            <p:ph idx="7" type="body"/>
          </p:nvPr>
        </p:nvSpPr>
        <p:spPr>
          <a:xfrm>
            <a:off x="687092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11" name="Google Shape;211;p20"/>
          <p:cNvSpPr txBox="1"/>
          <p:nvPr>
            <p:ph idx="8" type="subTitle"/>
          </p:nvPr>
        </p:nvSpPr>
        <p:spPr>
          <a:xfrm>
            <a:off x="687092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p20"/>
          <p:cNvSpPr txBox="1"/>
          <p:nvPr>
            <p:ph idx="9"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13" name="Google Shape;213;p20"/>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15" name="Google Shape;215;p2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16" name="Google Shape;216;p2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2 2">
  <p:cSld name="TITLE_2_1_1_1_1_2_1_1_1_1_1_1_1_1_1_1_1_1_1_1_1_1_1_1_1_1_1_1_1_2_2">
    <p:bg>
      <p:bgPr>
        <a:solidFill>
          <a:schemeClr val="accent1"/>
        </a:solidFill>
      </p:bgPr>
    </p:bg>
    <p:spTree>
      <p:nvGrpSpPr>
        <p:cNvPr id="217" name="Shape 217"/>
        <p:cNvGrpSpPr/>
        <p:nvPr/>
      </p:nvGrpSpPr>
      <p:grpSpPr>
        <a:xfrm>
          <a:off x="0" y="0"/>
          <a:ext cx="0" cy="0"/>
          <a:chOff x="0" y="0"/>
          <a:chExt cx="0" cy="0"/>
        </a:xfrm>
      </p:grpSpPr>
      <p:sp>
        <p:nvSpPr>
          <p:cNvPr id="218" name="Google Shape;218;p21"/>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1"/>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21"/>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21"/>
          <p:cNvSpPr txBox="1"/>
          <p:nvPr>
            <p:ph type="title"/>
          </p:nvPr>
        </p:nvSpPr>
        <p:spPr>
          <a:xfrm>
            <a:off x="393763" y="939925"/>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22" name="Google Shape;222;p21"/>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2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24" name="Google Shape;224;p2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25" name="Google Shape;225;p2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2 1 1">
  <p:cSld name="TITLE_2_1_1_1_1_2_1_1_1_1_1_1_1_1_1_1_1_1_1_1_1_1_1_1_1_1_1_1_1_2_1_1">
    <p:bg>
      <p:bgPr>
        <a:solidFill>
          <a:schemeClr val="dk2"/>
        </a:solidFill>
      </p:bgPr>
    </p:bg>
    <p:spTree>
      <p:nvGrpSpPr>
        <p:cNvPr id="226" name="Shape 226"/>
        <p:cNvGrpSpPr/>
        <p:nvPr/>
      </p:nvGrpSpPr>
      <p:grpSpPr>
        <a:xfrm>
          <a:off x="0" y="0"/>
          <a:ext cx="0" cy="0"/>
          <a:chOff x="0" y="0"/>
          <a:chExt cx="0" cy="0"/>
        </a:xfrm>
      </p:grpSpPr>
      <p:sp>
        <p:nvSpPr>
          <p:cNvPr id="227" name="Google Shape;227;p22"/>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22"/>
          <p:cNvSpPr txBox="1"/>
          <p:nvPr>
            <p:ph type="title"/>
          </p:nvPr>
        </p:nvSpPr>
        <p:spPr>
          <a:xfrm>
            <a:off x="393763" y="939925"/>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29" name="Google Shape;229;p22"/>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2"/>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2"/>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33" name="Google Shape;233;p2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34" name="Google Shape;234;p2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2">
  <p:cSld name="TITLE_2_1_1_1_1_2_1_1_1_1_1_1_1_1_1_1_1_1_1_1_1_1_1_1_1_1_1_1_1_1_1_1_1_1_1_2">
    <p:bg>
      <p:bgPr>
        <a:solidFill>
          <a:schemeClr val="accent1"/>
        </a:solidFill>
      </p:bgPr>
    </p:bg>
    <p:spTree>
      <p:nvGrpSpPr>
        <p:cNvPr id="235" name="Shape 235"/>
        <p:cNvGrpSpPr/>
        <p:nvPr/>
      </p:nvGrpSpPr>
      <p:grpSpPr>
        <a:xfrm>
          <a:off x="0" y="0"/>
          <a:ext cx="0" cy="0"/>
          <a:chOff x="0" y="0"/>
          <a:chExt cx="0" cy="0"/>
        </a:xfrm>
      </p:grpSpPr>
      <p:sp>
        <p:nvSpPr>
          <p:cNvPr id="236" name="Google Shape;236;p23"/>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3"/>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3"/>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3"/>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41" name="Google Shape;241;p2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42" name="Google Shape;242;p2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43" name="Google Shape;243;p23"/>
          <p:cNvSpPr txBox="1"/>
          <p:nvPr>
            <p:ph type="title"/>
          </p:nvPr>
        </p:nvSpPr>
        <p:spPr>
          <a:xfrm>
            <a:off x="262750" y="17799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44" name="Google Shape;244;p23"/>
          <p:cNvSpPr txBox="1"/>
          <p:nvPr>
            <p:ph idx="1" type="body"/>
          </p:nvPr>
        </p:nvSpPr>
        <p:spPr>
          <a:xfrm>
            <a:off x="262750" y="3389375"/>
            <a:ext cx="4031100" cy="1499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1pPr>
            <a:lvl2pPr indent="-304800" lvl="1" marL="914400" algn="l">
              <a:lnSpc>
                <a:spcPct val="115000"/>
              </a:lnSpc>
              <a:spcBef>
                <a:spcPts val="0"/>
              </a:spcBef>
              <a:spcAft>
                <a:spcPts val="0"/>
              </a:spcAft>
              <a:buClr>
                <a:schemeClr val="accent1"/>
              </a:buClr>
              <a:buSzPts val="1200"/>
              <a:buChar char="○"/>
              <a:defRPr sz="1200">
                <a:solidFill>
                  <a:schemeClr val="accent1"/>
                </a:solidFill>
              </a:defRPr>
            </a:lvl2pPr>
            <a:lvl3pPr indent="-304800" lvl="2" marL="1371600" algn="l">
              <a:lnSpc>
                <a:spcPct val="115000"/>
              </a:lnSpc>
              <a:spcBef>
                <a:spcPts val="0"/>
              </a:spcBef>
              <a:spcAft>
                <a:spcPts val="0"/>
              </a:spcAft>
              <a:buClr>
                <a:schemeClr val="accent1"/>
              </a:buClr>
              <a:buSzPts val="1200"/>
              <a:buChar char="■"/>
              <a:defRPr sz="1200">
                <a:solidFill>
                  <a:schemeClr val="accent1"/>
                </a:solidFill>
              </a:defRPr>
            </a:lvl3pPr>
            <a:lvl4pPr indent="-304800" lvl="3" marL="1828800" algn="l">
              <a:lnSpc>
                <a:spcPct val="115000"/>
              </a:lnSpc>
              <a:spcBef>
                <a:spcPts val="0"/>
              </a:spcBef>
              <a:spcAft>
                <a:spcPts val="0"/>
              </a:spcAft>
              <a:buClr>
                <a:schemeClr val="accent1"/>
              </a:buClr>
              <a:buSzPts val="1200"/>
              <a:buChar char="●"/>
              <a:defRPr sz="1200">
                <a:solidFill>
                  <a:schemeClr val="accent1"/>
                </a:solidFill>
              </a:defRPr>
            </a:lvl4pPr>
            <a:lvl5pPr indent="-304800" lvl="4" marL="2286000" algn="l">
              <a:lnSpc>
                <a:spcPct val="115000"/>
              </a:lnSpc>
              <a:spcBef>
                <a:spcPts val="0"/>
              </a:spcBef>
              <a:spcAft>
                <a:spcPts val="0"/>
              </a:spcAft>
              <a:buClr>
                <a:schemeClr val="accent1"/>
              </a:buClr>
              <a:buSzPts val="1200"/>
              <a:buChar char="○"/>
              <a:defRPr sz="1200">
                <a:solidFill>
                  <a:schemeClr val="accent1"/>
                </a:solidFill>
              </a:defRPr>
            </a:lvl5pPr>
            <a:lvl6pPr indent="-304800" lvl="5" marL="2743200" algn="l">
              <a:lnSpc>
                <a:spcPct val="115000"/>
              </a:lnSpc>
              <a:spcBef>
                <a:spcPts val="0"/>
              </a:spcBef>
              <a:spcAft>
                <a:spcPts val="0"/>
              </a:spcAft>
              <a:buClr>
                <a:schemeClr val="accent1"/>
              </a:buClr>
              <a:buSzPts val="1200"/>
              <a:buChar char="■"/>
              <a:defRPr sz="1200">
                <a:solidFill>
                  <a:schemeClr val="accent1"/>
                </a:solidFill>
              </a:defRPr>
            </a:lvl6pPr>
            <a:lvl7pPr indent="-304800" lvl="6" marL="3200400" algn="l">
              <a:lnSpc>
                <a:spcPct val="115000"/>
              </a:lnSpc>
              <a:spcBef>
                <a:spcPts val="0"/>
              </a:spcBef>
              <a:spcAft>
                <a:spcPts val="0"/>
              </a:spcAft>
              <a:buClr>
                <a:schemeClr val="accent1"/>
              </a:buClr>
              <a:buSzPts val="1200"/>
              <a:buChar char="●"/>
              <a:defRPr sz="1200">
                <a:solidFill>
                  <a:schemeClr val="accent1"/>
                </a:solidFill>
              </a:defRPr>
            </a:lvl7pPr>
            <a:lvl8pPr indent="-304800" lvl="7" marL="3657600" algn="l">
              <a:lnSpc>
                <a:spcPct val="115000"/>
              </a:lnSpc>
              <a:spcBef>
                <a:spcPts val="0"/>
              </a:spcBef>
              <a:spcAft>
                <a:spcPts val="0"/>
              </a:spcAft>
              <a:buClr>
                <a:schemeClr val="accent1"/>
              </a:buClr>
              <a:buSzPts val="1200"/>
              <a:buChar char="○"/>
              <a:defRPr sz="1200">
                <a:solidFill>
                  <a:schemeClr val="accent1"/>
                </a:solidFill>
              </a:defRPr>
            </a:lvl8pPr>
            <a:lvl9pPr indent="-304800" lvl="8" marL="4114800" algn="l">
              <a:lnSpc>
                <a:spcPct val="115000"/>
              </a:lnSpc>
              <a:spcBef>
                <a:spcPts val="0"/>
              </a:spcBef>
              <a:spcAft>
                <a:spcPts val="0"/>
              </a:spcAft>
              <a:buClr>
                <a:schemeClr val="accent1"/>
              </a:buClr>
              <a:buSzPts val="1200"/>
              <a:buChar char="■"/>
              <a:defRPr sz="1200">
                <a:solidFill>
                  <a:schemeClr val="accent1"/>
                </a:solidFill>
              </a:defRPr>
            </a:lvl9pPr>
          </a:lstStyle>
          <a:p/>
        </p:txBody>
      </p:sp>
      <p:sp>
        <p:nvSpPr>
          <p:cNvPr id="245" name="Google Shape;245;p23"/>
          <p:cNvSpPr txBox="1"/>
          <p:nvPr>
            <p:ph idx="2" type="subTitle"/>
          </p:nvPr>
        </p:nvSpPr>
        <p:spPr>
          <a:xfrm>
            <a:off x="262750" y="30356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200"/>
              <a:buFont typeface="Inter"/>
              <a:buNone/>
              <a:defRPr b="1" sz="12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400"/>
              <a:buNone/>
              <a:defRPr>
                <a:solidFill>
                  <a:schemeClr val="accent1"/>
                </a:solidFill>
              </a:defRPr>
            </a:lvl2pPr>
            <a:lvl3pPr lvl="2" algn="l">
              <a:lnSpc>
                <a:spcPct val="115000"/>
              </a:lnSpc>
              <a:spcBef>
                <a:spcPts val="0"/>
              </a:spcBef>
              <a:spcAft>
                <a:spcPts val="0"/>
              </a:spcAft>
              <a:buClr>
                <a:schemeClr val="accent1"/>
              </a:buClr>
              <a:buSzPts val="1400"/>
              <a:buNone/>
              <a:defRPr>
                <a:solidFill>
                  <a:schemeClr val="accent1"/>
                </a:solidFill>
              </a:defRPr>
            </a:lvl3pPr>
            <a:lvl4pPr lvl="3" algn="l">
              <a:lnSpc>
                <a:spcPct val="115000"/>
              </a:lnSpc>
              <a:spcBef>
                <a:spcPts val="0"/>
              </a:spcBef>
              <a:spcAft>
                <a:spcPts val="0"/>
              </a:spcAft>
              <a:buClr>
                <a:schemeClr val="accent1"/>
              </a:buClr>
              <a:buSzPts val="1400"/>
              <a:buNone/>
              <a:defRPr>
                <a:solidFill>
                  <a:schemeClr val="accent1"/>
                </a:solidFill>
              </a:defRPr>
            </a:lvl4pPr>
            <a:lvl5pPr lvl="4" algn="l">
              <a:lnSpc>
                <a:spcPct val="115000"/>
              </a:lnSpc>
              <a:spcBef>
                <a:spcPts val="0"/>
              </a:spcBef>
              <a:spcAft>
                <a:spcPts val="0"/>
              </a:spcAft>
              <a:buClr>
                <a:schemeClr val="accent1"/>
              </a:buClr>
              <a:buSzPts val="1400"/>
              <a:buNone/>
              <a:defRPr>
                <a:solidFill>
                  <a:schemeClr val="accent1"/>
                </a:solidFill>
              </a:defRPr>
            </a:lvl5pPr>
            <a:lvl6pPr lvl="5" algn="l">
              <a:lnSpc>
                <a:spcPct val="115000"/>
              </a:lnSpc>
              <a:spcBef>
                <a:spcPts val="0"/>
              </a:spcBef>
              <a:spcAft>
                <a:spcPts val="0"/>
              </a:spcAft>
              <a:buClr>
                <a:schemeClr val="accent1"/>
              </a:buClr>
              <a:buSzPts val="1400"/>
              <a:buNone/>
              <a:defRPr>
                <a:solidFill>
                  <a:schemeClr val="accent1"/>
                </a:solidFill>
              </a:defRPr>
            </a:lvl6pPr>
            <a:lvl7pPr lvl="6" algn="l">
              <a:lnSpc>
                <a:spcPct val="115000"/>
              </a:lnSpc>
              <a:spcBef>
                <a:spcPts val="0"/>
              </a:spcBef>
              <a:spcAft>
                <a:spcPts val="0"/>
              </a:spcAft>
              <a:buClr>
                <a:schemeClr val="accent1"/>
              </a:buClr>
              <a:buSzPts val="1400"/>
              <a:buNone/>
              <a:defRPr>
                <a:solidFill>
                  <a:schemeClr val="accent1"/>
                </a:solidFill>
              </a:defRPr>
            </a:lvl7pPr>
            <a:lvl8pPr lvl="7" algn="l">
              <a:lnSpc>
                <a:spcPct val="115000"/>
              </a:lnSpc>
              <a:spcBef>
                <a:spcPts val="0"/>
              </a:spcBef>
              <a:spcAft>
                <a:spcPts val="0"/>
              </a:spcAft>
              <a:buClr>
                <a:schemeClr val="accent1"/>
              </a:buClr>
              <a:buSzPts val="1400"/>
              <a:buNone/>
              <a:defRPr>
                <a:solidFill>
                  <a:schemeClr val="accent1"/>
                </a:solidFill>
              </a:defRPr>
            </a:lvl8pPr>
            <a:lvl9pPr lvl="8" algn="l">
              <a:lnSpc>
                <a:spcPct val="115000"/>
              </a:lnSpc>
              <a:spcBef>
                <a:spcPts val="0"/>
              </a:spcBef>
              <a:spcAft>
                <a:spcPts val="0"/>
              </a:spcAft>
              <a:buClr>
                <a:schemeClr val="accent1"/>
              </a:buClr>
              <a:buSzPts val="1400"/>
              <a:buNone/>
              <a:defRPr>
                <a:solidFill>
                  <a:schemeClr val="accen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1 1 1 1 1 2">
  <p:cSld name="TITLE_2_1_1_1_1_2_1_1_1_1_1_1_1_1_1_1_1_1_1_1_1_1_1_1_1_1_1_1_1_1_1_1_1_1_1_1_1_1_1_1_2">
    <p:bg>
      <p:bgPr>
        <a:solidFill>
          <a:schemeClr val="accent1"/>
        </a:solidFill>
      </p:bgPr>
    </p:bg>
    <p:spTree>
      <p:nvGrpSpPr>
        <p:cNvPr id="246" name="Shape 246"/>
        <p:cNvGrpSpPr/>
        <p:nvPr/>
      </p:nvGrpSpPr>
      <p:grpSpPr>
        <a:xfrm>
          <a:off x="0" y="0"/>
          <a:ext cx="0" cy="0"/>
          <a:chOff x="0" y="0"/>
          <a:chExt cx="0" cy="0"/>
        </a:xfrm>
      </p:grpSpPr>
      <p:sp>
        <p:nvSpPr>
          <p:cNvPr id="247" name="Google Shape;247;p24"/>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4"/>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4"/>
          <p:cNvSpPr txBox="1"/>
          <p:nvPr>
            <p:ph type="title"/>
          </p:nvPr>
        </p:nvSpPr>
        <p:spPr>
          <a:xfrm>
            <a:off x="919800" y="1584650"/>
            <a:ext cx="7304400" cy="1724700"/>
          </a:xfrm>
          <a:prstGeom prst="rect">
            <a:avLst/>
          </a:prstGeom>
          <a:noFill/>
          <a:ln>
            <a:noFill/>
          </a:ln>
        </p:spPr>
        <p:txBody>
          <a:bodyPr anchorCtr="0" anchor="t" bIns="91425" lIns="0" spcFirstLastPara="1" rIns="91425" wrap="square" tIns="91425">
            <a:normAutofit/>
          </a:bodyPr>
          <a:lstStyle>
            <a:lvl1pPr lvl="0"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9pPr>
          </a:lstStyle>
          <a:p/>
        </p:txBody>
      </p:sp>
      <p:sp>
        <p:nvSpPr>
          <p:cNvPr id="250" name="Google Shape;250;p2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51" name="Google Shape;251;p2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52" name="Google Shape;252;p2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2 2">
  <p:cSld name="TITLE_2_1_1_1_1_2_1_1_1_1_1_1_1_1_1_1_1_1_1_1_1_1_1_1_1_1_1_1_2_2">
    <p:bg>
      <p:bgPr>
        <a:solidFill>
          <a:schemeClr val="accent1"/>
        </a:solidFill>
      </p:bgPr>
    </p:bg>
    <p:spTree>
      <p:nvGrpSpPr>
        <p:cNvPr id="253" name="Shape 253"/>
        <p:cNvGrpSpPr/>
        <p:nvPr/>
      </p:nvGrpSpPr>
      <p:grpSpPr>
        <a:xfrm>
          <a:off x="0" y="0"/>
          <a:ext cx="0" cy="0"/>
          <a:chOff x="0" y="0"/>
          <a:chExt cx="0" cy="0"/>
        </a:xfrm>
      </p:grpSpPr>
      <p:sp>
        <p:nvSpPr>
          <p:cNvPr id="254" name="Google Shape;254;p25"/>
          <p:cNvSpPr txBox="1"/>
          <p:nvPr>
            <p:ph type="title"/>
          </p:nvPr>
        </p:nvSpPr>
        <p:spPr>
          <a:xfrm>
            <a:off x="214700" y="577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55" name="Google Shape;255;p25"/>
          <p:cNvSpPr txBox="1"/>
          <p:nvPr>
            <p:ph idx="1" type="body"/>
          </p:nvPr>
        </p:nvSpPr>
        <p:spPr>
          <a:xfrm>
            <a:off x="2830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6" name="Google Shape;256;p25"/>
          <p:cNvSpPr txBox="1"/>
          <p:nvPr>
            <p:ph idx="2" type="subTitle"/>
          </p:nvPr>
        </p:nvSpPr>
        <p:spPr>
          <a:xfrm>
            <a:off x="2830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 name="Google Shape;257;p25"/>
          <p:cNvSpPr txBox="1"/>
          <p:nvPr>
            <p:ph idx="3" type="body"/>
          </p:nvPr>
        </p:nvSpPr>
        <p:spPr>
          <a:xfrm>
            <a:off x="25567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8" name="Google Shape;258;p25"/>
          <p:cNvSpPr txBox="1"/>
          <p:nvPr>
            <p:ph idx="4" type="subTitle"/>
          </p:nvPr>
        </p:nvSpPr>
        <p:spPr>
          <a:xfrm>
            <a:off x="25567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9" name="Google Shape;259;p25"/>
          <p:cNvSpPr txBox="1"/>
          <p:nvPr>
            <p:ph idx="5" type="body"/>
          </p:nvPr>
        </p:nvSpPr>
        <p:spPr>
          <a:xfrm>
            <a:off x="4781675"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60" name="Google Shape;260;p25"/>
          <p:cNvSpPr txBox="1"/>
          <p:nvPr>
            <p:ph idx="6" type="subTitle"/>
          </p:nvPr>
        </p:nvSpPr>
        <p:spPr>
          <a:xfrm>
            <a:off x="4781675"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1" name="Google Shape;261;p25"/>
          <p:cNvSpPr txBox="1"/>
          <p:nvPr>
            <p:ph idx="7" type="body"/>
          </p:nvPr>
        </p:nvSpPr>
        <p:spPr>
          <a:xfrm>
            <a:off x="7080413"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62" name="Google Shape;262;p25"/>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5"/>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5"/>
          <p:cNvSpPr txBox="1"/>
          <p:nvPr>
            <p:ph idx="8" type="subTitle"/>
          </p:nvPr>
        </p:nvSpPr>
        <p:spPr>
          <a:xfrm>
            <a:off x="7080413"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65" name="Google Shape;265;p25"/>
          <p:cNvPicPr preferRelativeResize="0"/>
          <p:nvPr/>
        </p:nvPicPr>
        <p:blipFill rotWithShape="1">
          <a:blip r:embed="rId2">
            <a:alphaModFix/>
          </a:blip>
          <a:srcRect b="0" l="0" r="0" t="0"/>
          <a:stretch/>
        </p:blipFill>
        <p:spPr>
          <a:xfrm>
            <a:off x="4169963" y="4442075"/>
            <a:ext cx="243174" cy="243174"/>
          </a:xfrm>
          <a:prstGeom prst="rect">
            <a:avLst/>
          </a:prstGeom>
          <a:noFill/>
          <a:ln>
            <a:noFill/>
          </a:ln>
        </p:spPr>
      </p:pic>
      <p:pic>
        <p:nvPicPr>
          <p:cNvPr id="266" name="Google Shape;266;p25"/>
          <p:cNvPicPr preferRelativeResize="0"/>
          <p:nvPr/>
        </p:nvPicPr>
        <p:blipFill rotWithShape="1">
          <a:blip r:embed="rId2">
            <a:alphaModFix/>
          </a:blip>
          <a:srcRect b="0" l="0" r="0" t="0"/>
          <a:stretch/>
        </p:blipFill>
        <p:spPr>
          <a:xfrm>
            <a:off x="1923088" y="4442075"/>
            <a:ext cx="243174" cy="243174"/>
          </a:xfrm>
          <a:prstGeom prst="rect">
            <a:avLst/>
          </a:prstGeom>
          <a:noFill/>
          <a:ln>
            <a:noFill/>
          </a:ln>
        </p:spPr>
      </p:pic>
      <p:sp>
        <p:nvSpPr>
          <p:cNvPr id="267" name="Google Shape;267;p25"/>
          <p:cNvSpPr/>
          <p:nvPr/>
        </p:nvSpPr>
        <p:spPr>
          <a:xfrm>
            <a:off x="2125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5"/>
          <p:cNvSpPr/>
          <p:nvPr/>
        </p:nvSpPr>
        <p:spPr>
          <a:xfrm>
            <a:off x="3154702" y="1367388"/>
            <a:ext cx="28347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70" name="Google Shape;270;p25"/>
          <p:cNvPicPr preferRelativeResize="0"/>
          <p:nvPr/>
        </p:nvPicPr>
        <p:blipFill rotWithShape="1">
          <a:blip r:embed="rId3">
            <a:alphaModFix/>
          </a:blip>
          <a:srcRect b="0" l="0" r="0" t="0"/>
          <a:stretch/>
        </p:blipFill>
        <p:spPr>
          <a:xfrm>
            <a:off x="7973350" y="229963"/>
            <a:ext cx="958101" cy="170225"/>
          </a:xfrm>
          <a:prstGeom prst="rect">
            <a:avLst/>
          </a:prstGeom>
          <a:noFill/>
          <a:ln>
            <a:noFill/>
          </a:ln>
        </p:spPr>
      </p:pic>
      <p:sp>
        <p:nvSpPr>
          <p:cNvPr id="271" name="Google Shape;271;p2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72" name="Google Shape;272;p25"/>
          <p:cNvSpPr/>
          <p:nvPr/>
        </p:nvSpPr>
        <p:spPr>
          <a:xfrm>
            <a:off x="62009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4">
  <p:cSld name="TITLE_2_1_1_1_1_2_1_1_1_1_1_1_1_1_1_1_1_1_1_1_1_1_1_1_1_1_1_1_1_4">
    <p:bg>
      <p:bgPr>
        <a:solidFill>
          <a:schemeClr val="accent1"/>
        </a:solidFill>
      </p:bgPr>
    </p:bg>
    <p:spTree>
      <p:nvGrpSpPr>
        <p:cNvPr id="273" name="Shape 273"/>
        <p:cNvGrpSpPr/>
        <p:nvPr/>
      </p:nvGrpSpPr>
      <p:grpSpPr>
        <a:xfrm>
          <a:off x="0" y="0"/>
          <a:ext cx="0" cy="0"/>
          <a:chOff x="0" y="0"/>
          <a:chExt cx="0" cy="0"/>
        </a:xfrm>
      </p:grpSpPr>
      <p:sp>
        <p:nvSpPr>
          <p:cNvPr id="274" name="Google Shape;274;p2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6"/>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6"/>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79" name="Google Shape;279;p2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80" name="Google Shape;280;p2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81" name="Google Shape;281;p26"/>
          <p:cNvSpPr txBox="1"/>
          <p:nvPr>
            <p:ph type="title"/>
          </p:nvPr>
        </p:nvSpPr>
        <p:spPr>
          <a:xfrm>
            <a:off x="290263" y="712650"/>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82" name="Google Shape;282;p26"/>
          <p:cNvSpPr txBox="1"/>
          <p:nvPr>
            <p:ph idx="1" type="body"/>
          </p:nvPr>
        </p:nvSpPr>
        <p:spPr>
          <a:xfrm>
            <a:off x="5436863" y="8067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83" name="Google Shape;283;p26"/>
          <p:cNvSpPr txBox="1"/>
          <p:nvPr>
            <p:ph idx="2" type="body"/>
          </p:nvPr>
        </p:nvSpPr>
        <p:spPr>
          <a:xfrm>
            <a:off x="5436863" y="16894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84" name="Google Shape;284;p26"/>
          <p:cNvSpPr txBox="1"/>
          <p:nvPr>
            <p:ph idx="3" type="body"/>
          </p:nvPr>
        </p:nvSpPr>
        <p:spPr>
          <a:xfrm>
            <a:off x="5436863" y="25721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85" name="Google Shape;285;p26"/>
          <p:cNvSpPr txBox="1"/>
          <p:nvPr>
            <p:ph idx="4" type="body"/>
          </p:nvPr>
        </p:nvSpPr>
        <p:spPr>
          <a:xfrm>
            <a:off x="5436863" y="3380625"/>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86" name="Google Shape;286;p26"/>
          <p:cNvSpPr txBox="1"/>
          <p:nvPr>
            <p:ph idx="5" type="body"/>
          </p:nvPr>
        </p:nvSpPr>
        <p:spPr>
          <a:xfrm>
            <a:off x="5436863" y="418910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87" name="Google Shape;287;p26"/>
          <p:cNvSpPr txBox="1"/>
          <p:nvPr/>
        </p:nvSpPr>
        <p:spPr>
          <a:xfrm>
            <a:off x="4772263" y="10205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1</a:t>
            </a:r>
            <a:endParaRPr b="0" i="0" sz="4900" u="none" cap="none" strike="noStrike">
              <a:solidFill>
                <a:schemeClr val="accent1"/>
              </a:solidFill>
              <a:latin typeface="Inter Black"/>
              <a:ea typeface="Inter Black"/>
              <a:cs typeface="Inter Black"/>
              <a:sym typeface="Inter Black"/>
            </a:endParaRPr>
          </a:p>
        </p:txBody>
      </p:sp>
      <p:sp>
        <p:nvSpPr>
          <p:cNvPr id="288" name="Google Shape;288;p26"/>
          <p:cNvSpPr txBox="1"/>
          <p:nvPr/>
        </p:nvSpPr>
        <p:spPr>
          <a:xfrm>
            <a:off x="4772263" y="18302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2</a:t>
            </a:r>
            <a:endParaRPr b="0" i="0" sz="4900" u="none" cap="none" strike="noStrike">
              <a:solidFill>
                <a:schemeClr val="accent1"/>
              </a:solidFill>
              <a:latin typeface="Inter Black"/>
              <a:ea typeface="Inter Black"/>
              <a:cs typeface="Inter Black"/>
              <a:sym typeface="Inter Black"/>
            </a:endParaRPr>
          </a:p>
        </p:txBody>
      </p:sp>
      <p:sp>
        <p:nvSpPr>
          <p:cNvPr id="289" name="Google Shape;289;p26"/>
          <p:cNvSpPr txBox="1"/>
          <p:nvPr/>
        </p:nvSpPr>
        <p:spPr>
          <a:xfrm>
            <a:off x="4772263" y="26399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3</a:t>
            </a:r>
            <a:endParaRPr b="0" i="0" sz="4900" u="none" cap="none" strike="noStrike">
              <a:solidFill>
                <a:schemeClr val="accent1"/>
              </a:solidFill>
              <a:latin typeface="Inter Black"/>
              <a:ea typeface="Inter Black"/>
              <a:cs typeface="Inter Black"/>
              <a:sym typeface="Inter Black"/>
            </a:endParaRPr>
          </a:p>
        </p:txBody>
      </p:sp>
      <p:sp>
        <p:nvSpPr>
          <p:cNvPr id="290" name="Google Shape;290;p26"/>
          <p:cNvSpPr txBox="1"/>
          <p:nvPr/>
        </p:nvSpPr>
        <p:spPr>
          <a:xfrm>
            <a:off x="4772263" y="34496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4</a:t>
            </a:r>
            <a:endParaRPr b="0" i="0" sz="4900" u="none" cap="none" strike="noStrike">
              <a:solidFill>
                <a:schemeClr val="accent1"/>
              </a:solidFill>
              <a:latin typeface="Inter Black"/>
              <a:ea typeface="Inter Black"/>
              <a:cs typeface="Inter Black"/>
              <a:sym typeface="Inter Black"/>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4 1">
  <p:cSld name="TITLE_2_1_1_1_1_2_1_1_1_1_1_1_1_1_1_1_1_1_1_1_1_1_1_1_1_1_1_1_1_4_1">
    <p:bg>
      <p:bgPr>
        <a:solidFill>
          <a:schemeClr val="dk2"/>
        </a:solidFill>
      </p:bgPr>
    </p:bg>
    <p:spTree>
      <p:nvGrpSpPr>
        <p:cNvPr id="291" name="Shape 291"/>
        <p:cNvGrpSpPr/>
        <p:nvPr/>
      </p:nvGrpSpPr>
      <p:grpSpPr>
        <a:xfrm>
          <a:off x="0" y="0"/>
          <a:ext cx="0" cy="0"/>
          <a:chOff x="0" y="0"/>
          <a:chExt cx="0" cy="0"/>
        </a:xfrm>
      </p:grpSpPr>
      <p:sp>
        <p:nvSpPr>
          <p:cNvPr id="292" name="Google Shape;292;p27"/>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7"/>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7"/>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7"/>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97" name="Google Shape;297;p2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98" name="Google Shape;298;p2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99" name="Google Shape;299;p27"/>
          <p:cNvSpPr txBox="1"/>
          <p:nvPr>
            <p:ph type="title"/>
          </p:nvPr>
        </p:nvSpPr>
        <p:spPr>
          <a:xfrm>
            <a:off x="290263" y="712650"/>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300" name="Google Shape;300;p27"/>
          <p:cNvSpPr txBox="1"/>
          <p:nvPr>
            <p:ph idx="1" type="body"/>
          </p:nvPr>
        </p:nvSpPr>
        <p:spPr>
          <a:xfrm>
            <a:off x="5436863" y="8067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1" name="Google Shape;301;p27"/>
          <p:cNvSpPr txBox="1"/>
          <p:nvPr>
            <p:ph idx="2" type="body"/>
          </p:nvPr>
        </p:nvSpPr>
        <p:spPr>
          <a:xfrm>
            <a:off x="5436863" y="16894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2" name="Google Shape;302;p27"/>
          <p:cNvSpPr txBox="1"/>
          <p:nvPr>
            <p:ph idx="3" type="body"/>
          </p:nvPr>
        </p:nvSpPr>
        <p:spPr>
          <a:xfrm>
            <a:off x="5436863" y="25721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3" name="Google Shape;303;p27"/>
          <p:cNvSpPr txBox="1"/>
          <p:nvPr>
            <p:ph idx="4" type="body"/>
          </p:nvPr>
        </p:nvSpPr>
        <p:spPr>
          <a:xfrm>
            <a:off x="5436863" y="3380625"/>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4" name="Google Shape;304;p27"/>
          <p:cNvSpPr txBox="1"/>
          <p:nvPr>
            <p:ph idx="5" type="body"/>
          </p:nvPr>
        </p:nvSpPr>
        <p:spPr>
          <a:xfrm>
            <a:off x="5436863" y="418910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5" name="Google Shape;305;p27"/>
          <p:cNvSpPr txBox="1"/>
          <p:nvPr/>
        </p:nvSpPr>
        <p:spPr>
          <a:xfrm>
            <a:off x="4772263" y="10205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1</a:t>
            </a:r>
            <a:endParaRPr b="0" i="0" sz="4900" u="none" cap="none" strike="noStrike">
              <a:solidFill>
                <a:schemeClr val="accent1"/>
              </a:solidFill>
              <a:latin typeface="Inter Black"/>
              <a:ea typeface="Inter Black"/>
              <a:cs typeface="Inter Black"/>
              <a:sym typeface="Inter Black"/>
            </a:endParaRPr>
          </a:p>
        </p:txBody>
      </p:sp>
      <p:sp>
        <p:nvSpPr>
          <p:cNvPr id="306" name="Google Shape;306;p27"/>
          <p:cNvSpPr txBox="1"/>
          <p:nvPr/>
        </p:nvSpPr>
        <p:spPr>
          <a:xfrm>
            <a:off x="4772263" y="18302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2</a:t>
            </a:r>
            <a:endParaRPr b="0" i="0" sz="4900" u="none" cap="none" strike="noStrike">
              <a:solidFill>
                <a:schemeClr val="accent1"/>
              </a:solidFill>
              <a:latin typeface="Inter Black"/>
              <a:ea typeface="Inter Black"/>
              <a:cs typeface="Inter Black"/>
              <a:sym typeface="Inter Black"/>
            </a:endParaRPr>
          </a:p>
        </p:txBody>
      </p:sp>
      <p:sp>
        <p:nvSpPr>
          <p:cNvPr id="307" name="Google Shape;307;p27"/>
          <p:cNvSpPr txBox="1"/>
          <p:nvPr/>
        </p:nvSpPr>
        <p:spPr>
          <a:xfrm>
            <a:off x="4772263" y="26399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3</a:t>
            </a:r>
            <a:endParaRPr b="0" i="0" sz="4900" u="none" cap="none" strike="noStrike">
              <a:solidFill>
                <a:schemeClr val="accent1"/>
              </a:solidFill>
              <a:latin typeface="Inter Black"/>
              <a:ea typeface="Inter Black"/>
              <a:cs typeface="Inter Black"/>
              <a:sym typeface="Inter Black"/>
            </a:endParaRPr>
          </a:p>
        </p:txBody>
      </p:sp>
      <p:sp>
        <p:nvSpPr>
          <p:cNvPr id="308" name="Google Shape;308;p27"/>
          <p:cNvSpPr txBox="1"/>
          <p:nvPr/>
        </p:nvSpPr>
        <p:spPr>
          <a:xfrm>
            <a:off x="4772263" y="34496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4</a:t>
            </a:r>
            <a:endParaRPr b="0" i="0" sz="4900" u="none" cap="none" strike="noStrike">
              <a:solidFill>
                <a:schemeClr val="accent1"/>
              </a:solidFill>
              <a:latin typeface="Inter Black"/>
              <a:ea typeface="Inter Black"/>
              <a:cs typeface="Inter Black"/>
              <a:sym typeface="Inter Black"/>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1 1 1">
  <p:cSld name="TITLE_2_2_1_1_1_1">
    <p:bg>
      <p:bgPr>
        <a:solidFill>
          <a:schemeClr val="dk2"/>
        </a:solidFill>
      </p:bgPr>
    </p:bg>
    <p:spTree>
      <p:nvGrpSpPr>
        <p:cNvPr id="309" name="Shape 309"/>
        <p:cNvGrpSpPr/>
        <p:nvPr/>
      </p:nvGrpSpPr>
      <p:grpSpPr>
        <a:xfrm>
          <a:off x="0" y="0"/>
          <a:ext cx="0" cy="0"/>
          <a:chOff x="0" y="0"/>
          <a:chExt cx="0" cy="0"/>
        </a:xfrm>
      </p:grpSpPr>
      <p:sp>
        <p:nvSpPr>
          <p:cNvPr id="310" name="Google Shape;310;p28"/>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8"/>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8"/>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313" name="Google Shape;313;p28"/>
          <p:cNvSpPr/>
          <p:nvPr/>
        </p:nvSpPr>
        <p:spPr>
          <a:xfrm>
            <a:off x="345775" y="1327375"/>
            <a:ext cx="8287800" cy="3086400"/>
          </a:xfrm>
          <a:prstGeom prst="roundRect">
            <a:avLst>
              <a:gd fmla="val 6326"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4" name="Google Shape;314;p28"/>
          <p:cNvPicPr preferRelativeResize="0"/>
          <p:nvPr/>
        </p:nvPicPr>
        <p:blipFill rotWithShape="1">
          <a:blip r:embed="rId2">
            <a:alphaModFix/>
          </a:blip>
          <a:srcRect b="0" l="0" r="0" t="0"/>
          <a:stretch/>
        </p:blipFill>
        <p:spPr>
          <a:xfrm>
            <a:off x="945191" y="1784041"/>
            <a:ext cx="628200" cy="628200"/>
          </a:xfrm>
          <a:prstGeom prst="ellipse">
            <a:avLst/>
          </a:prstGeom>
          <a:noFill/>
          <a:ln>
            <a:noFill/>
          </a:ln>
        </p:spPr>
      </p:pic>
      <p:sp>
        <p:nvSpPr>
          <p:cNvPr id="315" name="Google Shape;315;p28"/>
          <p:cNvSpPr txBox="1"/>
          <p:nvPr>
            <p:ph idx="1" type="body"/>
          </p:nvPr>
        </p:nvSpPr>
        <p:spPr>
          <a:xfrm>
            <a:off x="1693150" y="2069850"/>
            <a:ext cx="6183300" cy="1679100"/>
          </a:xfrm>
          <a:prstGeom prst="rect">
            <a:avLst/>
          </a:prstGeom>
          <a:noFill/>
          <a:ln>
            <a:noFill/>
          </a:ln>
        </p:spPr>
        <p:txBody>
          <a:bodyPr anchorCtr="0" anchor="t" bIns="91425" lIns="0" spcFirstLastPara="1" rIns="91425" wrap="square" tIns="0">
            <a:normAutofit/>
          </a:bodyPr>
          <a:lstStyle>
            <a:lvl1pPr indent="-317500" lvl="0" marL="457200" algn="l">
              <a:lnSpc>
                <a:spcPct val="100000"/>
              </a:lnSpc>
              <a:spcBef>
                <a:spcPts val="0"/>
              </a:spcBef>
              <a:spcAft>
                <a:spcPts val="0"/>
              </a:spcAft>
              <a:buSzPts val="1400"/>
              <a:buFont typeface="Inter Medium"/>
              <a:buChar char="●"/>
              <a:defRPr sz="1400">
                <a:latin typeface="Inter Medium"/>
                <a:ea typeface="Inter Medium"/>
                <a:cs typeface="Inter Medium"/>
                <a:sym typeface="Inter Medium"/>
              </a:defRPr>
            </a:lvl1pPr>
            <a:lvl2pPr indent="-317500" lvl="1" marL="9144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2pPr>
            <a:lvl3pPr indent="-317500" lvl="2" marL="13716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3pPr>
            <a:lvl4pPr indent="-317500" lvl="3" marL="18288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4pPr>
            <a:lvl5pPr indent="-317500" lvl="4" marL="22860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5pPr>
            <a:lvl6pPr indent="-317500" lvl="5" marL="27432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6pPr>
            <a:lvl7pPr indent="-317500" lvl="6" marL="32004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7pPr>
            <a:lvl8pPr indent="-317500" lvl="7" marL="36576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8pPr>
            <a:lvl9pPr indent="-317500" lvl="8" marL="41148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9pPr>
          </a:lstStyle>
          <a:p/>
        </p:txBody>
      </p:sp>
      <p:sp>
        <p:nvSpPr>
          <p:cNvPr id="316" name="Google Shape;316;p2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17" name="Google Shape;317;p28"/>
          <p:cNvPicPr preferRelativeResize="0"/>
          <p:nvPr/>
        </p:nvPicPr>
        <p:blipFill rotWithShape="1">
          <a:blip r:embed="rId3">
            <a:alphaModFix/>
          </a:blip>
          <a:srcRect b="0" l="0" r="0" t="0"/>
          <a:stretch/>
        </p:blipFill>
        <p:spPr>
          <a:xfrm>
            <a:off x="7973350" y="229963"/>
            <a:ext cx="958101" cy="170225"/>
          </a:xfrm>
          <a:prstGeom prst="rect">
            <a:avLst/>
          </a:prstGeom>
          <a:noFill/>
          <a:ln>
            <a:noFill/>
          </a:ln>
        </p:spPr>
      </p:pic>
      <p:sp>
        <p:nvSpPr>
          <p:cNvPr id="318" name="Google Shape;318;p2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2">
  <p:cSld name="TITLE_2_1_1_1_1_2_1_1_1_1_1_1_1_1_1_1_1_1_1_2">
    <p:bg>
      <p:bgPr>
        <a:solidFill>
          <a:schemeClr val="accent1"/>
        </a:solidFill>
      </p:bgPr>
    </p:bg>
    <p:spTree>
      <p:nvGrpSpPr>
        <p:cNvPr id="319" name="Shape 319"/>
        <p:cNvGrpSpPr/>
        <p:nvPr/>
      </p:nvGrpSpPr>
      <p:grpSpPr>
        <a:xfrm>
          <a:off x="0" y="0"/>
          <a:ext cx="0" cy="0"/>
          <a:chOff x="0" y="0"/>
          <a:chExt cx="0" cy="0"/>
        </a:xfrm>
      </p:grpSpPr>
      <p:sp>
        <p:nvSpPr>
          <p:cNvPr id="320" name="Google Shape;320;p29"/>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9"/>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29"/>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323" name="Google Shape;323;p29"/>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9"/>
          <p:cNvSpPr txBox="1"/>
          <p:nvPr>
            <p:ph idx="2"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325" name="Google Shape;325;p29"/>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26" name="Google Shape;326;p2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27" name="Google Shape;327;p2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28" name="Google Shape;328;p2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3">
  <p:cSld name="TITLE_2_1_1_1_1_2_1_1_1_1_1_1_1_1_1_1_1_1_1_1_1_1_1_1_1_1_1_1_3">
    <p:bg>
      <p:bgPr>
        <a:solidFill>
          <a:schemeClr val="accent1"/>
        </a:solidFill>
      </p:bgPr>
    </p:bg>
    <p:spTree>
      <p:nvGrpSpPr>
        <p:cNvPr id="329" name="Shape 329"/>
        <p:cNvGrpSpPr/>
        <p:nvPr/>
      </p:nvGrpSpPr>
      <p:grpSpPr>
        <a:xfrm>
          <a:off x="0" y="0"/>
          <a:ext cx="0" cy="0"/>
          <a:chOff x="0" y="0"/>
          <a:chExt cx="0" cy="0"/>
        </a:xfrm>
      </p:grpSpPr>
      <p:sp>
        <p:nvSpPr>
          <p:cNvPr id="330" name="Google Shape;330;p30"/>
          <p:cNvSpPr txBox="1"/>
          <p:nvPr>
            <p:ph type="title"/>
          </p:nvPr>
        </p:nvSpPr>
        <p:spPr>
          <a:xfrm>
            <a:off x="182650" y="4522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31" name="Google Shape;331;p30"/>
          <p:cNvSpPr/>
          <p:nvPr/>
        </p:nvSpPr>
        <p:spPr>
          <a:xfrm>
            <a:off x="2125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0"/>
          <p:cNvSpPr/>
          <p:nvPr/>
        </p:nvSpPr>
        <p:spPr>
          <a:xfrm>
            <a:off x="24364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30"/>
          <p:cNvSpPr/>
          <p:nvPr/>
        </p:nvSpPr>
        <p:spPr>
          <a:xfrm>
            <a:off x="46531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30"/>
          <p:cNvSpPr/>
          <p:nvPr/>
        </p:nvSpPr>
        <p:spPr>
          <a:xfrm>
            <a:off x="68770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30"/>
          <p:cNvSpPr txBox="1"/>
          <p:nvPr>
            <p:ph idx="1" type="body"/>
          </p:nvPr>
        </p:nvSpPr>
        <p:spPr>
          <a:xfrm>
            <a:off x="2758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36" name="Google Shape;336;p30"/>
          <p:cNvSpPr txBox="1"/>
          <p:nvPr>
            <p:ph idx="2" type="subTitle"/>
          </p:nvPr>
        </p:nvSpPr>
        <p:spPr>
          <a:xfrm>
            <a:off x="2758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7" name="Google Shape;337;p30"/>
          <p:cNvSpPr txBox="1"/>
          <p:nvPr>
            <p:ph idx="3" type="body"/>
          </p:nvPr>
        </p:nvSpPr>
        <p:spPr>
          <a:xfrm>
            <a:off x="25495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38" name="Google Shape;338;p30"/>
          <p:cNvSpPr txBox="1"/>
          <p:nvPr>
            <p:ph idx="4" type="subTitle"/>
          </p:nvPr>
        </p:nvSpPr>
        <p:spPr>
          <a:xfrm>
            <a:off x="25495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9" name="Google Shape;339;p30"/>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30"/>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30"/>
          <p:cNvSpPr txBox="1"/>
          <p:nvPr>
            <p:ph idx="5" type="body"/>
          </p:nvPr>
        </p:nvSpPr>
        <p:spPr>
          <a:xfrm>
            <a:off x="47745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2" name="Google Shape;342;p30"/>
          <p:cNvSpPr txBox="1"/>
          <p:nvPr>
            <p:ph idx="6" type="subTitle"/>
          </p:nvPr>
        </p:nvSpPr>
        <p:spPr>
          <a:xfrm>
            <a:off x="47745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3" name="Google Shape;343;p30"/>
          <p:cNvSpPr txBox="1"/>
          <p:nvPr>
            <p:ph idx="7" type="body"/>
          </p:nvPr>
        </p:nvSpPr>
        <p:spPr>
          <a:xfrm>
            <a:off x="70669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4" name="Google Shape;344;p30"/>
          <p:cNvSpPr txBox="1"/>
          <p:nvPr>
            <p:ph idx="8" type="subTitle"/>
          </p:nvPr>
        </p:nvSpPr>
        <p:spPr>
          <a:xfrm>
            <a:off x="70669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5" name="Google Shape;345;p3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46" name="Google Shape;346;p3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47" name="Google Shape;347;p3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3 1">
  <p:cSld name="TITLE_2_1_1_1_1_2_1_1_1_1_1_1_1_1_1_1_1_1_1_1_1_1_1_1_1_1_1_1_3_1">
    <p:bg>
      <p:bgPr>
        <a:solidFill>
          <a:schemeClr val="dk2"/>
        </a:solidFill>
      </p:bgPr>
    </p:bg>
    <p:spTree>
      <p:nvGrpSpPr>
        <p:cNvPr id="348" name="Shape 348"/>
        <p:cNvGrpSpPr/>
        <p:nvPr/>
      </p:nvGrpSpPr>
      <p:grpSpPr>
        <a:xfrm>
          <a:off x="0" y="0"/>
          <a:ext cx="0" cy="0"/>
          <a:chOff x="0" y="0"/>
          <a:chExt cx="0" cy="0"/>
        </a:xfrm>
      </p:grpSpPr>
      <p:sp>
        <p:nvSpPr>
          <p:cNvPr id="349" name="Google Shape;349;p31"/>
          <p:cNvSpPr txBox="1"/>
          <p:nvPr>
            <p:ph type="title"/>
          </p:nvPr>
        </p:nvSpPr>
        <p:spPr>
          <a:xfrm>
            <a:off x="182650" y="4522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50" name="Google Shape;350;p31"/>
          <p:cNvSpPr/>
          <p:nvPr/>
        </p:nvSpPr>
        <p:spPr>
          <a:xfrm>
            <a:off x="2125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1"/>
          <p:cNvSpPr/>
          <p:nvPr/>
        </p:nvSpPr>
        <p:spPr>
          <a:xfrm>
            <a:off x="24364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31"/>
          <p:cNvSpPr/>
          <p:nvPr/>
        </p:nvSpPr>
        <p:spPr>
          <a:xfrm>
            <a:off x="46531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31"/>
          <p:cNvSpPr/>
          <p:nvPr/>
        </p:nvSpPr>
        <p:spPr>
          <a:xfrm>
            <a:off x="68770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31"/>
          <p:cNvSpPr txBox="1"/>
          <p:nvPr>
            <p:ph idx="1" type="body"/>
          </p:nvPr>
        </p:nvSpPr>
        <p:spPr>
          <a:xfrm>
            <a:off x="2758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55" name="Google Shape;355;p31"/>
          <p:cNvSpPr txBox="1"/>
          <p:nvPr>
            <p:ph idx="2" type="subTitle"/>
          </p:nvPr>
        </p:nvSpPr>
        <p:spPr>
          <a:xfrm>
            <a:off x="2758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6" name="Google Shape;356;p31"/>
          <p:cNvSpPr txBox="1"/>
          <p:nvPr>
            <p:ph idx="3" type="body"/>
          </p:nvPr>
        </p:nvSpPr>
        <p:spPr>
          <a:xfrm>
            <a:off x="25495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57" name="Google Shape;357;p31"/>
          <p:cNvSpPr txBox="1"/>
          <p:nvPr>
            <p:ph idx="4" type="subTitle"/>
          </p:nvPr>
        </p:nvSpPr>
        <p:spPr>
          <a:xfrm>
            <a:off x="25495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8" name="Google Shape;358;p31"/>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31"/>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31"/>
          <p:cNvSpPr txBox="1"/>
          <p:nvPr>
            <p:ph idx="5" type="body"/>
          </p:nvPr>
        </p:nvSpPr>
        <p:spPr>
          <a:xfrm>
            <a:off x="47745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61" name="Google Shape;361;p31"/>
          <p:cNvSpPr txBox="1"/>
          <p:nvPr>
            <p:ph idx="6" type="subTitle"/>
          </p:nvPr>
        </p:nvSpPr>
        <p:spPr>
          <a:xfrm>
            <a:off x="47745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2" name="Google Shape;362;p31"/>
          <p:cNvSpPr txBox="1"/>
          <p:nvPr>
            <p:ph idx="7" type="body"/>
          </p:nvPr>
        </p:nvSpPr>
        <p:spPr>
          <a:xfrm>
            <a:off x="70669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63" name="Google Shape;363;p31"/>
          <p:cNvSpPr txBox="1"/>
          <p:nvPr>
            <p:ph idx="8" type="subTitle"/>
          </p:nvPr>
        </p:nvSpPr>
        <p:spPr>
          <a:xfrm>
            <a:off x="70669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4" name="Google Shape;364;p3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65" name="Google Shape;365;p3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66" name="Google Shape;366;p3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2 1">
  <p:cSld name="TITLE_2_1_1_1_1_2_2_1">
    <p:bg>
      <p:bgPr>
        <a:solidFill>
          <a:schemeClr val="dk2"/>
        </a:solidFill>
      </p:bgPr>
    </p:bg>
    <p:spTree>
      <p:nvGrpSpPr>
        <p:cNvPr id="367" name="Shape 367"/>
        <p:cNvGrpSpPr/>
        <p:nvPr/>
      </p:nvGrpSpPr>
      <p:grpSpPr>
        <a:xfrm>
          <a:off x="0" y="0"/>
          <a:ext cx="0" cy="0"/>
          <a:chOff x="0" y="0"/>
          <a:chExt cx="0" cy="0"/>
        </a:xfrm>
      </p:grpSpPr>
      <p:sp>
        <p:nvSpPr>
          <p:cNvPr id="368" name="Google Shape;368;p32"/>
          <p:cNvSpPr txBox="1"/>
          <p:nvPr>
            <p:ph type="title"/>
          </p:nvPr>
        </p:nvSpPr>
        <p:spPr>
          <a:xfrm>
            <a:off x="163875" y="130130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9pPr>
          </a:lstStyle>
          <a:p/>
        </p:txBody>
      </p:sp>
      <p:sp>
        <p:nvSpPr>
          <p:cNvPr id="369" name="Google Shape;369;p32"/>
          <p:cNvSpPr txBox="1"/>
          <p:nvPr>
            <p:ph idx="1" type="body"/>
          </p:nvPr>
        </p:nvSpPr>
        <p:spPr>
          <a:xfrm>
            <a:off x="163875"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370" name="Google Shape;370;p32"/>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32"/>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32"/>
          <p:cNvSpPr txBox="1"/>
          <p:nvPr>
            <p:ph idx="2" type="subTitle"/>
          </p:nvPr>
        </p:nvSpPr>
        <p:spPr>
          <a:xfrm>
            <a:off x="163875"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73" name="Google Shape;373;p32"/>
          <p:cNvSpPr/>
          <p:nvPr/>
        </p:nvSpPr>
        <p:spPr>
          <a:xfrm rot="-5400000">
            <a:off x="4432050" y="184050"/>
            <a:ext cx="4000500" cy="50040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3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75" name="Google Shape;375;p3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76" name="Google Shape;376;p3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2 1">
  <p:cSld name="TITLE_2_1_1_1_1_2_1_1_1_1_1_1_1_1_1_1_1_1_1_2_1">
    <p:bg>
      <p:bgPr>
        <a:solidFill>
          <a:schemeClr val="dk2"/>
        </a:solidFill>
      </p:bgPr>
    </p:bg>
    <p:spTree>
      <p:nvGrpSpPr>
        <p:cNvPr id="377" name="Shape 377"/>
        <p:cNvGrpSpPr/>
        <p:nvPr/>
      </p:nvGrpSpPr>
      <p:grpSpPr>
        <a:xfrm>
          <a:off x="0" y="0"/>
          <a:ext cx="0" cy="0"/>
          <a:chOff x="0" y="0"/>
          <a:chExt cx="0" cy="0"/>
        </a:xfrm>
      </p:grpSpPr>
      <p:sp>
        <p:nvSpPr>
          <p:cNvPr id="378" name="Google Shape;378;p3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3"/>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3"/>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381" name="Google Shape;381;p33"/>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3"/>
          <p:cNvSpPr txBox="1"/>
          <p:nvPr>
            <p:ph idx="2"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383" name="Google Shape;383;p33"/>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84" name="Google Shape;384;p3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85" name="Google Shape;385;p3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86" name="Google Shape;386;p3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2 1">
  <p:cSld name="TITLE_2_1_1_1_1_2_1_1_1_1_1_1_1_1_1_1_1_1_1_1_1_1_2_1">
    <p:bg>
      <p:bgPr>
        <a:solidFill>
          <a:schemeClr val="dk2"/>
        </a:solidFill>
      </p:bgPr>
    </p:bg>
    <p:spTree>
      <p:nvGrpSpPr>
        <p:cNvPr id="387" name="Shape 387"/>
        <p:cNvGrpSpPr/>
        <p:nvPr/>
      </p:nvGrpSpPr>
      <p:grpSpPr>
        <a:xfrm>
          <a:off x="0" y="0"/>
          <a:ext cx="0" cy="0"/>
          <a:chOff x="0" y="0"/>
          <a:chExt cx="0" cy="0"/>
        </a:xfrm>
      </p:grpSpPr>
      <p:sp>
        <p:nvSpPr>
          <p:cNvPr id="388" name="Google Shape;388;p34"/>
          <p:cNvSpPr/>
          <p:nvPr>
            <p:ph idx="2" type="pic"/>
          </p:nvPr>
        </p:nvSpPr>
        <p:spPr>
          <a:xfrm>
            <a:off x="3041775" y="861525"/>
            <a:ext cx="1193100" cy="1126800"/>
          </a:xfrm>
          <a:prstGeom prst="roundRect">
            <a:avLst>
              <a:gd fmla="val 50000" name="adj"/>
            </a:avLst>
          </a:prstGeom>
          <a:noFill/>
          <a:ln>
            <a:noFill/>
          </a:ln>
        </p:spPr>
      </p:sp>
      <p:sp>
        <p:nvSpPr>
          <p:cNvPr id="389" name="Google Shape;389;p34"/>
          <p:cNvSpPr/>
          <p:nvPr>
            <p:ph idx="3" type="pic"/>
          </p:nvPr>
        </p:nvSpPr>
        <p:spPr>
          <a:xfrm>
            <a:off x="4470650" y="861525"/>
            <a:ext cx="1193100" cy="1126800"/>
          </a:xfrm>
          <a:prstGeom prst="roundRect">
            <a:avLst>
              <a:gd fmla="val 50000" name="adj"/>
            </a:avLst>
          </a:prstGeom>
          <a:noFill/>
          <a:ln>
            <a:noFill/>
          </a:ln>
        </p:spPr>
      </p:sp>
      <p:sp>
        <p:nvSpPr>
          <p:cNvPr id="390" name="Google Shape;390;p34"/>
          <p:cNvSpPr/>
          <p:nvPr>
            <p:ph idx="4" type="pic"/>
          </p:nvPr>
        </p:nvSpPr>
        <p:spPr>
          <a:xfrm>
            <a:off x="5888575" y="861525"/>
            <a:ext cx="1193100" cy="1126800"/>
          </a:xfrm>
          <a:prstGeom prst="roundRect">
            <a:avLst>
              <a:gd fmla="val 50000" name="adj"/>
            </a:avLst>
          </a:prstGeom>
          <a:noFill/>
          <a:ln>
            <a:noFill/>
          </a:ln>
        </p:spPr>
      </p:sp>
      <p:sp>
        <p:nvSpPr>
          <p:cNvPr id="391" name="Google Shape;391;p34"/>
          <p:cNvSpPr/>
          <p:nvPr>
            <p:ph idx="5" type="pic"/>
          </p:nvPr>
        </p:nvSpPr>
        <p:spPr>
          <a:xfrm>
            <a:off x="7306500" y="861525"/>
            <a:ext cx="1193100" cy="1126800"/>
          </a:xfrm>
          <a:prstGeom prst="roundRect">
            <a:avLst>
              <a:gd fmla="val 50000" name="adj"/>
            </a:avLst>
          </a:prstGeom>
          <a:noFill/>
          <a:ln>
            <a:noFill/>
          </a:ln>
        </p:spPr>
      </p:sp>
      <p:sp>
        <p:nvSpPr>
          <p:cNvPr id="392" name="Google Shape;392;p34"/>
          <p:cNvSpPr/>
          <p:nvPr>
            <p:ph idx="6" type="pic"/>
          </p:nvPr>
        </p:nvSpPr>
        <p:spPr>
          <a:xfrm>
            <a:off x="3041775" y="2831725"/>
            <a:ext cx="1193100" cy="1126800"/>
          </a:xfrm>
          <a:prstGeom prst="roundRect">
            <a:avLst>
              <a:gd fmla="val 50000" name="adj"/>
            </a:avLst>
          </a:prstGeom>
          <a:noFill/>
          <a:ln>
            <a:noFill/>
          </a:ln>
        </p:spPr>
      </p:sp>
      <p:sp>
        <p:nvSpPr>
          <p:cNvPr id="393" name="Google Shape;393;p34"/>
          <p:cNvSpPr/>
          <p:nvPr>
            <p:ph idx="7" type="pic"/>
          </p:nvPr>
        </p:nvSpPr>
        <p:spPr>
          <a:xfrm>
            <a:off x="4470650" y="2831725"/>
            <a:ext cx="1193100" cy="1126800"/>
          </a:xfrm>
          <a:prstGeom prst="roundRect">
            <a:avLst>
              <a:gd fmla="val 50000" name="adj"/>
            </a:avLst>
          </a:prstGeom>
          <a:noFill/>
          <a:ln>
            <a:noFill/>
          </a:ln>
        </p:spPr>
      </p:sp>
      <p:sp>
        <p:nvSpPr>
          <p:cNvPr id="394" name="Google Shape;394;p34"/>
          <p:cNvSpPr/>
          <p:nvPr>
            <p:ph idx="8" type="pic"/>
          </p:nvPr>
        </p:nvSpPr>
        <p:spPr>
          <a:xfrm>
            <a:off x="5888575" y="2831725"/>
            <a:ext cx="1193100" cy="1126800"/>
          </a:xfrm>
          <a:prstGeom prst="roundRect">
            <a:avLst>
              <a:gd fmla="val 50000" name="adj"/>
            </a:avLst>
          </a:prstGeom>
          <a:noFill/>
          <a:ln>
            <a:noFill/>
          </a:ln>
        </p:spPr>
      </p:sp>
      <p:sp>
        <p:nvSpPr>
          <p:cNvPr id="395" name="Google Shape;395;p34"/>
          <p:cNvSpPr/>
          <p:nvPr>
            <p:ph idx="9" type="pic"/>
          </p:nvPr>
        </p:nvSpPr>
        <p:spPr>
          <a:xfrm>
            <a:off x="7306500" y="2831725"/>
            <a:ext cx="1193100" cy="1126800"/>
          </a:xfrm>
          <a:prstGeom prst="roundRect">
            <a:avLst>
              <a:gd fmla="val 50000" name="adj"/>
            </a:avLst>
          </a:prstGeom>
          <a:noFill/>
          <a:ln>
            <a:noFill/>
          </a:ln>
        </p:spPr>
      </p:sp>
      <p:sp>
        <p:nvSpPr>
          <p:cNvPr id="396" name="Google Shape;396;p34"/>
          <p:cNvSpPr txBox="1"/>
          <p:nvPr>
            <p:ph idx="1" type="subTitle"/>
          </p:nvPr>
        </p:nvSpPr>
        <p:spPr>
          <a:xfrm>
            <a:off x="2764725" y="2116175"/>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397" name="Google Shape;397;p34"/>
          <p:cNvSpPr txBox="1"/>
          <p:nvPr>
            <p:ph idx="13" type="subTitle"/>
          </p:nvPr>
        </p:nvSpPr>
        <p:spPr>
          <a:xfrm>
            <a:off x="2764725" y="2262850"/>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98" name="Google Shape;398;p34"/>
          <p:cNvSpPr txBox="1"/>
          <p:nvPr>
            <p:ph idx="14" type="subTitle"/>
          </p:nvPr>
        </p:nvSpPr>
        <p:spPr>
          <a:xfrm>
            <a:off x="4193600" y="2116175"/>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399" name="Google Shape;399;p34"/>
          <p:cNvSpPr txBox="1"/>
          <p:nvPr>
            <p:ph idx="15" type="subTitle"/>
          </p:nvPr>
        </p:nvSpPr>
        <p:spPr>
          <a:xfrm>
            <a:off x="4193600" y="2262850"/>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00" name="Google Shape;400;p34"/>
          <p:cNvSpPr txBox="1"/>
          <p:nvPr>
            <p:ph idx="16" type="subTitle"/>
          </p:nvPr>
        </p:nvSpPr>
        <p:spPr>
          <a:xfrm>
            <a:off x="5611525" y="2116163"/>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401" name="Google Shape;401;p34"/>
          <p:cNvSpPr txBox="1"/>
          <p:nvPr>
            <p:ph idx="17" type="subTitle"/>
          </p:nvPr>
        </p:nvSpPr>
        <p:spPr>
          <a:xfrm>
            <a:off x="5611525" y="2262838"/>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02" name="Google Shape;402;p34"/>
          <p:cNvSpPr txBox="1"/>
          <p:nvPr>
            <p:ph idx="18" type="subTitle"/>
          </p:nvPr>
        </p:nvSpPr>
        <p:spPr>
          <a:xfrm>
            <a:off x="7029450" y="2116175"/>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403" name="Google Shape;403;p34"/>
          <p:cNvSpPr txBox="1"/>
          <p:nvPr>
            <p:ph idx="19" type="subTitle"/>
          </p:nvPr>
        </p:nvSpPr>
        <p:spPr>
          <a:xfrm>
            <a:off x="7029450" y="2262850"/>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04" name="Google Shape;404;p34"/>
          <p:cNvSpPr txBox="1"/>
          <p:nvPr>
            <p:ph idx="20" type="subTitle"/>
          </p:nvPr>
        </p:nvSpPr>
        <p:spPr>
          <a:xfrm>
            <a:off x="4193600" y="4082000"/>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405" name="Google Shape;405;p34"/>
          <p:cNvSpPr txBox="1"/>
          <p:nvPr>
            <p:ph idx="21" type="subTitle"/>
          </p:nvPr>
        </p:nvSpPr>
        <p:spPr>
          <a:xfrm>
            <a:off x="4193600" y="4228675"/>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06" name="Google Shape;406;p34"/>
          <p:cNvSpPr txBox="1"/>
          <p:nvPr>
            <p:ph idx="22" type="subTitle"/>
          </p:nvPr>
        </p:nvSpPr>
        <p:spPr>
          <a:xfrm>
            <a:off x="5611525" y="4081988"/>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407" name="Google Shape;407;p34"/>
          <p:cNvSpPr txBox="1"/>
          <p:nvPr>
            <p:ph idx="23" type="subTitle"/>
          </p:nvPr>
        </p:nvSpPr>
        <p:spPr>
          <a:xfrm>
            <a:off x="5611525" y="4228663"/>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08" name="Google Shape;408;p34"/>
          <p:cNvSpPr txBox="1"/>
          <p:nvPr>
            <p:ph idx="24" type="subTitle"/>
          </p:nvPr>
        </p:nvSpPr>
        <p:spPr>
          <a:xfrm>
            <a:off x="7029450" y="4082000"/>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409" name="Google Shape;409;p34"/>
          <p:cNvSpPr txBox="1"/>
          <p:nvPr>
            <p:ph idx="25" type="subTitle"/>
          </p:nvPr>
        </p:nvSpPr>
        <p:spPr>
          <a:xfrm>
            <a:off x="7029450" y="4228675"/>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10" name="Google Shape;410;p34"/>
          <p:cNvSpPr txBox="1"/>
          <p:nvPr>
            <p:ph idx="26" type="subTitle"/>
          </p:nvPr>
        </p:nvSpPr>
        <p:spPr>
          <a:xfrm>
            <a:off x="2764725" y="4081988"/>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411" name="Google Shape;411;p34"/>
          <p:cNvSpPr txBox="1"/>
          <p:nvPr>
            <p:ph idx="27" type="subTitle"/>
          </p:nvPr>
        </p:nvSpPr>
        <p:spPr>
          <a:xfrm>
            <a:off x="2764725" y="4228663"/>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12" name="Google Shape;412;p34"/>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34"/>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3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415" name="Google Shape;415;p3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416" name="Google Shape;416;p3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417" name="Google Shape;417;p34"/>
          <p:cNvSpPr/>
          <p:nvPr/>
        </p:nvSpPr>
        <p:spPr>
          <a:xfrm>
            <a:off x="212550" y="861513"/>
            <a:ext cx="2415900" cy="3692100"/>
          </a:xfrm>
          <a:prstGeom prst="roundRect">
            <a:avLst>
              <a:gd fmla="val 540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34"/>
          <p:cNvSpPr txBox="1"/>
          <p:nvPr>
            <p:ph type="title"/>
          </p:nvPr>
        </p:nvSpPr>
        <p:spPr>
          <a:xfrm>
            <a:off x="445450" y="1175063"/>
            <a:ext cx="20088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600"/>
              <a:buFont typeface="Inter Tight Black"/>
              <a:buNone/>
              <a:defRPr sz="36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600"/>
              <a:buNone/>
              <a:defRPr sz="3600">
                <a:solidFill>
                  <a:schemeClr val="accent1"/>
                </a:solidFill>
              </a:defRPr>
            </a:lvl2pPr>
            <a:lvl3pPr lvl="2" algn="l">
              <a:lnSpc>
                <a:spcPct val="70000"/>
              </a:lnSpc>
              <a:spcBef>
                <a:spcPts val="0"/>
              </a:spcBef>
              <a:spcAft>
                <a:spcPts val="0"/>
              </a:spcAft>
              <a:buClr>
                <a:schemeClr val="accent1"/>
              </a:buClr>
              <a:buSzPts val="3600"/>
              <a:buNone/>
              <a:defRPr sz="3600">
                <a:solidFill>
                  <a:schemeClr val="accent1"/>
                </a:solidFill>
              </a:defRPr>
            </a:lvl3pPr>
            <a:lvl4pPr lvl="3" algn="l">
              <a:lnSpc>
                <a:spcPct val="70000"/>
              </a:lnSpc>
              <a:spcBef>
                <a:spcPts val="0"/>
              </a:spcBef>
              <a:spcAft>
                <a:spcPts val="0"/>
              </a:spcAft>
              <a:buClr>
                <a:schemeClr val="accent1"/>
              </a:buClr>
              <a:buSzPts val="3600"/>
              <a:buNone/>
              <a:defRPr sz="3600">
                <a:solidFill>
                  <a:schemeClr val="accent1"/>
                </a:solidFill>
              </a:defRPr>
            </a:lvl4pPr>
            <a:lvl5pPr lvl="4" algn="l">
              <a:lnSpc>
                <a:spcPct val="70000"/>
              </a:lnSpc>
              <a:spcBef>
                <a:spcPts val="0"/>
              </a:spcBef>
              <a:spcAft>
                <a:spcPts val="0"/>
              </a:spcAft>
              <a:buClr>
                <a:schemeClr val="accent1"/>
              </a:buClr>
              <a:buSzPts val="3600"/>
              <a:buNone/>
              <a:defRPr sz="3600">
                <a:solidFill>
                  <a:schemeClr val="accent1"/>
                </a:solidFill>
              </a:defRPr>
            </a:lvl5pPr>
            <a:lvl6pPr lvl="5" algn="l">
              <a:lnSpc>
                <a:spcPct val="70000"/>
              </a:lnSpc>
              <a:spcBef>
                <a:spcPts val="0"/>
              </a:spcBef>
              <a:spcAft>
                <a:spcPts val="0"/>
              </a:spcAft>
              <a:buClr>
                <a:schemeClr val="accent1"/>
              </a:buClr>
              <a:buSzPts val="3600"/>
              <a:buNone/>
              <a:defRPr sz="3600">
                <a:solidFill>
                  <a:schemeClr val="accent1"/>
                </a:solidFill>
              </a:defRPr>
            </a:lvl6pPr>
            <a:lvl7pPr lvl="6" algn="l">
              <a:lnSpc>
                <a:spcPct val="70000"/>
              </a:lnSpc>
              <a:spcBef>
                <a:spcPts val="0"/>
              </a:spcBef>
              <a:spcAft>
                <a:spcPts val="0"/>
              </a:spcAft>
              <a:buClr>
                <a:schemeClr val="accent1"/>
              </a:buClr>
              <a:buSzPts val="3600"/>
              <a:buNone/>
              <a:defRPr sz="3600">
                <a:solidFill>
                  <a:schemeClr val="accent1"/>
                </a:solidFill>
              </a:defRPr>
            </a:lvl7pPr>
            <a:lvl8pPr lvl="7" algn="l">
              <a:lnSpc>
                <a:spcPct val="70000"/>
              </a:lnSpc>
              <a:spcBef>
                <a:spcPts val="0"/>
              </a:spcBef>
              <a:spcAft>
                <a:spcPts val="0"/>
              </a:spcAft>
              <a:buClr>
                <a:schemeClr val="accent1"/>
              </a:buClr>
              <a:buSzPts val="3600"/>
              <a:buNone/>
              <a:defRPr sz="3600">
                <a:solidFill>
                  <a:schemeClr val="accent1"/>
                </a:solidFill>
              </a:defRPr>
            </a:lvl8pPr>
            <a:lvl9pPr lvl="8" algn="l">
              <a:lnSpc>
                <a:spcPct val="70000"/>
              </a:lnSpc>
              <a:spcBef>
                <a:spcPts val="0"/>
              </a:spcBef>
              <a:spcAft>
                <a:spcPts val="0"/>
              </a:spcAft>
              <a:buClr>
                <a:schemeClr val="accent1"/>
              </a:buClr>
              <a:buSzPts val="3600"/>
              <a:buNone/>
              <a:defRPr sz="3600">
                <a:solidFill>
                  <a:schemeClr val="accent1"/>
                </a:solidFill>
              </a:defRPr>
            </a:lvl9pPr>
          </a:lstStyle>
          <a:p/>
        </p:txBody>
      </p:sp>
      <p:sp>
        <p:nvSpPr>
          <p:cNvPr id="419" name="Google Shape;419;p34"/>
          <p:cNvSpPr txBox="1"/>
          <p:nvPr>
            <p:ph idx="28" type="body"/>
          </p:nvPr>
        </p:nvSpPr>
        <p:spPr>
          <a:xfrm>
            <a:off x="445450" y="2773038"/>
            <a:ext cx="2008800" cy="1448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1pPr>
            <a:lvl2pPr indent="-304800" lvl="1" marL="914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2pPr>
            <a:lvl3pPr indent="-304800" lvl="2" marL="1371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3pPr>
            <a:lvl4pPr indent="-304800" lvl="3" marL="1828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4pPr>
            <a:lvl5pPr indent="-304800" lvl="4" marL="22860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5pPr>
            <a:lvl6pPr indent="-304800" lvl="5" marL="2743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6pPr>
            <a:lvl7pPr indent="-304800" lvl="6" marL="3200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7pPr>
            <a:lvl8pPr indent="-304800" lvl="7" marL="3657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8pPr>
            <a:lvl9pPr indent="-304800" lvl="8" marL="4114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9pPr>
          </a:lstStyle>
          <a:p/>
        </p:txBody>
      </p:sp>
      <p:sp>
        <p:nvSpPr>
          <p:cNvPr id="420" name="Google Shape;420;p34"/>
          <p:cNvSpPr txBox="1"/>
          <p:nvPr>
            <p:ph idx="29" type="subTitle"/>
          </p:nvPr>
        </p:nvSpPr>
        <p:spPr>
          <a:xfrm>
            <a:off x="445450" y="2380213"/>
            <a:ext cx="20088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accent1"/>
              </a:buClr>
              <a:buSzPts val="1200"/>
              <a:buFont typeface="Inter"/>
              <a:buNone/>
              <a:defRPr b="1" sz="12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400"/>
              <a:buNone/>
              <a:defRPr>
                <a:solidFill>
                  <a:schemeClr val="accent1"/>
                </a:solidFill>
              </a:defRPr>
            </a:lvl2pPr>
            <a:lvl3pPr lvl="2" algn="l">
              <a:lnSpc>
                <a:spcPct val="115000"/>
              </a:lnSpc>
              <a:spcBef>
                <a:spcPts val="0"/>
              </a:spcBef>
              <a:spcAft>
                <a:spcPts val="0"/>
              </a:spcAft>
              <a:buClr>
                <a:schemeClr val="accent1"/>
              </a:buClr>
              <a:buSzPts val="1400"/>
              <a:buNone/>
              <a:defRPr>
                <a:solidFill>
                  <a:schemeClr val="accent1"/>
                </a:solidFill>
              </a:defRPr>
            </a:lvl3pPr>
            <a:lvl4pPr lvl="3" algn="l">
              <a:lnSpc>
                <a:spcPct val="115000"/>
              </a:lnSpc>
              <a:spcBef>
                <a:spcPts val="0"/>
              </a:spcBef>
              <a:spcAft>
                <a:spcPts val="0"/>
              </a:spcAft>
              <a:buClr>
                <a:schemeClr val="accent1"/>
              </a:buClr>
              <a:buSzPts val="1400"/>
              <a:buNone/>
              <a:defRPr>
                <a:solidFill>
                  <a:schemeClr val="accent1"/>
                </a:solidFill>
              </a:defRPr>
            </a:lvl4pPr>
            <a:lvl5pPr lvl="4" algn="l">
              <a:lnSpc>
                <a:spcPct val="115000"/>
              </a:lnSpc>
              <a:spcBef>
                <a:spcPts val="0"/>
              </a:spcBef>
              <a:spcAft>
                <a:spcPts val="0"/>
              </a:spcAft>
              <a:buClr>
                <a:schemeClr val="accent1"/>
              </a:buClr>
              <a:buSzPts val="1400"/>
              <a:buNone/>
              <a:defRPr>
                <a:solidFill>
                  <a:schemeClr val="accent1"/>
                </a:solidFill>
              </a:defRPr>
            </a:lvl5pPr>
            <a:lvl6pPr lvl="5" algn="l">
              <a:lnSpc>
                <a:spcPct val="115000"/>
              </a:lnSpc>
              <a:spcBef>
                <a:spcPts val="0"/>
              </a:spcBef>
              <a:spcAft>
                <a:spcPts val="0"/>
              </a:spcAft>
              <a:buClr>
                <a:schemeClr val="accent1"/>
              </a:buClr>
              <a:buSzPts val="1400"/>
              <a:buNone/>
              <a:defRPr>
                <a:solidFill>
                  <a:schemeClr val="accent1"/>
                </a:solidFill>
              </a:defRPr>
            </a:lvl6pPr>
            <a:lvl7pPr lvl="6" algn="l">
              <a:lnSpc>
                <a:spcPct val="115000"/>
              </a:lnSpc>
              <a:spcBef>
                <a:spcPts val="0"/>
              </a:spcBef>
              <a:spcAft>
                <a:spcPts val="0"/>
              </a:spcAft>
              <a:buClr>
                <a:schemeClr val="accent1"/>
              </a:buClr>
              <a:buSzPts val="1400"/>
              <a:buNone/>
              <a:defRPr>
                <a:solidFill>
                  <a:schemeClr val="accent1"/>
                </a:solidFill>
              </a:defRPr>
            </a:lvl7pPr>
            <a:lvl8pPr lvl="7" algn="l">
              <a:lnSpc>
                <a:spcPct val="115000"/>
              </a:lnSpc>
              <a:spcBef>
                <a:spcPts val="0"/>
              </a:spcBef>
              <a:spcAft>
                <a:spcPts val="0"/>
              </a:spcAft>
              <a:buClr>
                <a:schemeClr val="accent1"/>
              </a:buClr>
              <a:buSzPts val="1400"/>
              <a:buNone/>
              <a:defRPr>
                <a:solidFill>
                  <a:schemeClr val="accent1"/>
                </a:solidFill>
              </a:defRPr>
            </a:lvl8pPr>
            <a:lvl9pPr lvl="8" algn="l">
              <a:lnSpc>
                <a:spcPct val="115000"/>
              </a:lnSpc>
              <a:spcBef>
                <a:spcPts val="0"/>
              </a:spcBef>
              <a:spcAft>
                <a:spcPts val="0"/>
              </a:spcAft>
              <a:buClr>
                <a:schemeClr val="accent1"/>
              </a:buClr>
              <a:buSzPts val="1400"/>
              <a:buNone/>
              <a:defRPr>
                <a:solidFill>
                  <a:schemeClr val="accen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3 1">
  <p:cSld name="TITLE_2_1_1_1_1_2_1_1_1_1_1_1_1_1_1_1_1_1_1_1_1_3_1">
    <p:bg>
      <p:bgPr>
        <a:solidFill>
          <a:schemeClr val="dk2"/>
        </a:solidFill>
      </p:bgPr>
    </p:bg>
    <p:spTree>
      <p:nvGrpSpPr>
        <p:cNvPr id="421" name="Shape 421"/>
        <p:cNvGrpSpPr/>
        <p:nvPr/>
      </p:nvGrpSpPr>
      <p:grpSpPr>
        <a:xfrm>
          <a:off x="0" y="0"/>
          <a:ext cx="0" cy="0"/>
          <a:chOff x="0" y="0"/>
          <a:chExt cx="0" cy="0"/>
        </a:xfrm>
      </p:grpSpPr>
      <p:sp>
        <p:nvSpPr>
          <p:cNvPr id="422" name="Google Shape;422;p35"/>
          <p:cNvSpPr/>
          <p:nvPr>
            <p:ph idx="2" type="pic"/>
          </p:nvPr>
        </p:nvSpPr>
        <p:spPr>
          <a:xfrm>
            <a:off x="3541550" y="3587875"/>
            <a:ext cx="932400" cy="880500"/>
          </a:xfrm>
          <a:prstGeom prst="roundRect">
            <a:avLst>
              <a:gd fmla="val 18700" name="adj"/>
            </a:avLst>
          </a:prstGeom>
          <a:noFill/>
          <a:ln>
            <a:noFill/>
          </a:ln>
        </p:spPr>
      </p:sp>
      <p:sp>
        <p:nvSpPr>
          <p:cNvPr id="423" name="Google Shape;423;p35"/>
          <p:cNvSpPr/>
          <p:nvPr>
            <p:ph idx="3" type="pic"/>
          </p:nvPr>
        </p:nvSpPr>
        <p:spPr>
          <a:xfrm>
            <a:off x="3541700" y="2650075"/>
            <a:ext cx="932400" cy="880500"/>
          </a:xfrm>
          <a:prstGeom prst="roundRect">
            <a:avLst>
              <a:gd fmla="val 18700" name="adj"/>
            </a:avLst>
          </a:prstGeom>
          <a:noFill/>
          <a:ln>
            <a:noFill/>
          </a:ln>
        </p:spPr>
      </p:sp>
      <p:sp>
        <p:nvSpPr>
          <p:cNvPr id="424" name="Google Shape;424;p35"/>
          <p:cNvSpPr/>
          <p:nvPr>
            <p:ph idx="4" type="pic"/>
          </p:nvPr>
        </p:nvSpPr>
        <p:spPr>
          <a:xfrm>
            <a:off x="3541700" y="1700763"/>
            <a:ext cx="932400" cy="880500"/>
          </a:xfrm>
          <a:prstGeom prst="roundRect">
            <a:avLst>
              <a:gd fmla="val 18700" name="adj"/>
            </a:avLst>
          </a:prstGeom>
          <a:noFill/>
          <a:ln>
            <a:noFill/>
          </a:ln>
        </p:spPr>
      </p:sp>
      <p:sp>
        <p:nvSpPr>
          <p:cNvPr id="425" name="Google Shape;425;p35"/>
          <p:cNvSpPr/>
          <p:nvPr>
            <p:ph idx="5" type="pic"/>
          </p:nvPr>
        </p:nvSpPr>
        <p:spPr>
          <a:xfrm>
            <a:off x="3541700" y="768725"/>
            <a:ext cx="932400" cy="880500"/>
          </a:xfrm>
          <a:prstGeom prst="roundRect">
            <a:avLst>
              <a:gd fmla="val 18700" name="adj"/>
            </a:avLst>
          </a:prstGeom>
          <a:noFill/>
          <a:ln>
            <a:noFill/>
          </a:ln>
        </p:spPr>
      </p:sp>
      <p:sp>
        <p:nvSpPr>
          <p:cNvPr id="426" name="Google Shape;426;p35"/>
          <p:cNvSpPr/>
          <p:nvPr>
            <p:ph idx="6" type="pic"/>
          </p:nvPr>
        </p:nvSpPr>
        <p:spPr>
          <a:xfrm>
            <a:off x="6108575" y="3587875"/>
            <a:ext cx="932400" cy="880500"/>
          </a:xfrm>
          <a:prstGeom prst="roundRect">
            <a:avLst>
              <a:gd fmla="val 18700" name="adj"/>
            </a:avLst>
          </a:prstGeom>
          <a:noFill/>
          <a:ln>
            <a:noFill/>
          </a:ln>
        </p:spPr>
      </p:sp>
      <p:sp>
        <p:nvSpPr>
          <p:cNvPr id="427" name="Google Shape;427;p35"/>
          <p:cNvSpPr/>
          <p:nvPr>
            <p:ph idx="7" type="pic"/>
          </p:nvPr>
        </p:nvSpPr>
        <p:spPr>
          <a:xfrm>
            <a:off x="6108725" y="2650075"/>
            <a:ext cx="932400" cy="880500"/>
          </a:xfrm>
          <a:prstGeom prst="roundRect">
            <a:avLst>
              <a:gd fmla="val 18700" name="adj"/>
            </a:avLst>
          </a:prstGeom>
          <a:noFill/>
          <a:ln>
            <a:noFill/>
          </a:ln>
        </p:spPr>
      </p:sp>
      <p:sp>
        <p:nvSpPr>
          <p:cNvPr id="428" name="Google Shape;428;p35"/>
          <p:cNvSpPr/>
          <p:nvPr>
            <p:ph idx="8" type="pic"/>
          </p:nvPr>
        </p:nvSpPr>
        <p:spPr>
          <a:xfrm>
            <a:off x="6108725" y="1700763"/>
            <a:ext cx="932400" cy="880500"/>
          </a:xfrm>
          <a:prstGeom prst="roundRect">
            <a:avLst>
              <a:gd fmla="val 18700" name="adj"/>
            </a:avLst>
          </a:prstGeom>
          <a:noFill/>
          <a:ln>
            <a:noFill/>
          </a:ln>
        </p:spPr>
      </p:sp>
      <p:sp>
        <p:nvSpPr>
          <p:cNvPr id="429" name="Google Shape;429;p35"/>
          <p:cNvSpPr/>
          <p:nvPr>
            <p:ph idx="9" type="pic"/>
          </p:nvPr>
        </p:nvSpPr>
        <p:spPr>
          <a:xfrm>
            <a:off x="6108725" y="768725"/>
            <a:ext cx="932400" cy="880500"/>
          </a:xfrm>
          <a:prstGeom prst="roundRect">
            <a:avLst>
              <a:gd fmla="val 18700" name="adj"/>
            </a:avLst>
          </a:prstGeom>
          <a:noFill/>
          <a:ln>
            <a:noFill/>
          </a:ln>
        </p:spPr>
      </p:sp>
      <p:sp>
        <p:nvSpPr>
          <p:cNvPr id="430" name="Google Shape;430;p35"/>
          <p:cNvSpPr txBox="1"/>
          <p:nvPr>
            <p:ph idx="1" type="subTitle"/>
          </p:nvPr>
        </p:nvSpPr>
        <p:spPr>
          <a:xfrm>
            <a:off x="4578250" y="10773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431" name="Google Shape;431;p35"/>
          <p:cNvSpPr txBox="1"/>
          <p:nvPr>
            <p:ph idx="13" type="subTitle"/>
          </p:nvPr>
        </p:nvSpPr>
        <p:spPr>
          <a:xfrm>
            <a:off x="4578250" y="12240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32" name="Google Shape;432;p35"/>
          <p:cNvSpPr txBox="1"/>
          <p:nvPr>
            <p:ph type="title"/>
          </p:nvPr>
        </p:nvSpPr>
        <p:spPr>
          <a:xfrm>
            <a:off x="2125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433" name="Google Shape;433;p35"/>
          <p:cNvSpPr txBox="1"/>
          <p:nvPr>
            <p:ph idx="14" type="subTitle"/>
          </p:nvPr>
        </p:nvSpPr>
        <p:spPr>
          <a:xfrm>
            <a:off x="4578250" y="19714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434" name="Google Shape;434;p35"/>
          <p:cNvSpPr txBox="1"/>
          <p:nvPr>
            <p:ph idx="15" type="subTitle"/>
          </p:nvPr>
        </p:nvSpPr>
        <p:spPr>
          <a:xfrm>
            <a:off x="4578250" y="21181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35" name="Google Shape;435;p35"/>
          <p:cNvSpPr txBox="1"/>
          <p:nvPr>
            <p:ph idx="16" type="subTitle"/>
          </p:nvPr>
        </p:nvSpPr>
        <p:spPr>
          <a:xfrm>
            <a:off x="4578250" y="29092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436" name="Google Shape;436;p35"/>
          <p:cNvSpPr txBox="1"/>
          <p:nvPr>
            <p:ph idx="17" type="subTitle"/>
          </p:nvPr>
        </p:nvSpPr>
        <p:spPr>
          <a:xfrm>
            <a:off x="4578250" y="305596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37" name="Google Shape;437;p35"/>
          <p:cNvSpPr txBox="1"/>
          <p:nvPr>
            <p:ph idx="18" type="subTitle"/>
          </p:nvPr>
        </p:nvSpPr>
        <p:spPr>
          <a:xfrm>
            <a:off x="4578250" y="3847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438" name="Google Shape;438;p35"/>
          <p:cNvSpPr txBox="1"/>
          <p:nvPr>
            <p:ph idx="19" type="subTitle"/>
          </p:nvPr>
        </p:nvSpPr>
        <p:spPr>
          <a:xfrm>
            <a:off x="4578250" y="3993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39" name="Google Shape;439;p35"/>
          <p:cNvSpPr txBox="1"/>
          <p:nvPr>
            <p:ph idx="20" type="subTitle"/>
          </p:nvPr>
        </p:nvSpPr>
        <p:spPr>
          <a:xfrm>
            <a:off x="7152650" y="10773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440" name="Google Shape;440;p35"/>
          <p:cNvSpPr txBox="1"/>
          <p:nvPr>
            <p:ph idx="21" type="subTitle"/>
          </p:nvPr>
        </p:nvSpPr>
        <p:spPr>
          <a:xfrm>
            <a:off x="7152650" y="12240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41" name="Google Shape;441;p35"/>
          <p:cNvSpPr txBox="1"/>
          <p:nvPr>
            <p:ph idx="22" type="subTitle"/>
          </p:nvPr>
        </p:nvSpPr>
        <p:spPr>
          <a:xfrm>
            <a:off x="7152650" y="19714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442" name="Google Shape;442;p35"/>
          <p:cNvSpPr txBox="1"/>
          <p:nvPr>
            <p:ph idx="23" type="subTitle"/>
          </p:nvPr>
        </p:nvSpPr>
        <p:spPr>
          <a:xfrm>
            <a:off x="7152650" y="21181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43" name="Google Shape;443;p35"/>
          <p:cNvSpPr txBox="1"/>
          <p:nvPr>
            <p:ph idx="24" type="subTitle"/>
          </p:nvPr>
        </p:nvSpPr>
        <p:spPr>
          <a:xfrm>
            <a:off x="7152650" y="29092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444" name="Google Shape;444;p35"/>
          <p:cNvSpPr txBox="1"/>
          <p:nvPr>
            <p:ph idx="25" type="subTitle"/>
          </p:nvPr>
        </p:nvSpPr>
        <p:spPr>
          <a:xfrm>
            <a:off x="7152650" y="305596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45" name="Google Shape;445;p35"/>
          <p:cNvSpPr txBox="1"/>
          <p:nvPr>
            <p:ph idx="26" type="subTitle"/>
          </p:nvPr>
        </p:nvSpPr>
        <p:spPr>
          <a:xfrm>
            <a:off x="7152650" y="3847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446" name="Google Shape;446;p35"/>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35"/>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35"/>
          <p:cNvSpPr txBox="1"/>
          <p:nvPr>
            <p:ph idx="27" type="subTitle"/>
          </p:nvPr>
        </p:nvSpPr>
        <p:spPr>
          <a:xfrm>
            <a:off x="7152650" y="3993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449" name="Google Shape;449;p3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450" name="Google Shape;450;p3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451" name="Google Shape;451;p3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2 1 1">
  <p:cSld name="TITLE_2_1_1_1_1_2_1_1_1_1_1_1_1_1_1_1_1_1_1_1_1_1_2_1_1">
    <p:bg>
      <p:bgPr>
        <a:solidFill>
          <a:schemeClr val="accent1"/>
        </a:solidFill>
      </p:bgPr>
    </p:bg>
    <p:spTree>
      <p:nvGrpSpPr>
        <p:cNvPr id="452" name="Shape 452"/>
        <p:cNvGrpSpPr/>
        <p:nvPr/>
      </p:nvGrpSpPr>
      <p:grpSpPr>
        <a:xfrm>
          <a:off x="0" y="0"/>
          <a:ext cx="0" cy="0"/>
          <a:chOff x="0" y="0"/>
          <a:chExt cx="0" cy="0"/>
        </a:xfrm>
      </p:grpSpPr>
      <p:sp>
        <p:nvSpPr>
          <p:cNvPr id="453" name="Google Shape;453;p36"/>
          <p:cNvSpPr/>
          <p:nvPr>
            <p:ph idx="2" type="pic"/>
          </p:nvPr>
        </p:nvSpPr>
        <p:spPr>
          <a:xfrm>
            <a:off x="1034787" y="1612900"/>
            <a:ext cx="2159700" cy="2039700"/>
          </a:xfrm>
          <a:prstGeom prst="roundRect">
            <a:avLst>
              <a:gd fmla="val 18141" name="adj"/>
            </a:avLst>
          </a:prstGeom>
          <a:noFill/>
          <a:ln>
            <a:noFill/>
          </a:ln>
        </p:spPr>
      </p:sp>
      <p:sp>
        <p:nvSpPr>
          <p:cNvPr id="454" name="Google Shape;454;p36"/>
          <p:cNvSpPr txBox="1"/>
          <p:nvPr>
            <p:ph idx="1" type="subTitle"/>
          </p:nvPr>
        </p:nvSpPr>
        <p:spPr>
          <a:xfrm>
            <a:off x="1211475" y="3866325"/>
            <a:ext cx="1806300" cy="3900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455" name="Google Shape;455;p3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3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7" name="Google Shape;457;p3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458" name="Google Shape;458;p3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459" name="Google Shape;459;p36"/>
          <p:cNvSpPr txBox="1"/>
          <p:nvPr>
            <p:ph type="title"/>
          </p:nvPr>
        </p:nvSpPr>
        <p:spPr>
          <a:xfrm>
            <a:off x="4847850" y="1770400"/>
            <a:ext cx="2778300" cy="1724700"/>
          </a:xfrm>
          <a:prstGeom prst="rect">
            <a:avLst/>
          </a:prstGeom>
          <a:noFill/>
          <a:ln>
            <a:noFill/>
          </a:ln>
        </p:spPr>
        <p:txBody>
          <a:bodyPr anchorCtr="0" anchor="ctr" bIns="91425" lIns="0" spcFirstLastPara="1" rIns="91425" wrap="square" tIns="91425">
            <a:normAutofit/>
          </a:bodyPr>
          <a:lstStyle>
            <a:lvl1pPr lvl="0" algn="ctr">
              <a:lnSpc>
                <a:spcPct val="70000"/>
              </a:lnSpc>
              <a:spcBef>
                <a:spcPts val="0"/>
              </a:spcBef>
              <a:spcAft>
                <a:spcPts val="0"/>
              </a:spcAft>
              <a:buClr>
                <a:schemeClr val="lt1"/>
              </a:buClr>
              <a:buSzPts val="2200"/>
              <a:buFont typeface="Inter Tight Black"/>
              <a:buNone/>
              <a:defRPr sz="2200">
                <a:solidFill>
                  <a:schemeClr val="lt1"/>
                </a:solidFill>
                <a:latin typeface="Inter Tight Black"/>
                <a:ea typeface="Inter Tight Black"/>
                <a:cs typeface="Inter Tight Black"/>
                <a:sym typeface="Inter Tight Black"/>
              </a:defRPr>
            </a:lvl1pPr>
            <a:lvl2pPr lvl="1"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2pPr>
            <a:lvl3pPr lvl="2"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3pPr>
            <a:lvl4pPr lvl="3"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4pPr>
            <a:lvl5pPr lvl="4"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5pPr>
            <a:lvl6pPr lvl="5"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6pPr>
            <a:lvl7pPr lvl="6"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7pPr>
            <a:lvl8pPr lvl="7"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8pPr>
            <a:lvl9pPr lvl="8"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9pPr>
          </a:lstStyle>
          <a:p/>
        </p:txBody>
      </p:sp>
      <p:pic>
        <p:nvPicPr>
          <p:cNvPr id="460" name="Google Shape;460;p36"/>
          <p:cNvPicPr preferRelativeResize="0"/>
          <p:nvPr/>
        </p:nvPicPr>
        <p:blipFill rotWithShape="1">
          <a:blip r:embed="rId3">
            <a:alphaModFix/>
          </a:blip>
          <a:srcRect b="0" l="0" r="0" t="0"/>
          <a:stretch/>
        </p:blipFill>
        <p:spPr>
          <a:xfrm>
            <a:off x="4496675" y="1487800"/>
            <a:ext cx="351170" cy="282600"/>
          </a:xfrm>
          <a:prstGeom prst="rect">
            <a:avLst/>
          </a:prstGeom>
          <a:noFill/>
          <a:ln>
            <a:noFill/>
          </a:ln>
        </p:spPr>
      </p:pic>
      <p:pic>
        <p:nvPicPr>
          <p:cNvPr id="461" name="Google Shape;461;p36"/>
          <p:cNvPicPr preferRelativeResize="0"/>
          <p:nvPr/>
        </p:nvPicPr>
        <p:blipFill rotWithShape="1">
          <a:blip r:embed="rId3">
            <a:alphaModFix/>
          </a:blip>
          <a:srcRect b="0" l="0" r="0" t="0"/>
          <a:stretch/>
        </p:blipFill>
        <p:spPr>
          <a:xfrm rot="10800000">
            <a:off x="7497975" y="3583725"/>
            <a:ext cx="351170" cy="28260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2 1 1 1">
  <p:cSld name="TITLE_2_1_1_1_1_2_1_1_1_1_1_1_1_1_1_1_1_1_1_1_1_1_2_1_1_1">
    <p:bg>
      <p:bgPr>
        <a:solidFill>
          <a:schemeClr val="dk2"/>
        </a:solidFill>
      </p:bgPr>
    </p:bg>
    <p:spTree>
      <p:nvGrpSpPr>
        <p:cNvPr id="462" name="Shape 462"/>
        <p:cNvGrpSpPr/>
        <p:nvPr/>
      </p:nvGrpSpPr>
      <p:grpSpPr>
        <a:xfrm>
          <a:off x="0" y="0"/>
          <a:ext cx="0" cy="0"/>
          <a:chOff x="0" y="0"/>
          <a:chExt cx="0" cy="0"/>
        </a:xfrm>
      </p:grpSpPr>
      <p:sp>
        <p:nvSpPr>
          <p:cNvPr id="463" name="Google Shape;463;p37"/>
          <p:cNvSpPr/>
          <p:nvPr>
            <p:ph idx="2" type="pic"/>
          </p:nvPr>
        </p:nvSpPr>
        <p:spPr>
          <a:xfrm>
            <a:off x="1034787" y="1612900"/>
            <a:ext cx="2159700" cy="2039700"/>
          </a:xfrm>
          <a:prstGeom prst="roundRect">
            <a:avLst>
              <a:gd fmla="val 18141" name="adj"/>
            </a:avLst>
          </a:prstGeom>
          <a:noFill/>
          <a:ln>
            <a:noFill/>
          </a:ln>
        </p:spPr>
      </p:sp>
      <p:sp>
        <p:nvSpPr>
          <p:cNvPr id="464" name="Google Shape;464;p37"/>
          <p:cNvSpPr txBox="1"/>
          <p:nvPr>
            <p:ph idx="1" type="subTitle"/>
          </p:nvPr>
        </p:nvSpPr>
        <p:spPr>
          <a:xfrm>
            <a:off x="1211475" y="3866325"/>
            <a:ext cx="1806300" cy="390000"/>
          </a:xfrm>
          <a:prstGeom prst="rect">
            <a:avLst/>
          </a:prstGeom>
          <a:noFill/>
          <a:ln>
            <a:noFill/>
          </a:ln>
        </p:spPr>
        <p:txBody>
          <a:bodyPr anchorCtr="0" anchor="ctr" bIns="91425" lIns="0" spcFirstLastPara="1" rIns="91425" wrap="square" tIns="91425">
            <a:sp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465" name="Google Shape;465;p37"/>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37"/>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7" name="Google Shape;467;p3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468" name="Google Shape;468;p3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469" name="Google Shape;469;p37"/>
          <p:cNvSpPr txBox="1"/>
          <p:nvPr>
            <p:ph type="title"/>
          </p:nvPr>
        </p:nvSpPr>
        <p:spPr>
          <a:xfrm>
            <a:off x="4847850" y="1770400"/>
            <a:ext cx="2778300" cy="1724700"/>
          </a:xfrm>
          <a:prstGeom prst="rect">
            <a:avLst/>
          </a:prstGeom>
          <a:noFill/>
          <a:ln>
            <a:noFill/>
          </a:ln>
        </p:spPr>
        <p:txBody>
          <a:bodyPr anchorCtr="0" anchor="ctr" bIns="91425" lIns="0" spcFirstLastPara="1" rIns="91425" wrap="square" tIns="91425">
            <a:normAutofit/>
          </a:bodyPr>
          <a:lstStyle>
            <a:lvl1pPr lvl="0" algn="ctr">
              <a:lnSpc>
                <a:spcPct val="70000"/>
              </a:lnSpc>
              <a:spcBef>
                <a:spcPts val="0"/>
              </a:spcBef>
              <a:spcAft>
                <a:spcPts val="0"/>
              </a:spcAft>
              <a:buClr>
                <a:schemeClr val="lt1"/>
              </a:buClr>
              <a:buSzPts val="2200"/>
              <a:buFont typeface="Inter Tight Black"/>
              <a:buNone/>
              <a:defRPr sz="2200">
                <a:solidFill>
                  <a:schemeClr val="lt1"/>
                </a:solidFill>
                <a:latin typeface="Inter Tight Black"/>
                <a:ea typeface="Inter Tight Black"/>
                <a:cs typeface="Inter Tight Black"/>
                <a:sym typeface="Inter Tight Black"/>
              </a:defRPr>
            </a:lvl1pPr>
            <a:lvl2pPr lvl="1"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2pPr>
            <a:lvl3pPr lvl="2"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3pPr>
            <a:lvl4pPr lvl="3"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4pPr>
            <a:lvl5pPr lvl="4"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5pPr>
            <a:lvl6pPr lvl="5"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6pPr>
            <a:lvl7pPr lvl="6"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7pPr>
            <a:lvl8pPr lvl="7"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8pPr>
            <a:lvl9pPr lvl="8"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9pPr>
          </a:lstStyle>
          <a:p/>
        </p:txBody>
      </p:sp>
      <p:pic>
        <p:nvPicPr>
          <p:cNvPr id="470" name="Google Shape;470;p37"/>
          <p:cNvPicPr preferRelativeResize="0"/>
          <p:nvPr/>
        </p:nvPicPr>
        <p:blipFill rotWithShape="1">
          <a:blip r:embed="rId3">
            <a:alphaModFix/>
          </a:blip>
          <a:srcRect b="0" l="0" r="0" t="0"/>
          <a:stretch/>
        </p:blipFill>
        <p:spPr>
          <a:xfrm>
            <a:off x="4496675" y="1487800"/>
            <a:ext cx="351170" cy="282600"/>
          </a:xfrm>
          <a:prstGeom prst="rect">
            <a:avLst/>
          </a:prstGeom>
          <a:noFill/>
          <a:ln>
            <a:noFill/>
          </a:ln>
        </p:spPr>
      </p:pic>
      <p:pic>
        <p:nvPicPr>
          <p:cNvPr id="471" name="Google Shape;471;p37"/>
          <p:cNvPicPr preferRelativeResize="0"/>
          <p:nvPr/>
        </p:nvPicPr>
        <p:blipFill rotWithShape="1">
          <a:blip r:embed="rId3">
            <a:alphaModFix/>
          </a:blip>
          <a:srcRect b="0" l="0" r="0" t="0"/>
          <a:stretch/>
        </p:blipFill>
        <p:spPr>
          <a:xfrm rot="10800000">
            <a:off x="7497975" y="3583725"/>
            <a:ext cx="351170" cy="28260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2">
  <p:cSld name="TITLE_2_1_1_1_1_2_1_1_1_1_1_1_1_1_1_1_1_1_1_1_2">
    <p:bg>
      <p:bgPr>
        <a:solidFill>
          <a:schemeClr val="accent1"/>
        </a:solidFill>
      </p:bgPr>
    </p:bg>
    <p:spTree>
      <p:nvGrpSpPr>
        <p:cNvPr id="472" name="Shape 472"/>
        <p:cNvGrpSpPr/>
        <p:nvPr/>
      </p:nvGrpSpPr>
      <p:grpSpPr>
        <a:xfrm>
          <a:off x="0" y="0"/>
          <a:ext cx="0" cy="0"/>
          <a:chOff x="0" y="0"/>
          <a:chExt cx="0" cy="0"/>
        </a:xfrm>
      </p:grpSpPr>
      <p:sp>
        <p:nvSpPr>
          <p:cNvPr id="473" name="Google Shape;473;p38"/>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38"/>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38"/>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3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477" name="Google Shape;477;p3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478" name="Google Shape;478;p3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479" name="Google Shape;479;p38"/>
          <p:cNvSpPr txBox="1"/>
          <p:nvPr>
            <p:ph type="title"/>
          </p:nvPr>
        </p:nvSpPr>
        <p:spPr>
          <a:xfrm>
            <a:off x="405250" y="935475"/>
            <a:ext cx="4167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480" name="Google Shape;480;p38"/>
          <p:cNvSpPr txBox="1"/>
          <p:nvPr>
            <p:ph idx="1" type="body"/>
          </p:nvPr>
        </p:nvSpPr>
        <p:spPr>
          <a:xfrm>
            <a:off x="405250" y="2447500"/>
            <a:ext cx="39126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481" name="Google Shape;481;p38"/>
          <p:cNvSpPr txBox="1"/>
          <p:nvPr>
            <p:ph idx="2" type="subTitle"/>
          </p:nvPr>
        </p:nvSpPr>
        <p:spPr>
          <a:xfrm>
            <a:off x="405250" y="2082650"/>
            <a:ext cx="33471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4 1">
  <p:cSld name="TITLE_2_1_1_1_1_5_1">
    <p:bg>
      <p:bgPr>
        <a:solidFill>
          <a:schemeClr val="dk2"/>
        </a:solidFill>
      </p:bgPr>
    </p:bg>
    <p:spTree>
      <p:nvGrpSpPr>
        <p:cNvPr id="482" name="Shape 482"/>
        <p:cNvGrpSpPr/>
        <p:nvPr/>
      </p:nvGrpSpPr>
      <p:grpSpPr>
        <a:xfrm>
          <a:off x="0" y="0"/>
          <a:ext cx="0" cy="0"/>
          <a:chOff x="0" y="0"/>
          <a:chExt cx="0" cy="0"/>
        </a:xfrm>
      </p:grpSpPr>
      <p:sp>
        <p:nvSpPr>
          <p:cNvPr id="483" name="Google Shape;483;p39"/>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39"/>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3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486" name="Google Shape;486;p3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487" name="Google Shape;487;p3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488" name="Google Shape;488;p39"/>
          <p:cNvSpPr/>
          <p:nvPr/>
        </p:nvSpPr>
        <p:spPr>
          <a:xfrm rot="-5400000">
            <a:off x="4432050" y="184050"/>
            <a:ext cx="4000500" cy="50040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1 1 1 1 2">
  <p:cSld name="TITLE_2_1_1_1_1_2_1_1_1_1_1_1_1_1_1_1_1_1_1_1_1_1_1_1_1_1_1_1_1_1_1_1_1_1_1_1_1_1_1_2">
    <p:bg>
      <p:bgPr>
        <a:solidFill>
          <a:schemeClr val="accent1"/>
        </a:solidFill>
      </p:bgPr>
    </p:bg>
    <p:spTree>
      <p:nvGrpSpPr>
        <p:cNvPr id="489" name="Shape 489"/>
        <p:cNvGrpSpPr/>
        <p:nvPr/>
      </p:nvGrpSpPr>
      <p:grpSpPr>
        <a:xfrm>
          <a:off x="0" y="0"/>
          <a:ext cx="0" cy="0"/>
          <a:chOff x="0" y="0"/>
          <a:chExt cx="0" cy="0"/>
        </a:xfrm>
      </p:grpSpPr>
      <p:sp>
        <p:nvSpPr>
          <p:cNvPr id="490" name="Google Shape;490;p40"/>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40"/>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40"/>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4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494" name="Google Shape;494;p4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495" name="Google Shape;495;p4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496" name="Google Shape;496;p40"/>
          <p:cNvSpPr txBox="1"/>
          <p:nvPr>
            <p:ph type="title"/>
          </p:nvPr>
        </p:nvSpPr>
        <p:spPr>
          <a:xfrm>
            <a:off x="345775" y="9327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2 1">
  <p:cSld name="TITLE_2_1_1_1_1_2_1_1_1_1_1_1_1_1_1_1_1_1_1_1_1_2_1">
    <p:bg>
      <p:bgPr>
        <a:solidFill>
          <a:schemeClr val="dk2"/>
        </a:solidFill>
      </p:bgPr>
    </p:bg>
    <p:spTree>
      <p:nvGrpSpPr>
        <p:cNvPr id="497" name="Shape 497"/>
        <p:cNvGrpSpPr/>
        <p:nvPr/>
      </p:nvGrpSpPr>
      <p:grpSpPr>
        <a:xfrm>
          <a:off x="0" y="0"/>
          <a:ext cx="0" cy="0"/>
          <a:chOff x="0" y="0"/>
          <a:chExt cx="0" cy="0"/>
        </a:xfrm>
      </p:grpSpPr>
      <p:sp>
        <p:nvSpPr>
          <p:cNvPr id="498" name="Google Shape;498;p41"/>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499" name="Google Shape;499;p41"/>
          <p:cNvSpPr txBox="1"/>
          <p:nvPr>
            <p:ph idx="1"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500" name="Google Shape;500;p41"/>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41"/>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41"/>
          <p:cNvSpPr txBox="1"/>
          <p:nvPr>
            <p:ph idx="2"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503" name="Google Shape;503;p4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504" name="Google Shape;504;p4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505" name="Google Shape;505;p4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p:cSld name="TITLE_2_1_1_1_1_2_1_1_1_1_1_1_1_1_1_1_1_1_1_1_1_1_3">
    <p:bg>
      <p:bgPr>
        <a:solidFill>
          <a:schemeClr val="accent1"/>
        </a:solidFill>
      </p:bgPr>
    </p:bg>
    <p:spTree>
      <p:nvGrpSpPr>
        <p:cNvPr id="506" name="Shape 506"/>
        <p:cNvGrpSpPr/>
        <p:nvPr/>
      </p:nvGrpSpPr>
      <p:grpSpPr>
        <a:xfrm>
          <a:off x="0" y="0"/>
          <a:ext cx="0" cy="0"/>
          <a:chOff x="0" y="0"/>
          <a:chExt cx="0" cy="0"/>
        </a:xfrm>
      </p:grpSpPr>
      <p:sp>
        <p:nvSpPr>
          <p:cNvPr id="507" name="Google Shape;507;p42"/>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42"/>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42"/>
          <p:cNvSpPr/>
          <p:nvPr/>
        </p:nvSpPr>
        <p:spPr>
          <a:xfrm>
            <a:off x="2439375" y="621475"/>
            <a:ext cx="6492000" cy="4095300"/>
          </a:xfrm>
          <a:prstGeom prst="roundRect">
            <a:avLst>
              <a:gd fmla="val 359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2"/>
          <p:cNvSpPr/>
          <p:nvPr/>
        </p:nvSpPr>
        <p:spPr>
          <a:xfrm>
            <a:off x="212550" y="1144788"/>
            <a:ext cx="2415900" cy="3692100"/>
          </a:xfrm>
          <a:prstGeom prst="roundRect">
            <a:avLst>
              <a:gd fmla="val 540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2"/>
          <p:cNvSpPr txBox="1"/>
          <p:nvPr>
            <p:ph type="title"/>
          </p:nvPr>
        </p:nvSpPr>
        <p:spPr>
          <a:xfrm>
            <a:off x="445450" y="1458338"/>
            <a:ext cx="20088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600"/>
              <a:buFont typeface="Inter Tight Black"/>
              <a:buNone/>
              <a:defRPr sz="36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600"/>
              <a:buNone/>
              <a:defRPr sz="3600">
                <a:solidFill>
                  <a:schemeClr val="accent1"/>
                </a:solidFill>
              </a:defRPr>
            </a:lvl2pPr>
            <a:lvl3pPr lvl="2" algn="l">
              <a:lnSpc>
                <a:spcPct val="70000"/>
              </a:lnSpc>
              <a:spcBef>
                <a:spcPts val="0"/>
              </a:spcBef>
              <a:spcAft>
                <a:spcPts val="0"/>
              </a:spcAft>
              <a:buClr>
                <a:schemeClr val="accent1"/>
              </a:buClr>
              <a:buSzPts val="3600"/>
              <a:buNone/>
              <a:defRPr sz="3600">
                <a:solidFill>
                  <a:schemeClr val="accent1"/>
                </a:solidFill>
              </a:defRPr>
            </a:lvl3pPr>
            <a:lvl4pPr lvl="3" algn="l">
              <a:lnSpc>
                <a:spcPct val="70000"/>
              </a:lnSpc>
              <a:spcBef>
                <a:spcPts val="0"/>
              </a:spcBef>
              <a:spcAft>
                <a:spcPts val="0"/>
              </a:spcAft>
              <a:buClr>
                <a:schemeClr val="accent1"/>
              </a:buClr>
              <a:buSzPts val="3600"/>
              <a:buNone/>
              <a:defRPr sz="3600">
                <a:solidFill>
                  <a:schemeClr val="accent1"/>
                </a:solidFill>
              </a:defRPr>
            </a:lvl4pPr>
            <a:lvl5pPr lvl="4" algn="l">
              <a:lnSpc>
                <a:spcPct val="70000"/>
              </a:lnSpc>
              <a:spcBef>
                <a:spcPts val="0"/>
              </a:spcBef>
              <a:spcAft>
                <a:spcPts val="0"/>
              </a:spcAft>
              <a:buClr>
                <a:schemeClr val="accent1"/>
              </a:buClr>
              <a:buSzPts val="3600"/>
              <a:buNone/>
              <a:defRPr sz="3600">
                <a:solidFill>
                  <a:schemeClr val="accent1"/>
                </a:solidFill>
              </a:defRPr>
            </a:lvl5pPr>
            <a:lvl6pPr lvl="5" algn="l">
              <a:lnSpc>
                <a:spcPct val="70000"/>
              </a:lnSpc>
              <a:spcBef>
                <a:spcPts val="0"/>
              </a:spcBef>
              <a:spcAft>
                <a:spcPts val="0"/>
              </a:spcAft>
              <a:buClr>
                <a:schemeClr val="accent1"/>
              </a:buClr>
              <a:buSzPts val="3600"/>
              <a:buNone/>
              <a:defRPr sz="3600">
                <a:solidFill>
                  <a:schemeClr val="accent1"/>
                </a:solidFill>
              </a:defRPr>
            </a:lvl6pPr>
            <a:lvl7pPr lvl="6" algn="l">
              <a:lnSpc>
                <a:spcPct val="70000"/>
              </a:lnSpc>
              <a:spcBef>
                <a:spcPts val="0"/>
              </a:spcBef>
              <a:spcAft>
                <a:spcPts val="0"/>
              </a:spcAft>
              <a:buClr>
                <a:schemeClr val="accent1"/>
              </a:buClr>
              <a:buSzPts val="3600"/>
              <a:buNone/>
              <a:defRPr sz="3600">
                <a:solidFill>
                  <a:schemeClr val="accent1"/>
                </a:solidFill>
              </a:defRPr>
            </a:lvl7pPr>
            <a:lvl8pPr lvl="7" algn="l">
              <a:lnSpc>
                <a:spcPct val="70000"/>
              </a:lnSpc>
              <a:spcBef>
                <a:spcPts val="0"/>
              </a:spcBef>
              <a:spcAft>
                <a:spcPts val="0"/>
              </a:spcAft>
              <a:buClr>
                <a:schemeClr val="accent1"/>
              </a:buClr>
              <a:buSzPts val="3600"/>
              <a:buNone/>
              <a:defRPr sz="3600">
                <a:solidFill>
                  <a:schemeClr val="accent1"/>
                </a:solidFill>
              </a:defRPr>
            </a:lvl8pPr>
            <a:lvl9pPr lvl="8" algn="l">
              <a:lnSpc>
                <a:spcPct val="70000"/>
              </a:lnSpc>
              <a:spcBef>
                <a:spcPts val="0"/>
              </a:spcBef>
              <a:spcAft>
                <a:spcPts val="0"/>
              </a:spcAft>
              <a:buClr>
                <a:schemeClr val="accent1"/>
              </a:buClr>
              <a:buSzPts val="3600"/>
              <a:buNone/>
              <a:defRPr sz="3600">
                <a:solidFill>
                  <a:schemeClr val="accent1"/>
                </a:solidFill>
              </a:defRPr>
            </a:lvl9pPr>
          </a:lstStyle>
          <a:p/>
        </p:txBody>
      </p:sp>
      <p:sp>
        <p:nvSpPr>
          <p:cNvPr id="512" name="Google Shape;512;p42"/>
          <p:cNvSpPr txBox="1"/>
          <p:nvPr>
            <p:ph idx="1" type="body"/>
          </p:nvPr>
        </p:nvSpPr>
        <p:spPr>
          <a:xfrm>
            <a:off x="445450" y="3056313"/>
            <a:ext cx="2008800" cy="1448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1pPr>
            <a:lvl2pPr indent="-304800" lvl="1" marL="914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2pPr>
            <a:lvl3pPr indent="-304800" lvl="2" marL="1371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3pPr>
            <a:lvl4pPr indent="-304800" lvl="3" marL="1828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4pPr>
            <a:lvl5pPr indent="-304800" lvl="4" marL="22860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5pPr>
            <a:lvl6pPr indent="-304800" lvl="5" marL="2743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6pPr>
            <a:lvl7pPr indent="-304800" lvl="6" marL="3200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7pPr>
            <a:lvl8pPr indent="-304800" lvl="7" marL="3657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8pPr>
            <a:lvl9pPr indent="-304800" lvl="8" marL="4114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9pPr>
          </a:lstStyle>
          <a:p/>
        </p:txBody>
      </p:sp>
      <p:sp>
        <p:nvSpPr>
          <p:cNvPr id="513" name="Google Shape;513;p42"/>
          <p:cNvSpPr txBox="1"/>
          <p:nvPr>
            <p:ph idx="2" type="subTitle"/>
          </p:nvPr>
        </p:nvSpPr>
        <p:spPr>
          <a:xfrm>
            <a:off x="445450" y="2663488"/>
            <a:ext cx="20088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accent1"/>
              </a:buClr>
              <a:buSzPts val="1200"/>
              <a:buFont typeface="Inter"/>
              <a:buNone/>
              <a:defRPr b="1" sz="12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400"/>
              <a:buNone/>
              <a:defRPr>
                <a:solidFill>
                  <a:schemeClr val="accent1"/>
                </a:solidFill>
              </a:defRPr>
            </a:lvl2pPr>
            <a:lvl3pPr lvl="2" algn="l">
              <a:lnSpc>
                <a:spcPct val="115000"/>
              </a:lnSpc>
              <a:spcBef>
                <a:spcPts val="0"/>
              </a:spcBef>
              <a:spcAft>
                <a:spcPts val="0"/>
              </a:spcAft>
              <a:buClr>
                <a:schemeClr val="accent1"/>
              </a:buClr>
              <a:buSzPts val="1400"/>
              <a:buNone/>
              <a:defRPr>
                <a:solidFill>
                  <a:schemeClr val="accent1"/>
                </a:solidFill>
              </a:defRPr>
            </a:lvl3pPr>
            <a:lvl4pPr lvl="3" algn="l">
              <a:lnSpc>
                <a:spcPct val="115000"/>
              </a:lnSpc>
              <a:spcBef>
                <a:spcPts val="0"/>
              </a:spcBef>
              <a:spcAft>
                <a:spcPts val="0"/>
              </a:spcAft>
              <a:buClr>
                <a:schemeClr val="accent1"/>
              </a:buClr>
              <a:buSzPts val="1400"/>
              <a:buNone/>
              <a:defRPr>
                <a:solidFill>
                  <a:schemeClr val="accent1"/>
                </a:solidFill>
              </a:defRPr>
            </a:lvl4pPr>
            <a:lvl5pPr lvl="4" algn="l">
              <a:lnSpc>
                <a:spcPct val="115000"/>
              </a:lnSpc>
              <a:spcBef>
                <a:spcPts val="0"/>
              </a:spcBef>
              <a:spcAft>
                <a:spcPts val="0"/>
              </a:spcAft>
              <a:buClr>
                <a:schemeClr val="accent1"/>
              </a:buClr>
              <a:buSzPts val="1400"/>
              <a:buNone/>
              <a:defRPr>
                <a:solidFill>
                  <a:schemeClr val="accent1"/>
                </a:solidFill>
              </a:defRPr>
            </a:lvl5pPr>
            <a:lvl6pPr lvl="5" algn="l">
              <a:lnSpc>
                <a:spcPct val="115000"/>
              </a:lnSpc>
              <a:spcBef>
                <a:spcPts val="0"/>
              </a:spcBef>
              <a:spcAft>
                <a:spcPts val="0"/>
              </a:spcAft>
              <a:buClr>
                <a:schemeClr val="accent1"/>
              </a:buClr>
              <a:buSzPts val="1400"/>
              <a:buNone/>
              <a:defRPr>
                <a:solidFill>
                  <a:schemeClr val="accent1"/>
                </a:solidFill>
              </a:defRPr>
            </a:lvl6pPr>
            <a:lvl7pPr lvl="6" algn="l">
              <a:lnSpc>
                <a:spcPct val="115000"/>
              </a:lnSpc>
              <a:spcBef>
                <a:spcPts val="0"/>
              </a:spcBef>
              <a:spcAft>
                <a:spcPts val="0"/>
              </a:spcAft>
              <a:buClr>
                <a:schemeClr val="accent1"/>
              </a:buClr>
              <a:buSzPts val="1400"/>
              <a:buNone/>
              <a:defRPr>
                <a:solidFill>
                  <a:schemeClr val="accent1"/>
                </a:solidFill>
              </a:defRPr>
            </a:lvl7pPr>
            <a:lvl8pPr lvl="7" algn="l">
              <a:lnSpc>
                <a:spcPct val="115000"/>
              </a:lnSpc>
              <a:spcBef>
                <a:spcPts val="0"/>
              </a:spcBef>
              <a:spcAft>
                <a:spcPts val="0"/>
              </a:spcAft>
              <a:buClr>
                <a:schemeClr val="accent1"/>
              </a:buClr>
              <a:buSzPts val="1400"/>
              <a:buNone/>
              <a:defRPr>
                <a:solidFill>
                  <a:schemeClr val="accent1"/>
                </a:solidFill>
              </a:defRPr>
            </a:lvl8pPr>
            <a:lvl9pPr lvl="8" algn="l">
              <a:lnSpc>
                <a:spcPct val="115000"/>
              </a:lnSpc>
              <a:spcBef>
                <a:spcPts val="0"/>
              </a:spcBef>
              <a:spcAft>
                <a:spcPts val="0"/>
              </a:spcAft>
              <a:buClr>
                <a:schemeClr val="accent1"/>
              </a:buClr>
              <a:buSzPts val="1400"/>
              <a:buNone/>
              <a:defRPr>
                <a:solidFill>
                  <a:schemeClr val="accent1"/>
                </a:solidFill>
              </a:defRPr>
            </a:lvl9pPr>
          </a:lstStyle>
          <a:p/>
        </p:txBody>
      </p:sp>
      <p:sp>
        <p:nvSpPr>
          <p:cNvPr id="514" name="Google Shape;514;p4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515" name="Google Shape;515;p4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516" name="Google Shape;516;p4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3">
  <p:cSld name="TITLE_2_1_1_1_1_2_3">
    <p:bg>
      <p:bgPr>
        <a:solidFill>
          <a:schemeClr val="accent1"/>
        </a:solidFill>
      </p:bgPr>
    </p:bg>
    <p:spTree>
      <p:nvGrpSpPr>
        <p:cNvPr id="517" name="Shape 517"/>
        <p:cNvGrpSpPr/>
        <p:nvPr/>
      </p:nvGrpSpPr>
      <p:grpSpPr>
        <a:xfrm>
          <a:off x="0" y="0"/>
          <a:ext cx="0" cy="0"/>
          <a:chOff x="0" y="0"/>
          <a:chExt cx="0" cy="0"/>
        </a:xfrm>
      </p:grpSpPr>
      <p:sp>
        <p:nvSpPr>
          <p:cNvPr id="518" name="Google Shape;518;p43"/>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43"/>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43"/>
          <p:cNvSpPr txBox="1"/>
          <p:nvPr>
            <p:ph type="title"/>
          </p:nvPr>
        </p:nvSpPr>
        <p:spPr>
          <a:xfrm>
            <a:off x="381850" y="10618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9pPr>
          </a:lstStyle>
          <a:p/>
        </p:txBody>
      </p:sp>
      <p:sp>
        <p:nvSpPr>
          <p:cNvPr id="521" name="Google Shape;521;p43"/>
          <p:cNvSpPr txBox="1"/>
          <p:nvPr>
            <p:ph idx="1" type="body"/>
          </p:nvPr>
        </p:nvSpPr>
        <p:spPr>
          <a:xfrm>
            <a:off x="381850"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522" name="Google Shape;522;p43"/>
          <p:cNvSpPr txBox="1"/>
          <p:nvPr>
            <p:ph idx="2" type="subTitle"/>
          </p:nvPr>
        </p:nvSpPr>
        <p:spPr>
          <a:xfrm>
            <a:off x="381850"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23" name="Google Shape;523;p43"/>
          <p:cNvSpPr/>
          <p:nvPr/>
        </p:nvSpPr>
        <p:spPr>
          <a:xfrm rot="-5400000">
            <a:off x="4386425" y="249325"/>
            <a:ext cx="4173900" cy="49095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4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525" name="Google Shape;525;p4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526" name="Google Shape;526;p4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3">
  <p:cSld name="TITLE_2_1_1_1_1_4">
    <p:bg>
      <p:bgPr>
        <a:solidFill>
          <a:schemeClr val="dk2"/>
        </a:solidFill>
      </p:bgPr>
    </p:bg>
    <p:spTree>
      <p:nvGrpSpPr>
        <p:cNvPr id="527" name="Shape 527"/>
        <p:cNvGrpSpPr/>
        <p:nvPr/>
      </p:nvGrpSpPr>
      <p:grpSpPr>
        <a:xfrm>
          <a:off x="0" y="0"/>
          <a:ext cx="0" cy="0"/>
          <a:chOff x="0" y="0"/>
          <a:chExt cx="0" cy="0"/>
        </a:xfrm>
      </p:grpSpPr>
      <p:sp>
        <p:nvSpPr>
          <p:cNvPr id="528" name="Google Shape;528;p44"/>
          <p:cNvSpPr/>
          <p:nvPr/>
        </p:nvSpPr>
        <p:spPr>
          <a:xfrm rot="-5400000">
            <a:off x="4325400" y="17575"/>
            <a:ext cx="4423500" cy="5213700"/>
          </a:xfrm>
          <a:prstGeom prst="round2SameRect">
            <a:avLst>
              <a:gd fmla="val 3746"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9" name="Google Shape;529;p44"/>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530" name="Google Shape;530;p44"/>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531" name="Google Shape;531;p44"/>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532" name="Google Shape;532;p44"/>
          <p:cNvSpPr txBox="1"/>
          <p:nvPr>
            <p:ph type="title"/>
          </p:nvPr>
        </p:nvSpPr>
        <p:spPr>
          <a:xfrm>
            <a:off x="163875" y="130130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None/>
              <a:defRPr sz="3800">
                <a:solidFill>
                  <a:schemeClr val="lt2"/>
                </a:solidFill>
              </a:defRPr>
            </a:lvl2pPr>
            <a:lvl3pPr lvl="2" algn="l">
              <a:lnSpc>
                <a:spcPct val="70000"/>
              </a:lnSpc>
              <a:spcBef>
                <a:spcPts val="0"/>
              </a:spcBef>
              <a:spcAft>
                <a:spcPts val="0"/>
              </a:spcAft>
              <a:buClr>
                <a:schemeClr val="lt2"/>
              </a:buClr>
              <a:buSzPts val="3800"/>
              <a:buNone/>
              <a:defRPr sz="3800">
                <a:solidFill>
                  <a:schemeClr val="lt2"/>
                </a:solidFill>
              </a:defRPr>
            </a:lvl3pPr>
            <a:lvl4pPr lvl="3" algn="l">
              <a:lnSpc>
                <a:spcPct val="70000"/>
              </a:lnSpc>
              <a:spcBef>
                <a:spcPts val="0"/>
              </a:spcBef>
              <a:spcAft>
                <a:spcPts val="0"/>
              </a:spcAft>
              <a:buClr>
                <a:schemeClr val="lt2"/>
              </a:buClr>
              <a:buSzPts val="3800"/>
              <a:buNone/>
              <a:defRPr sz="3800">
                <a:solidFill>
                  <a:schemeClr val="lt2"/>
                </a:solidFill>
              </a:defRPr>
            </a:lvl4pPr>
            <a:lvl5pPr lvl="4" algn="l">
              <a:lnSpc>
                <a:spcPct val="70000"/>
              </a:lnSpc>
              <a:spcBef>
                <a:spcPts val="0"/>
              </a:spcBef>
              <a:spcAft>
                <a:spcPts val="0"/>
              </a:spcAft>
              <a:buClr>
                <a:schemeClr val="lt2"/>
              </a:buClr>
              <a:buSzPts val="3800"/>
              <a:buNone/>
              <a:defRPr sz="3800">
                <a:solidFill>
                  <a:schemeClr val="lt2"/>
                </a:solidFill>
              </a:defRPr>
            </a:lvl5pPr>
            <a:lvl6pPr lvl="5" algn="l">
              <a:lnSpc>
                <a:spcPct val="70000"/>
              </a:lnSpc>
              <a:spcBef>
                <a:spcPts val="0"/>
              </a:spcBef>
              <a:spcAft>
                <a:spcPts val="0"/>
              </a:spcAft>
              <a:buClr>
                <a:schemeClr val="lt2"/>
              </a:buClr>
              <a:buSzPts val="3800"/>
              <a:buNone/>
              <a:defRPr sz="3800">
                <a:solidFill>
                  <a:schemeClr val="lt2"/>
                </a:solidFill>
              </a:defRPr>
            </a:lvl6pPr>
            <a:lvl7pPr lvl="6" algn="l">
              <a:lnSpc>
                <a:spcPct val="70000"/>
              </a:lnSpc>
              <a:spcBef>
                <a:spcPts val="0"/>
              </a:spcBef>
              <a:spcAft>
                <a:spcPts val="0"/>
              </a:spcAft>
              <a:buClr>
                <a:schemeClr val="lt2"/>
              </a:buClr>
              <a:buSzPts val="3800"/>
              <a:buNone/>
              <a:defRPr sz="3800">
                <a:solidFill>
                  <a:schemeClr val="lt2"/>
                </a:solidFill>
              </a:defRPr>
            </a:lvl7pPr>
            <a:lvl8pPr lvl="7" algn="l">
              <a:lnSpc>
                <a:spcPct val="70000"/>
              </a:lnSpc>
              <a:spcBef>
                <a:spcPts val="0"/>
              </a:spcBef>
              <a:spcAft>
                <a:spcPts val="0"/>
              </a:spcAft>
              <a:buClr>
                <a:schemeClr val="lt2"/>
              </a:buClr>
              <a:buSzPts val="3800"/>
              <a:buNone/>
              <a:defRPr sz="3800">
                <a:solidFill>
                  <a:schemeClr val="lt2"/>
                </a:solidFill>
              </a:defRPr>
            </a:lvl8pPr>
            <a:lvl9pPr lvl="8" algn="l">
              <a:lnSpc>
                <a:spcPct val="70000"/>
              </a:lnSpc>
              <a:spcBef>
                <a:spcPts val="0"/>
              </a:spcBef>
              <a:spcAft>
                <a:spcPts val="0"/>
              </a:spcAft>
              <a:buClr>
                <a:schemeClr val="lt2"/>
              </a:buClr>
              <a:buSzPts val="3800"/>
              <a:buNone/>
              <a:defRPr sz="3800">
                <a:solidFill>
                  <a:schemeClr val="lt2"/>
                </a:solidFill>
              </a:defRPr>
            </a:lvl9pPr>
          </a:lstStyle>
          <a:p/>
        </p:txBody>
      </p:sp>
      <p:sp>
        <p:nvSpPr>
          <p:cNvPr id="533" name="Google Shape;533;p44"/>
          <p:cNvSpPr txBox="1"/>
          <p:nvPr>
            <p:ph idx="2" type="body"/>
          </p:nvPr>
        </p:nvSpPr>
        <p:spPr>
          <a:xfrm>
            <a:off x="163875"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Char char="○"/>
              <a:defRPr sz="1200">
                <a:solidFill>
                  <a:schemeClr val="lt2"/>
                </a:solidFill>
              </a:defRPr>
            </a:lvl2pPr>
            <a:lvl3pPr indent="-304800" lvl="2" marL="1371600" algn="l">
              <a:lnSpc>
                <a:spcPct val="115000"/>
              </a:lnSpc>
              <a:spcBef>
                <a:spcPts val="0"/>
              </a:spcBef>
              <a:spcAft>
                <a:spcPts val="0"/>
              </a:spcAft>
              <a:buClr>
                <a:schemeClr val="lt2"/>
              </a:buClr>
              <a:buSzPts val="1200"/>
              <a:buChar char="■"/>
              <a:defRPr sz="1200">
                <a:solidFill>
                  <a:schemeClr val="lt2"/>
                </a:solidFill>
              </a:defRPr>
            </a:lvl3pPr>
            <a:lvl4pPr indent="-304800" lvl="3" marL="1828800" algn="l">
              <a:lnSpc>
                <a:spcPct val="115000"/>
              </a:lnSpc>
              <a:spcBef>
                <a:spcPts val="0"/>
              </a:spcBef>
              <a:spcAft>
                <a:spcPts val="0"/>
              </a:spcAft>
              <a:buClr>
                <a:schemeClr val="lt2"/>
              </a:buClr>
              <a:buSzPts val="1200"/>
              <a:buChar char="●"/>
              <a:defRPr sz="1200">
                <a:solidFill>
                  <a:schemeClr val="lt2"/>
                </a:solidFill>
              </a:defRPr>
            </a:lvl4pPr>
            <a:lvl5pPr indent="-304800" lvl="4" marL="2286000" algn="l">
              <a:lnSpc>
                <a:spcPct val="115000"/>
              </a:lnSpc>
              <a:spcBef>
                <a:spcPts val="0"/>
              </a:spcBef>
              <a:spcAft>
                <a:spcPts val="0"/>
              </a:spcAft>
              <a:buClr>
                <a:schemeClr val="lt2"/>
              </a:buClr>
              <a:buSzPts val="1200"/>
              <a:buChar char="○"/>
              <a:defRPr sz="1200">
                <a:solidFill>
                  <a:schemeClr val="lt2"/>
                </a:solidFill>
              </a:defRPr>
            </a:lvl5pPr>
            <a:lvl6pPr indent="-304800" lvl="5" marL="2743200" algn="l">
              <a:lnSpc>
                <a:spcPct val="115000"/>
              </a:lnSpc>
              <a:spcBef>
                <a:spcPts val="0"/>
              </a:spcBef>
              <a:spcAft>
                <a:spcPts val="0"/>
              </a:spcAft>
              <a:buClr>
                <a:schemeClr val="lt2"/>
              </a:buClr>
              <a:buSzPts val="1200"/>
              <a:buChar char="■"/>
              <a:defRPr sz="1200">
                <a:solidFill>
                  <a:schemeClr val="lt2"/>
                </a:solidFill>
              </a:defRPr>
            </a:lvl6pPr>
            <a:lvl7pPr indent="-304800" lvl="6" marL="3200400" algn="l">
              <a:lnSpc>
                <a:spcPct val="115000"/>
              </a:lnSpc>
              <a:spcBef>
                <a:spcPts val="0"/>
              </a:spcBef>
              <a:spcAft>
                <a:spcPts val="0"/>
              </a:spcAft>
              <a:buClr>
                <a:schemeClr val="lt2"/>
              </a:buClr>
              <a:buSzPts val="1200"/>
              <a:buChar char="●"/>
              <a:defRPr sz="1200">
                <a:solidFill>
                  <a:schemeClr val="lt2"/>
                </a:solidFill>
              </a:defRPr>
            </a:lvl7pPr>
            <a:lvl8pPr indent="-304800" lvl="7" marL="3657600" algn="l">
              <a:lnSpc>
                <a:spcPct val="115000"/>
              </a:lnSpc>
              <a:spcBef>
                <a:spcPts val="0"/>
              </a:spcBef>
              <a:spcAft>
                <a:spcPts val="0"/>
              </a:spcAft>
              <a:buClr>
                <a:schemeClr val="lt2"/>
              </a:buClr>
              <a:buSzPts val="1200"/>
              <a:buChar char="○"/>
              <a:defRPr sz="1200">
                <a:solidFill>
                  <a:schemeClr val="lt2"/>
                </a:solidFill>
              </a:defRPr>
            </a:lvl8pPr>
            <a:lvl9pPr indent="-304800" lvl="8" marL="4114800" algn="l">
              <a:lnSpc>
                <a:spcPct val="115000"/>
              </a:lnSpc>
              <a:spcBef>
                <a:spcPts val="0"/>
              </a:spcBef>
              <a:spcAft>
                <a:spcPts val="0"/>
              </a:spcAft>
              <a:buClr>
                <a:schemeClr val="lt2"/>
              </a:buClr>
              <a:buSzPts val="1200"/>
              <a:buChar char="■"/>
              <a:defRPr sz="1200">
                <a:solidFill>
                  <a:schemeClr val="lt2"/>
                </a:solidFill>
              </a:defRPr>
            </a:lvl9pPr>
          </a:lstStyle>
          <a:p/>
        </p:txBody>
      </p:sp>
      <p:sp>
        <p:nvSpPr>
          <p:cNvPr id="534" name="Google Shape;534;p44"/>
          <p:cNvSpPr txBox="1"/>
          <p:nvPr>
            <p:ph idx="3" type="subTitle"/>
          </p:nvPr>
        </p:nvSpPr>
        <p:spPr>
          <a:xfrm>
            <a:off x="163875"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35" name="Google Shape;535;p44"/>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p:cSld name="TITLE_2_1_1_1_1_2_1_1_1_1_1_1_1_1_1">
    <p:bg>
      <p:bgPr>
        <a:solidFill>
          <a:schemeClr val="accent1"/>
        </a:solidFill>
      </p:bgPr>
    </p:bg>
    <p:spTree>
      <p:nvGrpSpPr>
        <p:cNvPr id="536" name="Shape 536"/>
        <p:cNvGrpSpPr/>
        <p:nvPr/>
      </p:nvGrpSpPr>
      <p:grpSpPr>
        <a:xfrm>
          <a:off x="0" y="0"/>
          <a:ext cx="0" cy="0"/>
          <a:chOff x="0" y="0"/>
          <a:chExt cx="0" cy="0"/>
        </a:xfrm>
      </p:grpSpPr>
      <p:sp>
        <p:nvSpPr>
          <p:cNvPr id="537" name="Google Shape;537;p45"/>
          <p:cNvSpPr/>
          <p:nvPr/>
        </p:nvSpPr>
        <p:spPr>
          <a:xfrm>
            <a:off x="120150" y="402300"/>
            <a:ext cx="8903700" cy="43884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8" name="Google Shape;538;p45"/>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539" name="Google Shape;539;p45"/>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540" name="Google Shape;540;p45"/>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541" name="Google Shape;541;p45"/>
          <p:cNvSpPr/>
          <p:nvPr/>
        </p:nvSpPr>
        <p:spPr>
          <a:xfrm>
            <a:off x="352300" y="1578800"/>
            <a:ext cx="2655300" cy="2942400"/>
          </a:xfrm>
          <a:prstGeom prst="roundRect">
            <a:avLst>
              <a:gd fmla="val 469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45"/>
          <p:cNvSpPr/>
          <p:nvPr/>
        </p:nvSpPr>
        <p:spPr>
          <a:xfrm>
            <a:off x="3246325" y="1578800"/>
            <a:ext cx="2655300" cy="2942400"/>
          </a:xfrm>
          <a:prstGeom prst="roundRect">
            <a:avLst>
              <a:gd fmla="val 469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5"/>
          <p:cNvSpPr/>
          <p:nvPr/>
        </p:nvSpPr>
        <p:spPr>
          <a:xfrm>
            <a:off x="6140350" y="1578800"/>
            <a:ext cx="2655300" cy="2942400"/>
          </a:xfrm>
          <a:prstGeom prst="roundRect">
            <a:avLst>
              <a:gd fmla="val 469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5"/>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545" name="Google Shape;545;p45"/>
          <p:cNvSpPr txBox="1"/>
          <p:nvPr>
            <p:ph idx="2" type="body"/>
          </p:nvPr>
        </p:nvSpPr>
        <p:spPr>
          <a:xfrm>
            <a:off x="461475" y="29394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546" name="Google Shape;546;p45"/>
          <p:cNvSpPr txBox="1"/>
          <p:nvPr>
            <p:ph idx="3" type="subTitle"/>
          </p:nvPr>
        </p:nvSpPr>
        <p:spPr>
          <a:xfrm>
            <a:off x="461475" y="26226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547" name="Google Shape;547;p45"/>
          <p:cNvSpPr txBox="1"/>
          <p:nvPr>
            <p:ph idx="4" type="body"/>
          </p:nvPr>
        </p:nvSpPr>
        <p:spPr>
          <a:xfrm>
            <a:off x="3356850" y="29394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548" name="Google Shape;548;p45"/>
          <p:cNvSpPr txBox="1"/>
          <p:nvPr>
            <p:ph idx="5" type="subTitle"/>
          </p:nvPr>
        </p:nvSpPr>
        <p:spPr>
          <a:xfrm>
            <a:off x="3356850" y="26226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549" name="Google Shape;549;p45"/>
          <p:cNvSpPr txBox="1"/>
          <p:nvPr>
            <p:ph idx="6" type="body"/>
          </p:nvPr>
        </p:nvSpPr>
        <p:spPr>
          <a:xfrm>
            <a:off x="6252225" y="29394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550" name="Google Shape;550;p45"/>
          <p:cNvSpPr txBox="1"/>
          <p:nvPr>
            <p:ph idx="7" type="subTitle"/>
          </p:nvPr>
        </p:nvSpPr>
        <p:spPr>
          <a:xfrm>
            <a:off x="6252225" y="26226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551" name="Google Shape;551;p45"/>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p:cSld name="TITLE_2_1_1_1_1_2_1_1_1_1_1_1_1_1_1_1_1">
    <p:bg>
      <p:bgPr>
        <a:solidFill>
          <a:schemeClr val="accent1"/>
        </a:solidFill>
      </p:bgPr>
    </p:bg>
    <p:spTree>
      <p:nvGrpSpPr>
        <p:cNvPr id="552" name="Shape 552"/>
        <p:cNvGrpSpPr/>
        <p:nvPr/>
      </p:nvGrpSpPr>
      <p:grpSpPr>
        <a:xfrm>
          <a:off x="0" y="0"/>
          <a:ext cx="0" cy="0"/>
          <a:chOff x="0" y="0"/>
          <a:chExt cx="0" cy="0"/>
        </a:xfrm>
      </p:grpSpPr>
      <p:pic>
        <p:nvPicPr>
          <p:cNvPr id="553" name="Google Shape;553;p46"/>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554" name="Google Shape;554;p46"/>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555" name="Google Shape;555;p46"/>
          <p:cNvSpPr/>
          <p:nvPr/>
        </p:nvSpPr>
        <p:spPr>
          <a:xfrm>
            <a:off x="123598" y="121600"/>
            <a:ext cx="10446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556" name="Google Shape;556;p46"/>
          <p:cNvSpPr/>
          <p:nvPr/>
        </p:nvSpPr>
        <p:spPr>
          <a:xfrm>
            <a:off x="99350" y="1324375"/>
            <a:ext cx="2908200" cy="33990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46"/>
          <p:cNvSpPr/>
          <p:nvPr/>
        </p:nvSpPr>
        <p:spPr>
          <a:xfrm>
            <a:off x="3117900" y="1324375"/>
            <a:ext cx="2908200" cy="33990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46"/>
          <p:cNvSpPr/>
          <p:nvPr/>
        </p:nvSpPr>
        <p:spPr>
          <a:xfrm>
            <a:off x="6136450" y="1324375"/>
            <a:ext cx="2908200" cy="33990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46"/>
          <p:cNvSpPr txBox="1"/>
          <p:nvPr>
            <p:ph type="title"/>
          </p:nvPr>
        </p:nvSpPr>
        <p:spPr>
          <a:xfrm>
            <a:off x="99350" y="3982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560" name="Google Shape;560;p46"/>
          <p:cNvSpPr txBox="1"/>
          <p:nvPr>
            <p:ph idx="2"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561" name="Google Shape;561;p46"/>
          <p:cNvSpPr txBox="1"/>
          <p:nvPr>
            <p:ph idx="3" type="subTitle"/>
          </p:nvPr>
        </p:nvSpPr>
        <p:spPr>
          <a:xfrm>
            <a:off x="3383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562" name="Google Shape;562;p46"/>
          <p:cNvSpPr txBox="1"/>
          <p:nvPr>
            <p:ph idx="4"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563" name="Google Shape;563;p46"/>
          <p:cNvSpPr txBox="1"/>
          <p:nvPr>
            <p:ph idx="5" type="subTitle"/>
          </p:nvPr>
        </p:nvSpPr>
        <p:spPr>
          <a:xfrm>
            <a:off x="335685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564" name="Google Shape;564;p46"/>
          <p:cNvSpPr txBox="1"/>
          <p:nvPr>
            <p:ph idx="6"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565" name="Google Shape;565;p46"/>
          <p:cNvSpPr txBox="1"/>
          <p:nvPr>
            <p:ph idx="7" type="subTitle"/>
          </p:nvPr>
        </p:nvSpPr>
        <p:spPr>
          <a:xfrm>
            <a:off x="63754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566" name="Google Shape;566;p46"/>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p:cSld name="TITLE_2_1_1_1_1_2_1_1_1_1_1_1_1_1_1_1_1_1">
    <p:bg>
      <p:bgPr>
        <a:solidFill>
          <a:schemeClr val="lt1"/>
        </a:solidFill>
      </p:bgPr>
    </p:bg>
    <p:spTree>
      <p:nvGrpSpPr>
        <p:cNvPr id="567" name="Shape 567"/>
        <p:cNvGrpSpPr/>
        <p:nvPr/>
      </p:nvGrpSpPr>
      <p:grpSpPr>
        <a:xfrm>
          <a:off x="0" y="0"/>
          <a:ext cx="0" cy="0"/>
          <a:chOff x="0" y="0"/>
          <a:chExt cx="0" cy="0"/>
        </a:xfrm>
      </p:grpSpPr>
      <p:sp>
        <p:nvSpPr>
          <p:cNvPr id="568" name="Google Shape;568;p47"/>
          <p:cNvSpPr/>
          <p:nvPr/>
        </p:nvSpPr>
        <p:spPr>
          <a:xfrm>
            <a:off x="99350" y="1324375"/>
            <a:ext cx="2908200" cy="3399000"/>
          </a:xfrm>
          <a:prstGeom prst="roundRect">
            <a:avLst>
              <a:gd fmla="val 7576"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47"/>
          <p:cNvSpPr/>
          <p:nvPr/>
        </p:nvSpPr>
        <p:spPr>
          <a:xfrm>
            <a:off x="3117900" y="1324375"/>
            <a:ext cx="2908200" cy="3399000"/>
          </a:xfrm>
          <a:prstGeom prst="roundRect">
            <a:avLst>
              <a:gd fmla="val 7576"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47"/>
          <p:cNvSpPr/>
          <p:nvPr/>
        </p:nvSpPr>
        <p:spPr>
          <a:xfrm>
            <a:off x="6136450" y="1324375"/>
            <a:ext cx="2908200" cy="3399000"/>
          </a:xfrm>
          <a:prstGeom prst="roundRect">
            <a:avLst>
              <a:gd fmla="val 7576"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47"/>
          <p:cNvSpPr txBox="1"/>
          <p:nvPr>
            <p:ph type="title"/>
          </p:nvPr>
        </p:nvSpPr>
        <p:spPr>
          <a:xfrm>
            <a:off x="99350" y="3982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572" name="Google Shape;572;p47"/>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573" name="Google Shape;573;p47"/>
          <p:cNvSpPr txBox="1"/>
          <p:nvPr>
            <p:ph idx="2" type="subTitle"/>
          </p:nvPr>
        </p:nvSpPr>
        <p:spPr>
          <a:xfrm>
            <a:off x="3383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574" name="Google Shape;574;p47"/>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575" name="Google Shape;575;p47"/>
          <p:cNvSpPr txBox="1"/>
          <p:nvPr>
            <p:ph idx="4" type="subTitle"/>
          </p:nvPr>
        </p:nvSpPr>
        <p:spPr>
          <a:xfrm>
            <a:off x="335685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576" name="Google Shape;576;p47"/>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577" name="Google Shape;577;p47"/>
          <p:cNvSpPr txBox="1"/>
          <p:nvPr>
            <p:ph idx="6" type="subTitle"/>
          </p:nvPr>
        </p:nvSpPr>
        <p:spPr>
          <a:xfrm>
            <a:off x="63754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pic>
        <p:nvPicPr>
          <p:cNvPr id="578" name="Google Shape;578;p47"/>
          <p:cNvPicPr preferRelativeResize="0"/>
          <p:nvPr/>
        </p:nvPicPr>
        <p:blipFill rotWithShape="1">
          <a:blip r:embed="rId2">
            <a:alphaModFix/>
          </a:blip>
          <a:srcRect b="0" l="0" r="0" t="0"/>
          <a:stretch/>
        </p:blipFill>
        <p:spPr>
          <a:xfrm>
            <a:off x="8065775" y="116277"/>
            <a:ext cx="958045" cy="170225"/>
          </a:xfrm>
          <a:prstGeom prst="rect">
            <a:avLst/>
          </a:prstGeom>
          <a:noFill/>
          <a:ln>
            <a:noFill/>
          </a:ln>
        </p:spPr>
      </p:pic>
      <p:sp>
        <p:nvSpPr>
          <p:cNvPr id="579" name="Google Shape;579;p47"/>
          <p:cNvSpPr txBox="1"/>
          <p:nvPr>
            <p:ph idx="7"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600"/>
              <a:buFont typeface="Inter"/>
              <a:buNone/>
              <a:defRPr b="1" sz="600">
                <a:solidFill>
                  <a:schemeClr val="accent1"/>
                </a:solidFill>
                <a:latin typeface="Inter"/>
                <a:ea typeface="Inter"/>
                <a:cs typeface="Inter"/>
                <a:sym typeface="Inter"/>
              </a:defRPr>
            </a:lvl1pPr>
            <a:lvl2pPr lvl="1"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2pPr>
            <a:lvl3pPr lvl="2"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3pPr>
            <a:lvl4pPr lvl="3"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4pPr>
            <a:lvl5pPr lvl="4"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5pPr>
            <a:lvl6pPr lvl="5"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6pPr>
            <a:lvl7pPr lvl="6"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7pPr>
            <a:lvl8pPr lvl="7"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8pPr>
            <a:lvl9pPr lvl="8"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9pPr>
          </a:lstStyle>
          <a:p/>
        </p:txBody>
      </p:sp>
      <p:sp>
        <p:nvSpPr>
          <p:cNvPr id="580" name="Google Shape;580;p47"/>
          <p:cNvSpPr/>
          <p:nvPr/>
        </p:nvSpPr>
        <p:spPr>
          <a:xfrm>
            <a:off x="123606" y="121600"/>
            <a:ext cx="806400" cy="1596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581" name="Google Shape;581;p47"/>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dk2"/>
                </a:solidFill>
                <a:latin typeface="Inter"/>
                <a:ea typeface="Inter"/>
                <a:cs typeface="Inter"/>
                <a:sym typeface="Inter"/>
              </a:rPr>
              <a:t>‹#›</a:t>
            </a:fld>
            <a:endParaRPr b="1" i="0" sz="800" u="none" cap="none" strike="noStrike">
              <a:solidFill>
                <a:schemeClr val="dk2"/>
              </a:solidFill>
              <a:latin typeface="Inter"/>
              <a:ea typeface="Inter"/>
              <a:cs typeface="Inter"/>
              <a:sym typeface="Inte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p:cSld name="TITLE_2_1_1_1_1_2_1_1_1_1_1_1_1_1_1_1_1_1_1">
    <p:bg>
      <p:bgPr>
        <a:solidFill>
          <a:schemeClr val="accent1"/>
        </a:solidFill>
      </p:bgPr>
    </p:bg>
    <p:spTree>
      <p:nvGrpSpPr>
        <p:cNvPr id="582" name="Shape 582"/>
        <p:cNvGrpSpPr/>
        <p:nvPr/>
      </p:nvGrpSpPr>
      <p:grpSpPr>
        <a:xfrm>
          <a:off x="0" y="0"/>
          <a:ext cx="0" cy="0"/>
          <a:chOff x="0" y="0"/>
          <a:chExt cx="0" cy="0"/>
        </a:xfrm>
      </p:grpSpPr>
      <p:sp>
        <p:nvSpPr>
          <p:cNvPr id="583" name="Google Shape;583;p48"/>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84" name="Google Shape;584;p48"/>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585" name="Google Shape;585;p48"/>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586" name="Google Shape;586;p48"/>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587" name="Google Shape;587;p48"/>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p:cSld name="TITLE_2_1_1_1_1_2_1_1_1_1_1_1_1_1_1_1_1_1_1_1">
    <p:bg>
      <p:bgPr>
        <a:solidFill>
          <a:schemeClr val="accent1"/>
        </a:solidFill>
      </p:bgPr>
    </p:bg>
    <p:spTree>
      <p:nvGrpSpPr>
        <p:cNvPr id="588" name="Shape 588"/>
        <p:cNvGrpSpPr/>
        <p:nvPr/>
      </p:nvGrpSpPr>
      <p:grpSpPr>
        <a:xfrm>
          <a:off x="0" y="0"/>
          <a:ext cx="0" cy="0"/>
          <a:chOff x="0" y="0"/>
          <a:chExt cx="0" cy="0"/>
        </a:xfrm>
      </p:grpSpPr>
      <p:sp>
        <p:nvSpPr>
          <p:cNvPr id="589" name="Google Shape;589;p49"/>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0" name="Google Shape;590;p49"/>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591" name="Google Shape;591;p49"/>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592" name="Google Shape;592;p49"/>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593" name="Google Shape;593;p49"/>
          <p:cNvSpPr txBox="1"/>
          <p:nvPr>
            <p:ph type="title"/>
          </p:nvPr>
        </p:nvSpPr>
        <p:spPr>
          <a:xfrm>
            <a:off x="405250" y="10189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594" name="Google Shape;594;p49"/>
          <p:cNvSpPr txBox="1"/>
          <p:nvPr>
            <p:ph idx="2" type="body"/>
          </p:nvPr>
        </p:nvSpPr>
        <p:spPr>
          <a:xfrm>
            <a:off x="405250" y="26144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595" name="Google Shape;595;p49"/>
          <p:cNvSpPr txBox="1"/>
          <p:nvPr>
            <p:ph idx="3" type="subTitle"/>
          </p:nvPr>
        </p:nvSpPr>
        <p:spPr>
          <a:xfrm>
            <a:off x="405250" y="22496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p:cSld name="TITLE_2_1_1_1_1_2_1_1_1_1_1_1_1_1_1_1_1_1_1_1_1">
    <p:bg>
      <p:bgPr>
        <a:solidFill>
          <a:schemeClr val="dk2"/>
        </a:solidFill>
      </p:bgPr>
    </p:bg>
    <p:spTree>
      <p:nvGrpSpPr>
        <p:cNvPr id="596" name="Shape 596"/>
        <p:cNvGrpSpPr/>
        <p:nvPr/>
      </p:nvGrpSpPr>
      <p:grpSpPr>
        <a:xfrm>
          <a:off x="0" y="0"/>
          <a:ext cx="0" cy="0"/>
          <a:chOff x="0" y="0"/>
          <a:chExt cx="0" cy="0"/>
        </a:xfrm>
      </p:grpSpPr>
      <p:pic>
        <p:nvPicPr>
          <p:cNvPr id="597" name="Google Shape;597;p50"/>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598" name="Google Shape;598;p50"/>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599" name="Google Shape;599;p50"/>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00" name="Google Shape;600;p50"/>
          <p:cNvSpPr/>
          <p:nvPr/>
        </p:nvSpPr>
        <p:spPr>
          <a:xfrm>
            <a:off x="120150" y="402300"/>
            <a:ext cx="43878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50"/>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602" name="Google Shape;602;p50"/>
          <p:cNvSpPr txBox="1"/>
          <p:nvPr>
            <p:ph idx="2"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603" name="Google Shape;603;p50"/>
          <p:cNvSpPr txBox="1"/>
          <p:nvPr>
            <p:ph idx="3"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04" name="Google Shape;604;p50"/>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3">
  <p:cSld name="TITLE_2_1_1_1_1_2_1_1_1_1_1_1_1_1_1_1_1_1_1_1_1_3">
    <p:bg>
      <p:bgPr>
        <a:solidFill>
          <a:schemeClr val="dk2"/>
        </a:solidFill>
      </p:bgPr>
    </p:bg>
    <p:spTree>
      <p:nvGrpSpPr>
        <p:cNvPr id="605" name="Shape 605"/>
        <p:cNvGrpSpPr/>
        <p:nvPr/>
      </p:nvGrpSpPr>
      <p:grpSpPr>
        <a:xfrm>
          <a:off x="0" y="0"/>
          <a:ext cx="0" cy="0"/>
          <a:chOff x="0" y="0"/>
          <a:chExt cx="0" cy="0"/>
        </a:xfrm>
      </p:grpSpPr>
      <p:sp>
        <p:nvSpPr>
          <p:cNvPr id="606" name="Google Shape;606;p51"/>
          <p:cNvSpPr/>
          <p:nvPr>
            <p:ph idx="2" type="pic"/>
          </p:nvPr>
        </p:nvSpPr>
        <p:spPr>
          <a:xfrm>
            <a:off x="3541550" y="4014500"/>
            <a:ext cx="932400" cy="880500"/>
          </a:xfrm>
          <a:prstGeom prst="roundRect">
            <a:avLst>
              <a:gd fmla="val 18700" name="adj"/>
            </a:avLst>
          </a:prstGeom>
          <a:noFill/>
          <a:ln>
            <a:noFill/>
          </a:ln>
        </p:spPr>
      </p:sp>
      <p:sp>
        <p:nvSpPr>
          <p:cNvPr id="607" name="Google Shape;607;p51"/>
          <p:cNvSpPr/>
          <p:nvPr>
            <p:ph idx="3" type="pic"/>
          </p:nvPr>
        </p:nvSpPr>
        <p:spPr>
          <a:xfrm>
            <a:off x="3541700" y="3076700"/>
            <a:ext cx="932400" cy="880500"/>
          </a:xfrm>
          <a:prstGeom prst="roundRect">
            <a:avLst>
              <a:gd fmla="val 18700" name="adj"/>
            </a:avLst>
          </a:prstGeom>
          <a:noFill/>
          <a:ln>
            <a:noFill/>
          </a:ln>
        </p:spPr>
      </p:sp>
      <p:sp>
        <p:nvSpPr>
          <p:cNvPr id="608" name="Google Shape;608;p51"/>
          <p:cNvSpPr/>
          <p:nvPr>
            <p:ph idx="4" type="pic"/>
          </p:nvPr>
        </p:nvSpPr>
        <p:spPr>
          <a:xfrm>
            <a:off x="3541700" y="2127388"/>
            <a:ext cx="932400" cy="880500"/>
          </a:xfrm>
          <a:prstGeom prst="roundRect">
            <a:avLst>
              <a:gd fmla="val 18700" name="adj"/>
            </a:avLst>
          </a:prstGeom>
          <a:noFill/>
          <a:ln>
            <a:noFill/>
          </a:ln>
        </p:spPr>
      </p:sp>
      <p:sp>
        <p:nvSpPr>
          <p:cNvPr id="609" name="Google Shape;609;p51"/>
          <p:cNvSpPr/>
          <p:nvPr>
            <p:ph idx="5" type="pic"/>
          </p:nvPr>
        </p:nvSpPr>
        <p:spPr>
          <a:xfrm>
            <a:off x="3541700" y="1195350"/>
            <a:ext cx="932400" cy="880500"/>
          </a:xfrm>
          <a:prstGeom prst="roundRect">
            <a:avLst>
              <a:gd fmla="val 18700" name="adj"/>
            </a:avLst>
          </a:prstGeom>
          <a:noFill/>
          <a:ln>
            <a:noFill/>
          </a:ln>
        </p:spPr>
      </p:sp>
      <p:sp>
        <p:nvSpPr>
          <p:cNvPr id="610" name="Google Shape;610;p51"/>
          <p:cNvSpPr/>
          <p:nvPr>
            <p:ph idx="6" type="pic"/>
          </p:nvPr>
        </p:nvSpPr>
        <p:spPr>
          <a:xfrm>
            <a:off x="3541700" y="263300"/>
            <a:ext cx="932400" cy="880500"/>
          </a:xfrm>
          <a:prstGeom prst="roundRect">
            <a:avLst>
              <a:gd fmla="val 18700" name="adj"/>
            </a:avLst>
          </a:prstGeom>
          <a:noFill/>
          <a:ln>
            <a:noFill/>
          </a:ln>
        </p:spPr>
      </p:sp>
      <p:sp>
        <p:nvSpPr>
          <p:cNvPr id="611" name="Google Shape;611;p51"/>
          <p:cNvSpPr/>
          <p:nvPr>
            <p:ph idx="7" type="pic"/>
          </p:nvPr>
        </p:nvSpPr>
        <p:spPr>
          <a:xfrm>
            <a:off x="6108575" y="4014500"/>
            <a:ext cx="932400" cy="880500"/>
          </a:xfrm>
          <a:prstGeom prst="roundRect">
            <a:avLst>
              <a:gd fmla="val 18700" name="adj"/>
            </a:avLst>
          </a:prstGeom>
          <a:noFill/>
          <a:ln>
            <a:noFill/>
          </a:ln>
        </p:spPr>
      </p:sp>
      <p:sp>
        <p:nvSpPr>
          <p:cNvPr id="612" name="Google Shape;612;p51"/>
          <p:cNvSpPr/>
          <p:nvPr>
            <p:ph idx="8" type="pic"/>
          </p:nvPr>
        </p:nvSpPr>
        <p:spPr>
          <a:xfrm>
            <a:off x="6108725" y="3076700"/>
            <a:ext cx="932400" cy="880500"/>
          </a:xfrm>
          <a:prstGeom prst="roundRect">
            <a:avLst>
              <a:gd fmla="val 18700" name="adj"/>
            </a:avLst>
          </a:prstGeom>
          <a:noFill/>
          <a:ln>
            <a:noFill/>
          </a:ln>
        </p:spPr>
      </p:sp>
      <p:sp>
        <p:nvSpPr>
          <p:cNvPr id="613" name="Google Shape;613;p51"/>
          <p:cNvSpPr/>
          <p:nvPr>
            <p:ph idx="9" type="pic"/>
          </p:nvPr>
        </p:nvSpPr>
        <p:spPr>
          <a:xfrm>
            <a:off x="6108725" y="2127388"/>
            <a:ext cx="932400" cy="880500"/>
          </a:xfrm>
          <a:prstGeom prst="roundRect">
            <a:avLst>
              <a:gd fmla="val 18700" name="adj"/>
            </a:avLst>
          </a:prstGeom>
          <a:noFill/>
          <a:ln>
            <a:noFill/>
          </a:ln>
        </p:spPr>
      </p:sp>
      <p:sp>
        <p:nvSpPr>
          <p:cNvPr id="614" name="Google Shape;614;p51"/>
          <p:cNvSpPr/>
          <p:nvPr>
            <p:ph idx="13" type="pic"/>
          </p:nvPr>
        </p:nvSpPr>
        <p:spPr>
          <a:xfrm>
            <a:off x="6108725" y="1195350"/>
            <a:ext cx="932400" cy="880500"/>
          </a:xfrm>
          <a:prstGeom prst="roundRect">
            <a:avLst>
              <a:gd fmla="val 18700" name="adj"/>
            </a:avLst>
          </a:prstGeom>
          <a:noFill/>
          <a:ln>
            <a:noFill/>
          </a:ln>
        </p:spPr>
      </p:sp>
      <p:sp>
        <p:nvSpPr>
          <p:cNvPr id="615" name="Google Shape;615;p51"/>
          <p:cNvSpPr/>
          <p:nvPr>
            <p:ph idx="14" type="pic"/>
          </p:nvPr>
        </p:nvSpPr>
        <p:spPr>
          <a:xfrm>
            <a:off x="6108725" y="263300"/>
            <a:ext cx="932400" cy="880500"/>
          </a:xfrm>
          <a:prstGeom prst="roundRect">
            <a:avLst>
              <a:gd fmla="val 18700" name="adj"/>
            </a:avLst>
          </a:prstGeom>
          <a:noFill/>
          <a:ln>
            <a:noFill/>
          </a:ln>
        </p:spPr>
      </p:sp>
      <p:sp>
        <p:nvSpPr>
          <p:cNvPr id="616" name="Google Shape;616;p51"/>
          <p:cNvSpPr txBox="1"/>
          <p:nvPr>
            <p:ph idx="1" type="subTitle"/>
          </p:nvPr>
        </p:nvSpPr>
        <p:spPr>
          <a:xfrm>
            <a:off x="4578250" y="553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617" name="Google Shape;617;p51"/>
          <p:cNvSpPr txBox="1"/>
          <p:nvPr>
            <p:ph idx="15" type="subTitle"/>
          </p:nvPr>
        </p:nvSpPr>
        <p:spPr>
          <a:xfrm>
            <a:off x="4578250" y="699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618" name="Google Shape;618;p51"/>
          <p:cNvSpPr txBox="1"/>
          <p:nvPr>
            <p:ph idx="16" type="subTitle"/>
          </p:nvPr>
        </p:nvSpPr>
        <p:spPr>
          <a:xfrm>
            <a:off x="4578250" y="15040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619" name="Google Shape;619;p51"/>
          <p:cNvSpPr txBox="1"/>
          <p:nvPr>
            <p:ph idx="17" type="subTitle"/>
          </p:nvPr>
        </p:nvSpPr>
        <p:spPr>
          <a:xfrm>
            <a:off x="4578250" y="16506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pic>
        <p:nvPicPr>
          <p:cNvPr id="620" name="Google Shape;620;p51"/>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621" name="Google Shape;621;p51"/>
          <p:cNvSpPr txBox="1"/>
          <p:nvPr>
            <p:ph idx="18"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622" name="Google Shape;622;p51"/>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23" name="Google Shape;623;p51"/>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624" name="Google Shape;624;p51"/>
          <p:cNvSpPr txBox="1"/>
          <p:nvPr>
            <p:ph idx="19" type="subTitle"/>
          </p:nvPr>
        </p:nvSpPr>
        <p:spPr>
          <a:xfrm>
            <a:off x="4578250" y="2398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625" name="Google Shape;625;p51"/>
          <p:cNvSpPr txBox="1"/>
          <p:nvPr>
            <p:ph idx="20" type="subTitle"/>
          </p:nvPr>
        </p:nvSpPr>
        <p:spPr>
          <a:xfrm>
            <a:off x="4578250" y="2544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626" name="Google Shape;626;p51"/>
          <p:cNvSpPr txBox="1"/>
          <p:nvPr>
            <p:ph idx="21" type="subTitle"/>
          </p:nvPr>
        </p:nvSpPr>
        <p:spPr>
          <a:xfrm>
            <a:off x="4578250" y="333591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627" name="Google Shape;627;p51"/>
          <p:cNvSpPr txBox="1"/>
          <p:nvPr>
            <p:ph idx="22" type="subTitle"/>
          </p:nvPr>
        </p:nvSpPr>
        <p:spPr>
          <a:xfrm>
            <a:off x="4578250" y="34825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628" name="Google Shape;628;p51"/>
          <p:cNvSpPr txBox="1"/>
          <p:nvPr>
            <p:ph idx="23" type="subTitle"/>
          </p:nvPr>
        </p:nvSpPr>
        <p:spPr>
          <a:xfrm>
            <a:off x="4578250" y="427372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629" name="Google Shape;629;p51"/>
          <p:cNvSpPr txBox="1"/>
          <p:nvPr>
            <p:ph idx="24" type="subTitle"/>
          </p:nvPr>
        </p:nvSpPr>
        <p:spPr>
          <a:xfrm>
            <a:off x="4578250" y="44204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630" name="Google Shape;630;p51"/>
          <p:cNvSpPr txBox="1"/>
          <p:nvPr>
            <p:ph idx="25" type="subTitle"/>
          </p:nvPr>
        </p:nvSpPr>
        <p:spPr>
          <a:xfrm>
            <a:off x="7152650" y="553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631" name="Google Shape;631;p51"/>
          <p:cNvSpPr txBox="1"/>
          <p:nvPr>
            <p:ph idx="26" type="subTitle"/>
          </p:nvPr>
        </p:nvSpPr>
        <p:spPr>
          <a:xfrm>
            <a:off x="7152650" y="699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632" name="Google Shape;632;p51"/>
          <p:cNvSpPr txBox="1"/>
          <p:nvPr>
            <p:ph idx="27" type="subTitle"/>
          </p:nvPr>
        </p:nvSpPr>
        <p:spPr>
          <a:xfrm>
            <a:off x="7152650" y="15040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633" name="Google Shape;633;p51"/>
          <p:cNvSpPr txBox="1"/>
          <p:nvPr>
            <p:ph idx="28" type="subTitle"/>
          </p:nvPr>
        </p:nvSpPr>
        <p:spPr>
          <a:xfrm>
            <a:off x="7152650" y="16506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634" name="Google Shape;634;p51"/>
          <p:cNvSpPr txBox="1"/>
          <p:nvPr>
            <p:ph idx="29" type="subTitle"/>
          </p:nvPr>
        </p:nvSpPr>
        <p:spPr>
          <a:xfrm>
            <a:off x="7152650" y="2398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635" name="Google Shape;635;p51"/>
          <p:cNvSpPr txBox="1"/>
          <p:nvPr>
            <p:ph idx="30" type="subTitle"/>
          </p:nvPr>
        </p:nvSpPr>
        <p:spPr>
          <a:xfrm>
            <a:off x="7152650" y="2544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636" name="Google Shape;636;p51"/>
          <p:cNvSpPr txBox="1"/>
          <p:nvPr>
            <p:ph idx="31" type="subTitle"/>
          </p:nvPr>
        </p:nvSpPr>
        <p:spPr>
          <a:xfrm>
            <a:off x="7152650" y="333591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637" name="Google Shape;637;p51"/>
          <p:cNvSpPr txBox="1"/>
          <p:nvPr>
            <p:ph idx="32" type="subTitle"/>
          </p:nvPr>
        </p:nvSpPr>
        <p:spPr>
          <a:xfrm>
            <a:off x="7152650" y="34825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638" name="Google Shape;638;p51"/>
          <p:cNvSpPr txBox="1"/>
          <p:nvPr>
            <p:ph idx="33" type="subTitle"/>
          </p:nvPr>
        </p:nvSpPr>
        <p:spPr>
          <a:xfrm>
            <a:off x="7152650" y="427372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639" name="Google Shape;639;p51"/>
          <p:cNvSpPr txBox="1"/>
          <p:nvPr>
            <p:ph idx="34" type="subTitle"/>
          </p:nvPr>
        </p:nvSpPr>
        <p:spPr>
          <a:xfrm>
            <a:off x="7152650" y="44204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640" name="Google Shape;640;p51"/>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2">
  <p:cSld name="TITLE_2_1_1_1_1_2_1_1_1_1_1_1_1_1_1_1_1_1_1_1_1_2">
    <p:bg>
      <p:bgPr>
        <a:solidFill>
          <a:schemeClr val="dk2"/>
        </a:solidFill>
      </p:bgPr>
    </p:bg>
    <p:spTree>
      <p:nvGrpSpPr>
        <p:cNvPr id="641" name="Shape 641"/>
        <p:cNvGrpSpPr/>
        <p:nvPr/>
      </p:nvGrpSpPr>
      <p:grpSpPr>
        <a:xfrm>
          <a:off x="0" y="0"/>
          <a:ext cx="0" cy="0"/>
          <a:chOff x="0" y="0"/>
          <a:chExt cx="0" cy="0"/>
        </a:xfrm>
      </p:grpSpPr>
      <p:pic>
        <p:nvPicPr>
          <p:cNvPr id="642" name="Google Shape;642;p52"/>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643" name="Google Shape;643;p52"/>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644" name="Google Shape;644;p52"/>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45" name="Google Shape;645;p52"/>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646" name="Google Shape;646;p52"/>
          <p:cNvSpPr txBox="1"/>
          <p:nvPr>
            <p:ph idx="2"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647" name="Google Shape;647;p52"/>
          <p:cNvSpPr txBox="1"/>
          <p:nvPr>
            <p:ph idx="3"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648" name="Google Shape;648;p52"/>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p:cSld name="TITLE_2_1_1_1_1_2_1_1_1_1_1_1_1_1_1_1_1_1_1_1_1_1_1_1_1_1">
    <p:bg>
      <p:bgPr>
        <a:solidFill>
          <a:schemeClr val="accent1"/>
        </a:solidFill>
      </p:bgPr>
    </p:bg>
    <p:spTree>
      <p:nvGrpSpPr>
        <p:cNvPr id="649" name="Shape 649"/>
        <p:cNvGrpSpPr/>
        <p:nvPr/>
      </p:nvGrpSpPr>
      <p:grpSpPr>
        <a:xfrm>
          <a:off x="0" y="0"/>
          <a:ext cx="0" cy="0"/>
          <a:chOff x="0" y="0"/>
          <a:chExt cx="0" cy="0"/>
        </a:xfrm>
      </p:grpSpPr>
      <p:sp>
        <p:nvSpPr>
          <p:cNvPr id="650" name="Google Shape;650;p53"/>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51" name="Google Shape;651;p53"/>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652" name="Google Shape;652;p53"/>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653" name="Google Shape;653;p53"/>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54" name="Google Shape;654;p53"/>
          <p:cNvSpPr txBox="1"/>
          <p:nvPr>
            <p:ph type="title"/>
          </p:nvPr>
        </p:nvSpPr>
        <p:spPr>
          <a:xfrm>
            <a:off x="361750" y="59930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655" name="Google Shape;655;p53"/>
          <p:cNvSpPr txBox="1"/>
          <p:nvPr>
            <p:ph idx="2" type="body"/>
          </p:nvPr>
        </p:nvSpPr>
        <p:spPr>
          <a:xfrm>
            <a:off x="36175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656" name="Google Shape;656;p53"/>
          <p:cNvSpPr txBox="1"/>
          <p:nvPr>
            <p:ph idx="3" type="subTitle"/>
          </p:nvPr>
        </p:nvSpPr>
        <p:spPr>
          <a:xfrm>
            <a:off x="36175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7" name="Google Shape;657;p53"/>
          <p:cNvSpPr txBox="1"/>
          <p:nvPr>
            <p:ph idx="4" type="body"/>
          </p:nvPr>
        </p:nvSpPr>
        <p:spPr>
          <a:xfrm>
            <a:off x="253147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658" name="Google Shape;658;p53"/>
          <p:cNvSpPr txBox="1"/>
          <p:nvPr>
            <p:ph idx="5" type="subTitle"/>
          </p:nvPr>
        </p:nvSpPr>
        <p:spPr>
          <a:xfrm>
            <a:off x="253147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9" name="Google Shape;659;p53"/>
          <p:cNvSpPr txBox="1"/>
          <p:nvPr>
            <p:ph idx="6" type="body"/>
          </p:nvPr>
        </p:nvSpPr>
        <p:spPr>
          <a:xfrm>
            <a:off x="470120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660" name="Google Shape;660;p53"/>
          <p:cNvSpPr txBox="1"/>
          <p:nvPr>
            <p:ph idx="7" type="subTitle"/>
          </p:nvPr>
        </p:nvSpPr>
        <p:spPr>
          <a:xfrm>
            <a:off x="470120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1" name="Google Shape;661;p53"/>
          <p:cNvSpPr txBox="1"/>
          <p:nvPr>
            <p:ph idx="8" type="body"/>
          </p:nvPr>
        </p:nvSpPr>
        <p:spPr>
          <a:xfrm>
            <a:off x="687092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662" name="Google Shape;662;p53"/>
          <p:cNvSpPr txBox="1"/>
          <p:nvPr>
            <p:ph idx="9" type="subTitle"/>
          </p:nvPr>
        </p:nvSpPr>
        <p:spPr>
          <a:xfrm>
            <a:off x="687092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2">
  <p:cSld name="TITLE_2_1_1_1_1_2_1_1_1_1_1_1_1_1_1_1_1_1_1_1_1_1_1_1_1_1_2">
    <p:bg>
      <p:bgPr>
        <a:solidFill>
          <a:schemeClr val="dk2"/>
        </a:solidFill>
      </p:bgPr>
    </p:bg>
    <p:spTree>
      <p:nvGrpSpPr>
        <p:cNvPr id="663" name="Shape 663"/>
        <p:cNvGrpSpPr/>
        <p:nvPr/>
      </p:nvGrpSpPr>
      <p:grpSpPr>
        <a:xfrm>
          <a:off x="0" y="0"/>
          <a:ext cx="0" cy="0"/>
          <a:chOff x="0" y="0"/>
          <a:chExt cx="0" cy="0"/>
        </a:xfrm>
      </p:grpSpPr>
      <p:sp>
        <p:nvSpPr>
          <p:cNvPr id="664" name="Google Shape;664;p54"/>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65" name="Google Shape;665;p54"/>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666" name="Google Shape;666;p54"/>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667" name="Google Shape;667;p54"/>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68" name="Google Shape;668;p54"/>
          <p:cNvSpPr txBox="1"/>
          <p:nvPr>
            <p:ph type="title"/>
          </p:nvPr>
        </p:nvSpPr>
        <p:spPr>
          <a:xfrm>
            <a:off x="361750" y="59930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669" name="Google Shape;669;p54"/>
          <p:cNvSpPr txBox="1"/>
          <p:nvPr>
            <p:ph idx="2" type="body"/>
          </p:nvPr>
        </p:nvSpPr>
        <p:spPr>
          <a:xfrm>
            <a:off x="36175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670" name="Google Shape;670;p54"/>
          <p:cNvSpPr txBox="1"/>
          <p:nvPr>
            <p:ph idx="3" type="subTitle"/>
          </p:nvPr>
        </p:nvSpPr>
        <p:spPr>
          <a:xfrm>
            <a:off x="36175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1" name="Google Shape;671;p54"/>
          <p:cNvSpPr txBox="1"/>
          <p:nvPr>
            <p:ph idx="4" type="body"/>
          </p:nvPr>
        </p:nvSpPr>
        <p:spPr>
          <a:xfrm>
            <a:off x="253147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672" name="Google Shape;672;p54"/>
          <p:cNvSpPr txBox="1"/>
          <p:nvPr>
            <p:ph idx="5" type="subTitle"/>
          </p:nvPr>
        </p:nvSpPr>
        <p:spPr>
          <a:xfrm>
            <a:off x="253147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3" name="Google Shape;673;p54"/>
          <p:cNvSpPr txBox="1"/>
          <p:nvPr>
            <p:ph idx="6" type="body"/>
          </p:nvPr>
        </p:nvSpPr>
        <p:spPr>
          <a:xfrm>
            <a:off x="470120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674" name="Google Shape;674;p54"/>
          <p:cNvSpPr txBox="1"/>
          <p:nvPr>
            <p:ph idx="7" type="subTitle"/>
          </p:nvPr>
        </p:nvSpPr>
        <p:spPr>
          <a:xfrm>
            <a:off x="470120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5" name="Google Shape;675;p54"/>
          <p:cNvSpPr txBox="1"/>
          <p:nvPr>
            <p:ph idx="8" type="body"/>
          </p:nvPr>
        </p:nvSpPr>
        <p:spPr>
          <a:xfrm>
            <a:off x="687092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676" name="Google Shape;676;p54"/>
          <p:cNvSpPr txBox="1"/>
          <p:nvPr>
            <p:ph idx="9" type="subTitle"/>
          </p:nvPr>
        </p:nvSpPr>
        <p:spPr>
          <a:xfrm>
            <a:off x="687092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p:cSld name="TITLE_2_1_1_1_1_2_1_1_1_1_1_1_1_1_1_1_1_1_1_1_1_1_1_1_1_1_1">
    <p:bg>
      <p:bgPr>
        <a:solidFill>
          <a:schemeClr val="accent1"/>
        </a:solidFill>
      </p:bgPr>
    </p:bg>
    <p:spTree>
      <p:nvGrpSpPr>
        <p:cNvPr id="677" name="Shape 677"/>
        <p:cNvGrpSpPr/>
        <p:nvPr/>
      </p:nvGrpSpPr>
      <p:grpSpPr>
        <a:xfrm>
          <a:off x="0" y="0"/>
          <a:ext cx="0" cy="0"/>
          <a:chOff x="0" y="0"/>
          <a:chExt cx="0" cy="0"/>
        </a:xfrm>
      </p:grpSpPr>
      <p:pic>
        <p:nvPicPr>
          <p:cNvPr id="678" name="Google Shape;678;p55"/>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679" name="Google Shape;679;p55"/>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680" name="Google Shape;680;p55"/>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81" name="Google Shape;681;p55"/>
          <p:cNvSpPr/>
          <p:nvPr/>
        </p:nvSpPr>
        <p:spPr>
          <a:xfrm>
            <a:off x="99350" y="1652300"/>
            <a:ext cx="8924400" cy="32961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55"/>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683" name="Google Shape;683;p55"/>
          <p:cNvSpPr txBox="1"/>
          <p:nvPr>
            <p:ph idx="2" type="body"/>
          </p:nvPr>
        </p:nvSpPr>
        <p:spPr>
          <a:xfrm>
            <a:off x="36175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684" name="Google Shape;684;p55"/>
          <p:cNvSpPr txBox="1"/>
          <p:nvPr>
            <p:ph idx="3" type="subTitle"/>
          </p:nvPr>
        </p:nvSpPr>
        <p:spPr>
          <a:xfrm>
            <a:off x="36175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5" name="Google Shape;685;p55"/>
          <p:cNvSpPr txBox="1"/>
          <p:nvPr>
            <p:ph idx="4" type="body"/>
          </p:nvPr>
        </p:nvSpPr>
        <p:spPr>
          <a:xfrm>
            <a:off x="253147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686" name="Google Shape;686;p55"/>
          <p:cNvSpPr txBox="1"/>
          <p:nvPr>
            <p:ph idx="5" type="subTitle"/>
          </p:nvPr>
        </p:nvSpPr>
        <p:spPr>
          <a:xfrm>
            <a:off x="253147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7" name="Google Shape;687;p55"/>
          <p:cNvSpPr txBox="1"/>
          <p:nvPr>
            <p:ph idx="6" type="body"/>
          </p:nvPr>
        </p:nvSpPr>
        <p:spPr>
          <a:xfrm>
            <a:off x="470120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688" name="Google Shape;688;p55"/>
          <p:cNvSpPr txBox="1"/>
          <p:nvPr>
            <p:ph idx="7" type="subTitle"/>
          </p:nvPr>
        </p:nvSpPr>
        <p:spPr>
          <a:xfrm>
            <a:off x="470120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9" name="Google Shape;689;p55"/>
          <p:cNvSpPr txBox="1"/>
          <p:nvPr>
            <p:ph idx="8" type="body"/>
          </p:nvPr>
        </p:nvSpPr>
        <p:spPr>
          <a:xfrm>
            <a:off x="687092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690" name="Google Shape;690;p55"/>
          <p:cNvSpPr txBox="1"/>
          <p:nvPr>
            <p:ph idx="9" type="subTitle"/>
          </p:nvPr>
        </p:nvSpPr>
        <p:spPr>
          <a:xfrm>
            <a:off x="687092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2">
  <p:cSld name="TITLE_2_1_1_1_1_2_1_1_1_1_1_1_1_1_1_1_1_1_1_1_1_1_1_1_1_1_1_2">
    <p:bg>
      <p:bgPr>
        <a:solidFill>
          <a:schemeClr val="dk2"/>
        </a:solidFill>
      </p:bgPr>
    </p:bg>
    <p:spTree>
      <p:nvGrpSpPr>
        <p:cNvPr id="691" name="Shape 691"/>
        <p:cNvGrpSpPr/>
        <p:nvPr/>
      </p:nvGrpSpPr>
      <p:grpSpPr>
        <a:xfrm>
          <a:off x="0" y="0"/>
          <a:ext cx="0" cy="0"/>
          <a:chOff x="0" y="0"/>
          <a:chExt cx="0" cy="0"/>
        </a:xfrm>
      </p:grpSpPr>
      <p:pic>
        <p:nvPicPr>
          <p:cNvPr id="692" name="Google Shape;692;p56"/>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693" name="Google Shape;693;p56"/>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694" name="Google Shape;694;p56"/>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95" name="Google Shape;695;p56"/>
          <p:cNvSpPr/>
          <p:nvPr/>
        </p:nvSpPr>
        <p:spPr>
          <a:xfrm>
            <a:off x="99350" y="1652300"/>
            <a:ext cx="8924400" cy="32961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56"/>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697" name="Google Shape;697;p56"/>
          <p:cNvSpPr txBox="1"/>
          <p:nvPr>
            <p:ph idx="2" type="body"/>
          </p:nvPr>
        </p:nvSpPr>
        <p:spPr>
          <a:xfrm>
            <a:off x="36175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698" name="Google Shape;698;p56"/>
          <p:cNvSpPr txBox="1"/>
          <p:nvPr>
            <p:ph idx="3" type="subTitle"/>
          </p:nvPr>
        </p:nvSpPr>
        <p:spPr>
          <a:xfrm>
            <a:off x="36175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9" name="Google Shape;699;p56"/>
          <p:cNvSpPr txBox="1"/>
          <p:nvPr>
            <p:ph idx="4" type="body"/>
          </p:nvPr>
        </p:nvSpPr>
        <p:spPr>
          <a:xfrm>
            <a:off x="253147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700" name="Google Shape;700;p56"/>
          <p:cNvSpPr txBox="1"/>
          <p:nvPr>
            <p:ph idx="5" type="subTitle"/>
          </p:nvPr>
        </p:nvSpPr>
        <p:spPr>
          <a:xfrm>
            <a:off x="253147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1" name="Google Shape;701;p56"/>
          <p:cNvSpPr txBox="1"/>
          <p:nvPr>
            <p:ph idx="6" type="body"/>
          </p:nvPr>
        </p:nvSpPr>
        <p:spPr>
          <a:xfrm>
            <a:off x="470120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702" name="Google Shape;702;p56"/>
          <p:cNvSpPr txBox="1"/>
          <p:nvPr>
            <p:ph idx="7" type="subTitle"/>
          </p:nvPr>
        </p:nvSpPr>
        <p:spPr>
          <a:xfrm>
            <a:off x="470120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3" name="Google Shape;703;p56"/>
          <p:cNvSpPr txBox="1"/>
          <p:nvPr>
            <p:ph idx="8" type="body"/>
          </p:nvPr>
        </p:nvSpPr>
        <p:spPr>
          <a:xfrm>
            <a:off x="687092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704" name="Google Shape;704;p56"/>
          <p:cNvSpPr txBox="1"/>
          <p:nvPr>
            <p:ph idx="9" type="subTitle"/>
          </p:nvPr>
        </p:nvSpPr>
        <p:spPr>
          <a:xfrm>
            <a:off x="687092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p:cSld name="TITLE_2_1_1_1_1_2_1_1_1_1_1_1_1_1_1_1_1_1_1_1_1_1_1_1_1_1_1_1">
    <p:bg>
      <p:bgPr>
        <a:solidFill>
          <a:schemeClr val="accent1"/>
        </a:solidFill>
      </p:bgPr>
    </p:bg>
    <p:spTree>
      <p:nvGrpSpPr>
        <p:cNvPr id="705" name="Shape 705"/>
        <p:cNvGrpSpPr/>
        <p:nvPr/>
      </p:nvGrpSpPr>
      <p:grpSpPr>
        <a:xfrm>
          <a:off x="0" y="0"/>
          <a:ext cx="0" cy="0"/>
          <a:chOff x="0" y="0"/>
          <a:chExt cx="0" cy="0"/>
        </a:xfrm>
      </p:grpSpPr>
      <p:sp>
        <p:nvSpPr>
          <p:cNvPr id="706" name="Google Shape;706;p57"/>
          <p:cNvSpPr/>
          <p:nvPr/>
        </p:nvSpPr>
        <p:spPr>
          <a:xfrm>
            <a:off x="86725"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57"/>
          <p:cNvSpPr/>
          <p:nvPr/>
        </p:nvSpPr>
        <p:spPr>
          <a:xfrm>
            <a:off x="2346950"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57"/>
          <p:cNvSpPr/>
          <p:nvPr/>
        </p:nvSpPr>
        <p:spPr>
          <a:xfrm>
            <a:off x="4602625"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57"/>
          <p:cNvSpPr/>
          <p:nvPr/>
        </p:nvSpPr>
        <p:spPr>
          <a:xfrm>
            <a:off x="6870925"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57"/>
          <p:cNvSpPr txBox="1"/>
          <p:nvPr>
            <p:ph type="title"/>
          </p:nvPr>
        </p:nvSpPr>
        <p:spPr>
          <a:xfrm>
            <a:off x="182650" y="4522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711" name="Google Shape;711;p57"/>
          <p:cNvSpPr txBox="1"/>
          <p:nvPr>
            <p:ph idx="1" type="body"/>
          </p:nvPr>
        </p:nvSpPr>
        <p:spPr>
          <a:xfrm>
            <a:off x="2758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712" name="Google Shape;712;p57"/>
          <p:cNvSpPr txBox="1"/>
          <p:nvPr>
            <p:ph idx="2" type="subTitle"/>
          </p:nvPr>
        </p:nvSpPr>
        <p:spPr>
          <a:xfrm>
            <a:off x="2758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3" name="Google Shape;713;p57"/>
          <p:cNvSpPr txBox="1"/>
          <p:nvPr>
            <p:ph idx="3" type="body"/>
          </p:nvPr>
        </p:nvSpPr>
        <p:spPr>
          <a:xfrm>
            <a:off x="25495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714" name="Google Shape;714;p57"/>
          <p:cNvSpPr txBox="1"/>
          <p:nvPr>
            <p:ph idx="4" type="subTitle"/>
          </p:nvPr>
        </p:nvSpPr>
        <p:spPr>
          <a:xfrm>
            <a:off x="25495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5" name="Google Shape;715;p57"/>
          <p:cNvSpPr txBox="1"/>
          <p:nvPr>
            <p:ph idx="5" type="body"/>
          </p:nvPr>
        </p:nvSpPr>
        <p:spPr>
          <a:xfrm>
            <a:off x="47745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716" name="Google Shape;716;p57"/>
          <p:cNvSpPr txBox="1"/>
          <p:nvPr>
            <p:ph idx="6" type="subTitle"/>
          </p:nvPr>
        </p:nvSpPr>
        <p:spPr>
          <a:xfrm>
            <a:off x="47745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7" name="Google Shape;717;p57"/>
          <p:cNvSpPr txBox="1"/>
          <p:nvPr>
            <p:ph idx="7" type="body"/>
          </p:nvPr>
        </p:nvSpPr>
        <p:spPr>
          <a:xfrm>
            <a:off x="70669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718" name="Google Shape;718;p57"/>
          <p:cNvSpPr txBox="1"/>
          <p:nvPr>
            <p:ph idx="8" type="subTitle"/>
          </p:nvPr>
        </p:nvSpPr>
        <p:spPr>
          <a:xfrm>
            <a:off x="70669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719" name="Google Shape;719;p57"/>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720" name="Google Shape;720;p57"/>
          <p:cNvSpPr txBox="1"/>
          <p:nvPr>
            <p:ph idx="9"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721" name="Google Shape;721;p57"/>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2">
  <p:cSld name="TITLE_2_1_1_1_1_2_1_1_1_1_1_1_1_1_1_1_1_1_1_1_1_1_1_1_1_1_1_1_2">
    <p:bg>
      <p:bgPr>
        <a:solidFill>
          <a:schemeClr val="accent1"/>
        </a:solidFill>
      </p:bgPr>
    </p:bg>
    <p:spTree>
      <p:nvGrpSpPr>
        <p:cNvPr id="722" name="Shape 722"/>
        <p:cNvGrpSpPr/>
        <p:nvPr/>
      </p:nvGrpSpPr>
      <p:grpSpPr>
        <a:xfrm>
          <a:off x="0" y="0"/>
          <a:ext cx="0" cy="0"/>
          <a:chOff x="0" y="0"/>
          <a:chExt cx="0" cy="0"/>
        </a:xfrm>
      </p:grpSpPr>
      <p:sp>
        <p:nvSpPr>
          <p:cNvPr id="723" name="Google Shape;723;p58"/>
          <p:cNvSpPr/>
          <p:nvPr/>
        </p:nvSpPr>
        <p:spPr>
          <a:xfrm>
            <a:off x="86725"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58"/>
          <p:cNvSpPr/>
          <p:nvPr/>
        </p:nvSpPr>
        <p:spPr>
          <a:xfrm>
            <a:off x="2346950"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58"/>
          <p:cNvSpPr/>
          <p:nvPr/>
        </p:nvSpPr>
        <p:spPr>
          <a:xfrm>
            <a:off x="4602625"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58"/>
          <p:cNvSpPr/>
          <p:nvPr/>
        </p:nvSpPr>
        <p:spPr>
          <a:xfrm>
            <a:off x="6870925"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58"/>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728" name="Google Shape;728;p58"/>
          <p:cNvSpPr txBox="1"/>
          <p:nvPr>
            <p:ph idx="1" type="body"/>
          </p:nvPr>
        </p:nvSpPr>
        <p:spPr>
          <a:xfrm>
            <a:off x="2830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729" name="Google Shape;729;p58"/>
          <p:cNvSpPr txBox="1"/>
          <p:nvPr>
            <p:ph idx="2" type="subTitle"/>
          </p:nvPr>
        </p:nvSpPr>
        <p:spPr>
          <a:xfrm>
            <a:off x="2830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0" name="Google Shape;730;p58"/>
          <p:cNvSpPr txBox="1"/>
          <p:nvPr>
            <p:ph idx="3" type="body"/>
          </p:nvPr>
        </p:nvSpPr>
        <p:spPr>
          <a:xfrm>
            <a:off x="25567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731" name="Google Shape;731;p58"/>
          <p:cNvSpPr txBox="1"/>
          <p:nvPr>
            <p:ph idx="4" type="subTitle"/>
          </p:nvPr>
        </p:nvSpPr>
        <p:spPr>
          <a:xfrm>
            <a:off x="25567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2" name="Google Shape;732;p58"/>
          <p:cNvSpPr txBox="1"/>
          <p:nvPr>
            <p:ph idx="5" type="body"/>
          </p:nvPr>
        </p:nvSpPr>
        <p:spPr>
          <a:xfrm>
            <a:off x="4781675"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733" name="Google Shape;733;p58"/>
          <p:cNvSpPr txBox="1"/>
          <p:nvPr>
            <p:ph idx="6" type="subTitle"/>
          </p:nvPr>
        </p:nvSpPr>
        <p:spPr>
          <a:xfrm>
            <a:off x="4781675"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4" name="Google Shape;734;p58"/>
          <p:cNvSpPr txBox="1"/>
          <p:nvPr>
            <p:ph idx="7" type="body"/>
          </p:nvPr>
        </p:nvSpPr>
        <p:spPr>
          <a:xfrm>
            <a:off x="7080413"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735" name="Google Shape;735;p58"/>
          <p:cNvSpPr txBox="1"/>
          <p:nvPr>
            <p:ph idx="8" type="subTitle"/>
          </p:nvPr>
        </p:nvSpPr>
        <p:spPr>
          <a:xfrm>
            <a:off x="7080413"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736" name="Google Shape;736;p58"/>
          <p:cNvPicPr preferRelativeResize="0"/>
          <p:nvPr/>
        </p:nvPicPr>
        <p:blipFill rotWithShape="1">
          <a:blip r:embed="rId2">
            <a:alphaModFix/>
          </a:blip>
          <a:srcRect b="0" l="0" r="0" t="0"/>
          <a:stretch/>
        </p:blipFill>
        <p:spPr>
          <a:xfrm>
            <a:off x="6465563" y="4442075"/>
            <a:ext cx="243174" cy="243174"/>
          </a:xfrm>
          <a:prstGeom prst="rect">
            <a:avLst/>
          </a:prstGeom>
          <a:noFill/>
          <a:ln>
            <a:noFill/>
          </a:ln>
        </p:spPr>
      </p:pic>
      <p:pic>
        <p:nvPicPr>
          <p:cNvPr id="737" name="Google Shape;737;p58"/>
          <p:cNvPicPr preferRelativeResize="0"/>
          <p:nvPr/>
        </p:nvPicPr>
        <p:blipFill rotWithShape="1">
          <a:blip r:embed="rId2">
            <a:alphaModFix/>
          </a:blip>
          <a:srcRect b="0" l="0" r="0" t="0"/>
          <a:stretch/>
        </p:blipFill>
        <p:spPr>
          <a:xfrm>
            <a:off x="8713263" y="4442075"/>
            <a:ext cx="243174" cy="243174"/>
          </a:xfrm>
          <a:prstGeom prst="rect">
            <a:avLst/>
          </a:prstGeom>
          <a:noFill/>
          <a:ln>
            <a:noFill/>
          </a:ln>
        </p:spPr>
      </p:pic>
      <p:pic>
        <p:nvPicPr>
          <p:cNvPr id="738" name="Google Shape;738;p58"/>
          <p:cNvPicPr preferRelativeResize="0"/>
          <p:nvPr/>
        </p:nvPicPr>
        <p:blipFill rotWithShape="1">
          <a:blip r:embed="rId2">
            <a:alphaModFix/>
          </a:blip>
          <a:srcRect b="0" l="0" r="0" t="0"/>
          <a:stretch/>
        </p:blipFill>
        <p:spPr>
          <a:xfrm>
            <a:off x="4169963" y="4442075"/>
            <a:ext cx="243174" cy="243174"/>
          </a:xfrm>
          <a:prstGeom prst="rect">
            <a:avLst/>
          </a:prstGeom>
          <a:noFill/>
          <a:ln>
            <a:noFill/>
          </a:ln>
        </p:spPr>
      </p:pic>
      <p:pic>
        <p:nvPicPr>
          <p:cNvPr id="739" name="Google Shape;739;p58"/>
          <p:cNvPicPr preferRelativeResize="0"/>
          <p:nvPr/>
        </p:nvPicPr>
        <p:blipFill rotWithShape="1">
          <a:blip r:embed="rId2">
            <a:alphaModFix/>
          </a:blip>
          <a:srcRect b="0" l="0" r="0" t="0"/>
          <a:stretch/>
        </p:blipFill>
        <p:spPr>
          <a:xfrm>
            <a:off x="1923088" y="4442075"/>
            <a:ext cx="243174" cy="243174"/>
          </a:xfrm>
          <a:prstGeom prst="rect">
            <a:avLst/>
          </a:prstGeom>
          <a:noFill/>
          <a:ln>
            <a:noFill/>
          </a:ln>
        </p:spPr>
      </p:pic>
      <p:pic>
        <p:nvPicPr>
          <p:cNvPr id="740" name="Google Shape;740;p58"/>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741" name="Google Shape;741;p58"/>
          <p:cNvSpPr txBox="1"/>
          <p:nvPr>
            <p:ph idx="9"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742" name="Google Shape;742;p58"/>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2 1">
  <p:cSld name="TITLE_2_1_1_1_1_2_1_1_1_1_1_1_1_1_1_1_1_1_1_1_1_1_1_1_1_1_1_1_2_1">
    <p:bg>
      <p:bgPr>
        <a:solidFill>
          <a:schemeClr val="accent1"/>
        </a:solidFill>
      </p:bgPr>
    </p:bg>
    <p:spTree>
      <p:nvGrpSpPr>
        <p:cNvPr id="743" name="Shape 743"/>
        <p:cNvGrpSpPr/>
        <p:nvPr/>
      </p:nvGrpSpPr>
      <p:grpSpPr>
        <a:xfrm>
          <a:off x="0" y="0"/>
          <a:ext cx="0" cy="0"/>
          <a:chOff x="0" y="0"/>
          <a:chExt cx="0" cy="0"/>
        </a:xfrm>
      </p:grpSpPr>
      <p:sp>
        <p:nvSpPr>
          <p:cNvPr id="744" name="Google Shape;744;p59"/>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745" name="Google Shape;745;p59"/>
          <p:cNvSpPr txBox="1"/>
          <p:nvPr>
            <p:ph idx="1" type="body"/>
          </p:nvPr>
        </p:nvSpPr>
        <p:spPr>
          <a:xfrm>
            <a:off x="288475"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46" name="Google Shape;746;p59"/>
          <p:cNvSpPr txBox="1"/>
          <p:nvPr>
            <p:ph idx="2" type="subTitle"/>
          </p:nvPr>
        </p:nvSpPr>
        <p:spPr>
          <a:xfrm>
            <a:off x="288475"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747" name="Google Shape;747;p59"/>
          <p:cNvSpPr txBox="1"/>
          <p:nvPr>
            <p:ph idx="3" type="body"/>
          </p:nvPr>
        </p:nvSpPr>
        <p:spPr>
          <a:xfrm>
            <a:off x="2562175"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48" name="Google Shape;748;p59"/>
          <p:cNvSpPr txBox="1"/>
          <p:nvPr>
            <p:ph idx="4" type="subTitle"/>
          </p:nvPr>
        </p:nvSpPr>
        <p:spPr>
          <a:xfrm>
            <a:off x="2562175"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749" name="Google Shape;749;p59"/>
          <p:cNvSpPr txBox="1"/>
          <p:nvPr>
            <p:ph idx="5" type="body"/>
          </p:nvPr>
        </p:nvSpPr>
        <p:spPr>
          <a:xfrm>
            <a:off x="4787150"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50" name="Google Shape;750;p59"/>
          <p:cNvSpPr txBox="1"/>
          <p:nvPr>
            <p:ph idx="6" type="subTitle"/>
          </p:nvPr>
        </p:nvSpPr>
        <p:spPr>
          <a:xfrm>
            <a:off x="4787150"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751" name="Google Shape;751;p59"/>
          <p:cNvSpPr txBox="1"/>
          <p:nvPr>
            <p:ph idx="7" type="body"/>
          </p:nvPr>
        </p:nvSpPr>
        <p:spPr>
          <a:xfrm>
            <a:off x="7079550"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52" name="Google Shape;752;p59"/>
          <p:cNvSpPr txBox="1"/>
          <p:nvPr>
            <p:ph idx="8" type="subTitle"/>
          </p:nvPr>
        </p:nvSpPr>
        <p:spPr>
          <a:xfrm>
            <a:off x="7079550"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753" name="Google Shape;753;p59"/>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754" name="Google Shape;754;p59"/>
          <p:cNvSpPr txBox="1"/>
          <p:nvPr>
            <p:ph idx="9"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755" name="Google Shape;755;p59"/>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p:cSld name="TITLE_2_2_1_2_2">
    <p:bg>
      <p:bgPr>
        <a:solidFill>
          <a:schemeClr val="dk2"/>
        </a:solidFill>
      </p:bgPr>
    </p:bg>
    <p:spTree>
      <p:nvGrpSpPr>
        <p:cNvPr id="756" name="Shape 756"/>
        <p:cNvGrpSpPr/>
        <p:nvPr/>
      </p:nvGrpSpPr>
      <p:grpSpPr>
        <a:xfrm>
          <a:off x="0" y="0"/>
          <a:ext cx="0" cy="0"/>
          <a:chOff x="0" y="0"/>
          <a:chExt cx="0" cy="0"/>
        </a:xfrm>
      </p:grpSpPr>
      <p:sp>
        <p:nvSpPr>
          <p:cNvPr id="757" name="Google Shape;757;p60"/>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58" name="Google Shape;758;p60"/>
          <p:cNvPicPr preferRelativeResize="0"/>
          <p:nvPr/>
        </p:nvPicPr>
        <p:blipFill>
          <a:blip r:embed="rId2">
            <a:alphaModFix/>
          </a:blip>
          <a:stretch>
            <a:fillRect/>
          </a:stretch>
        </p:blipFill>
        <p:spPr>
          <a:xfrm>
            <a:off x="8065750" y="116313"/>
            <a:ext cx="958101" cy="170225"/>
          </a:xfrm>
          <a:prstGeom prst="rect">
            <a:avLst/>
          </a:prstGeom>
          <a:noFill/>
          <a:ln>
            <a:noFill/>
          </a:ln>
        </p:spPr>
      </p:pic>
      <p:sp>
        <p:nvSpPr>
          <p:cNvPr id="759" name="Google Shape;759;p60"/>
          <p:cNvSpPr txBox="1"/>
          <p:nvPr>
            <p:ph idx="1" type="subTitle"/>
          </p:nvPr>
        </p:nvSpPr>
        <p:spPr>
          <a:xfrm>
            <a:off x="-9144" y="54864"/>
            <a:ext cx="1044600" cy="296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760" name="Google Shape;760;p60"/>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761" name="Google Shape;761;p60"/>
          <p:cNvSpPr txBox="1"/>
          <p:nvPr>
            <p:ph type="title"/>
          </p:nvPr>
        </p:nvSpPr>
        <p:spPr>
          <a:xfrm>
            <a:off x="345775" y="593950"/>
            <a:ext cx="8456400" cy="1089600"/>
          </a:xfrm>
          <a:prstGeom prst="rect">
            <a:avLst/>
          </a:prstGeom>
        </p:spPr>
        <p:txBody>
          <a:bodyPr anchorCtr="0" anchor="t" bIns="91425" lIns="0" spcFirstLastPara="1" rIns="91425" wrap="square" tIns="91425">
            <a:normAutofit/>
          </a:bodyPr>
          <a:lstStyle>
            <a:lvl1pPr lvl="0">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762" name="Google Shape;762;p60"/>
          <p:cNvSpPr txBox="1"/>
          <p:nvPr>
            <p:ph idx="2" type="body"/>
          </p:nvPr>
        </p:nvSpPr>
        <p:spPr>
          <a:xfrm>
            <a:off x="314275" y="1413950"/>
            <a:ext cx="8430600" cy="2915700"/>
          </a:xfrm>
          <a:prstGeom prst="rect">
            <a:avLst/>
          </a:prstGeom>
        </p:spPr>
        <p:txBody>
          <a:bodyPr anchorCtr="0" anchor="t" bIns="91425" lIns="0" spcFirstLastPara="1" rIns="91425" wrap="square" tIns="0">
            <a:normAutofit/>
          </a:bodyPr>
          <a:lstStyle>
            <a:lvl1pPr indent="-304800" lvl="0" marL="457200">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nSpc>
                <a:spcPct val="115000"/>
              </a:lnSpc>
              <a:spcBef>
                <a:spcPts val="0"/>
              </a:spcBef>
              <a:spcAft>
                <a:spcPts val="0"/>
              </a:spcAft>
              <a:buSzPts val="1200"/>
              <a:buFont typeface="Inter"/>
              <a:buChar char="■"/>
              <a:defRPr sz="1200">
                <a:latin typeface="Inter"/>
                <a:ea typeface="Inter"/>
                <a:cs typeface="Inter"/>
                <a:sym typeface="Inte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1">
  <p:cSld name="TITLE_2_1_1_1_1_3_2">
    <p:bg>
      <p:bgPr>
        <a:solidFill>
          <a:schemeClr val="accent1"/>
        </a:solidFill>
      </p:bgPr>
    </p:bg>
    <p:spTree>
      <p:nvGrpSpPr>
        <p:cNvPr id="763" name="Shape 763"/>
        <p:cNvGrpSpPr/>
        <p:nvPr/>
      </p:nvGrpSpPr>
      <p:grpSpPr>
        <a:xfrm>
          <a:off x="0" y="0"/>
          <a:ext cx="0" cy="0"/>
          <a:chOff x="0" y="0"/>
          <a:chExt cx="0" cy="0"/>
        </a:xfrm>
      </p:grpSpPr>
      <p:sp>
        <p:nvSpPr>
          <p:cNvPr id="764" name="Google Shape;764;p61"/>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5" name="Google Shape;765;p61"/>
          <p:cNvSpPr/>
          <p:nvPr/>
        </p:nvSpPr>
        <p:spPr>
          <a:xfrm>
            <a:off x="991956" y="121600"/>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pic>
        <p:nvPicPr>
          <p:cNvPr id="766" name="Google Shape;766;p61"/>
          <p:cNvPicPr preferRelativeResize="0"/>
          <p:nvPr/>
        </p:nvPicPr>
        <p:blipFill>
          <a:blip r:embed="rId2">
            <a:alphaModFix/>
          </a:blip>
          <a:stretch>
            <a:fillRect/>
          </a:stretch>
        </p:blipFill>
        <p:spPr>
          <a:xfrm>
            <a:off x="8065750" y="116313"/>
            <a:ext cx="958101" cy="170225"/>
          </a:xfrm>
          <a:prstGeom prst="rect">
            <a:avLst/>
          </a:prstGeom>
          <a:noFill/>
          <a:ln>
            <a:noFill/>
          </a:ln>
        </p:spPr>
      </p:pic>
      <p:sp>
        <p:nvSpPr>
          <p:cNvPr id="767" name="Google Shape;767;p61"/>
          <p:cNvSpPr txBox="1"/>
          <p:nvPr>
            <p:ph idx="1" type="subTitle"/>
          </p:nvPr>
        </p:nvSpPr>
        <p:spPr>
          <a:xfrm>
            <a:off x="-9144" y="58675"/>
            <a:ext cx="1044600" cy="296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768" name="Google Shape;768;p61"/>
          <p:cNvSpPr txBox="1"/>
          <p:nvPr>
            <p:ph idx="12" type="sldNum"/>
          </p:nvPr>
        </p:nvSpPr>
        <p:spPr>
          <a:xfrm>
            <a:off x="929256" y="93713"/>
            <a:ext cx="285000" cy="215400"/>
          </a:xfrm>
          <a:prstGeom prst="rect">
            <a:avLst/>
          </a:prstGeom>
        </p:spPr>
        <p:txBody>
          <a:bodyPr anchorCtr="0" anchor="t" bIns="91425" lIns="91425" spcFirstLastPara="1" rIns="91425" wrap="square" tIns="91425">
            <a:noAutofit/>
          </a:bodyPr>
          <a:lstStyle>
            <a:lvl1pPr lvl="0" algn="ctr">
              <a:buNone/>
              <a:defRPr b="1" sz="600">
                <a:solidFill>
                  <a:schemeClr val="lt1"/>
                </a:solidFill>
                <a:latin typeface="Inter"/>
                <a:ea typeface="Inter"/>
                <a:cs typeface="Inter"/>
                <a:sym typeface="Inter"/>
              </a:defRPr>
            </a:lvl1pPr>
            <a:lvl2pPr lvl="1" algn="ctr">
              <a:buNone/>
              <a:defRPr b="1" sz="600">
                <a:solidFill>
                  <a:schemeClr val="lt1"/>
                </a:solidFill>
                <a:latin typeface="Inter"/>
                <a:ea typeface="Inter"/>
                <a:cs typeface="Inter"/>
                <a:sym typeface="Inter"/>
              </a:defRPr>
            </a:lvl2pPr>
            <a:lvl3pPr lvl="2" algn="ctr">
              <a:buNone/>
              <a:defRPr b="1" sz="600">
                <a:solidFill>
                  <a:schemeClr val="lt1"/>
                </a:solidFill>
                <a:latin typeface="Inter"/>
                <a:ea typeface="Inter"/>
                <a:cs typeface="Inter"/>
                <a:sym typeface="Inter"/>
              </a:defRPr>
            </a:lvl3pPr>
            <a:lvl4pPr lvl="3" algn="ctr">
              <a:buNone/>
              <a:defRPr b="1" sz="600">
                <a:solidFill>
                  <a:schemeClr val="lt1"/>
                </a:solidFill>
                <a:latin typeface="Inter"/>
                <a:ea typeface="Inter"/>
                <a:cs typeface="Inter"/>
                <a:sym typeface="Inter"/>
              </a:defRPr>
            </a:lvl4pPr>
            <a:lvl5pPr lvl="4" algn="ctr">
              <a:buNone/>
              <a:defRPr b="1" sz="600">
                <a:solidFill>
                  <a:schemeClr val="lt1"/>
                </a:solidFill>
                <a:latin typeface="Inter"/>
                <a:ea typeface="Inter"/>
                <a:cs typeface="Inter"/>
                <a:sym typeface="Inter"/>
              </a:defRPr>
            </a:lvl5pPr>
            <a:lvl6pPr lvl="5" algn="ctr">
              <a:buNone/>
              <a:defRPr b="1" sz="600">
                <a:solidFill>
                  <a:schemeClr val="lt1"/>
                </a:solidFill>
                <a:latin typeface="Inter"/>
                <a:ea typeface="Inter"/>
                <a:cs typeface="Inter"/>
                <a:sym typeface="Inter"/>
              </a:defRPr>
            </a:lvl6pPr>
            <a:lvl7pPr lvl="6" algn="ctr">
              <a:buNone/>
              <a:defRPr b="1" sz="600">
                <a:solidFill>
                  <a:schemeClr val="lt1"/>
                </a:solidFill>
                <a:latin typeface="Inter"/>
                <a:ea typeface="Inter"/>
                <a:cs typeface="Inter"/>
                <a:sym typeface="Inter"/>
              </a:defRPr>
            </a:lvl7pPr>
            <a:lvl8pPr lvl="7" algn="ctr">
              <a:buNone/>
              <a:defRPr b="1" sz="600">
                <a:solidFill>
                  <a:schemeClr val="lt1"/>
                </a:solidFill>
                <a:latin typeface="Inter"/>
                <a:ea typeface="Inter"/>
                <a:cs typeface="Inter"/>
                <a:sym typeface="Inter"/>
              </a:defRPr>
            </a:lvl8pPr>
            <a:lvl9pPr lvl="8" algn="ctr">
              <a:buNone/>
              <a:defRPr b="1" sz="600">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769" name="Google Shape;769;p61"/>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770" name="Google Shape;770;p61"/>
          <p:cNvSpPr txBox="1"/>
          <p:nvPr>
            <p:ph type="title"/>
          </p:nvPr>
        </p:nvSpPr>
        <p:spPr>
          <a:xfrm>
            <a:off x="314275" y="1125850"/>
            <a:ext cx="3516300" cy="976800"/>
          </a:xfrm>
          <a:prstGeom prst="rect">
            <a:avLst/>
          </a:prstGeom>
        </p:spPr>
        <p:txBody>
          <a:bodyPr anchorCtr="0" anchor="t" bIns="91425" lIns="0" spcFirstLastPara="1" rIns="91425" wrap="square" tIns="91425">
            <a:normAutofit/>
          </a:bodyPr>
          <a:lstStyle>
            <a:lvl1pPr lvl="0">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nSpc>
                <a:spcPct val="70000"/>
              </a:lnSpc>
              <a:spcBef>
                <a:spcPts val="0"/>
              </a:spcBef>
              <a:spcAft>
                <a:spcPts val="0"/>
              </a:spcAft>
              <a:buClr>
                <a:schemeClr val="dk2"/>
              </a:buClr>
              <a:buSzPts val="3800"/>
              <a:buNone/>
              <a:defRPr sz="3800">
                <a:solidFill>
                  <a:schemeClr val="dk2"/>
                </a:solidFill>
              </a:defRPr>
            </a:lvl2pPr>
            <a:lvl3pPr lvl="2">
              <a:lnSpc>
                <a:spcPct val="70000"/>
              </a:lnSpc>
              <a:spcBef>
                <a:spcPts val="0"/>
              </a:spcBef>
              <a:spcAft>
                <a:spcPts val="0"/>
              </a:spcAft>
              <a:buClr>
                <a:schemeClr val="dk2"/>
              </a:buClr>
              <a:buSzPts val="3800"/>
              <a:buNone/>
              <a:defRPr sz="3800">
                <a:solidFill>
                  <a:schemeClr val="dk2"/>
                </a:solidFill>
              </a:defRPr>
            </a:lvl3pPr>
            <a:lvl4pPr lvl="3">
              <a:lnSpc>
                <a:spcPct val="70000"/>
              </a:lnSpc>
              <a:spcBef>
                <a:spcPts val="0"/>
              </a:spcBef>
              <a:spcAft>
                <a:spcPts val="0"/>
              </a:spcAft>
              <a:buClr>
                <a:schemeClr val="dk2"/>
              </a:buClr>
              <a:buSzPts val="3800"/>
              <a:buNone/>
              <a:defRPr sz="3800">
                <a:solidFill>
                  <a:schemeClr val="dk2"/>
                </a:solidFill>
              </a:defRPr>
            </a:lvl4pPr>
            <a:lvl5pPr lvl="4">
              <a:lnSpc>
                <a:spcPct val="70000"/>
              </a:lnSpc>
              <a:spcBef>
                <a:spcPts val="0"/>
              </a:spcBef>
              <a:spcAft>
                <a:spcPts val="0"/>
              </a:spcAft>
              <a:buClr>
                <a:schemeClr val="dk2"/>
              </a:buClr>
              <a:buSzPts val="3800"/>
              <a:buNone/>
              <a:defRPr sz="3800">
                <a:solidFill>
                  <a:schemeClr val="dk2"/>
                </a:solidFill>
              </a:defRPr>
            </a:lvl5pPr>
            <a:lvl6pPr lvl="5">
              <a:lnSpc>
                <a:spcPct val="70000"/>
              </a:lnSpc>
              <a:spcBef>
                <a:spcPts val="0"/>
              </a:spcBef>
              <a:spcAft>
                <a:spcPts val="0"/>
              </a:spcAft>
              <a:buClr>
                <a:schemeClr val="dk2"/>
              </a:buClr>
              <a:buSzPts val="3800"/>
              <a:buNone/>
              <a:defRPr sz="3800">
                <a:solidFill>
                  <a:schemeClr val="dk2"/>
                </a:solidFill>
              </a:defRPr>
            </a:lvl6pPr>
            <a:lvl7pPr lvl="6">
              <a:lnSpc>
                <a:spcPct val="70000"/>
              </a:lnSpc>
              <a:spcBef>
                <a:spcPts val="0"/>
              </a:spcBef>
              <a:spcAft>
                <a:spcPts val="0"/>
              </a:spcAft>
              <a:buClr>
                <a:schemeClr val="dk2"/>
              </a:buClr>
              <a:buSzPts val="3800"/>
              <a:buNone/>
              <a:defRPr sz="3800">
                <a:solidFill>
                  <a:schemeClr val="dk2"/>
                </a:solidFill>
              </a:defRPr>
            </a:lvl7pPr>
            <a:lvl8pPr lvl="7">
              <a:lnSpc>
                <a:spcPct val="70000"/>
              </a:lnSpc>
              <a:spcBef>
                <a:spcPts val="0"/>
              </a:spcBef>
              <a:spcAft>
                <a:spcPts val="0"/>
              </a:spcAft>
              <a:buClr>
                <a:schemeClr val="dk2"/>
              </a:buClr>
              <a:buSzPts val="3800"/>
              <a:buNone/>
              <a:defRPr sz="3800">
                <a:solidFill>
                  <a:schemeClr val="dk2"/>
                </a:solidFill>
              </a:defRPr>
            </a:lvl8pPr>
            <a:lvl9pPr lvl="8">
              <a:lnSpc>
                <a:spcPct val="70000"/>
              </a:lnSpc>
              <a:spcBef>
                <a:spcPts val="0"/>
              </a:spcBef>
              <a:spcAft>
                <a:spcPts val="0"/>
              </a:spcAft>
              <a:buClr>
                <a:schemeClr val="dk2"/>
              </a:buClr>
              <a:buSzPts val="3800"/>
              <a:buNone/>
              <a:defRPr sz="3800">
                <a:solidFill>
                  <a:schemeClr val="dk2"/>
                </a:solidFill>
              </a:defRPr>
            </a:lvl9pPr>
          </a:lstStyle>
          <a:p/>
        </p:txBody>
      </p:sp>
      <p:sp>
        <p:nvSpPr>
          <p:cNvPr id="771" name="Google Shape;771;p61"/>
          <p:cNvSpPr txBox="1"/>
          <p:nvPr>
            <p:ph idx="2" type="body"/>
          </p:nvPr>
        </p:nvSpPr>
        <p:spPr>
          <a:xfrm>
            <a:off x="314275" y="2636575"/>
            <a:ext cx="2784300" cy="1693200"/>
          </a:xfrm>
          <a:prstGeom prst="rect">
            <a:avLst/>
          </a:prstGeom>
        </p:spPr>
        <p:txBody>
          <a:bodyPr anchorCtr="0" anchor="t" bIns="91425" lIns="0" spcFirstLastPara="1" rIns="91425" wrap="square" tIns="0">
            <a:normAutofit/>
          </a:bodyPr>
          <a:lstStyle>
            <a:lvl1pPr indent="-304800" lvl="0" marL="457200">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772" name="Google Shape;772;p61"/>
          <p:cNvSpPr txBox="1"/>
          <p:nvPr>
            <p:ph idx="3" type="subTitle"/>
          </p:nvPr>
        </p:nvSpPr>
        <p:spPr>
          <a:xfrm>
            <a:off x="314275" y="2288025"/>
            <a:ext cx="2784300" cy="215400"/>
          </a:xfrm>
          <a:prstGeom prst="rect">
            <a:avLst/>
          </a:prstGeom>
        </p:spPr>
        <p:txBody>
          <a:bodyPr anchorCtr="0" anchor="ctr" bIns="91425" lIns="0" spcFirstLastPara="1" rIns="91425" wrap="square" tIns="91425">
            <a:normAutofit/>
          </a:bodyPr>
          <a:lstStyle>
            <a:lvl1pPr lvl="0">
              <a:spcBef>
                <a:spcPts val="0"/>
              </a:spcBef>
              <a:spcAft>
                <a:spcPts val="0"/>
              </a:spcAft>
              <a:buSzPts val="1200"/>
              <a:buFont typeface="Inter"/>
              <a:buNone/>
              <a:defRPr b="1" sz="1200">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2">
  <p:cSld name="TITLE_2_2_1_2_3">
    <p:bg>
      <p:bgPr>
        <a:solidFill>
          <a:schemeClr val="dk2"/>
        </a:solidFill>
      </p:bgPr>
    </p:bg>
    <p:spTree>
      <p:nvGrpSpPr>
        <p:cNvPr id="773" name="Shape 773"/>
        <p:cNvGrpSpPr/>
        <p:nvPr/>
      </p:nvGrpSpPr>
      <p:grpSpPr>
        <a:xfrm>
          <a:off x="0" y="0"/>
          <a:ext cx="0" cy="0"/>
          <a:chOff x="0" y="0"/>
          <a:chExt cx="0" cy="0"/>
        </a:xfrm>
      </p:grpSpPr>
      <p:sp>
        <p:nvSpPr>
          <p:cNvPr id="774" name="Google Shape;774;p62"/>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5" name="Google Shape;775;p62"/>
          <p:cNvSpPr/>
          <p:nvPr/>
        </p:nvSpPr>
        <p:spPr>
          <a:xfrm>
            <a:off x="991956" y="117789"/>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pic>
        <p:nvPicPr>
          <p:cNvPr id="776" name="Google Shape;776;p62"/>
          <p:cNvPicPr preferRelativeResize="0"/>
          <p:nvPr/>
        </p:nvPicPr>
        <p:blipFill>
          <a:blip r:embed="rId2">
            <a:alphaModFix/>
          </a:blip>
          <a:stretch>
            <a:fillRect/>
          </a:stretch>
        </p:blipFill>
        <p:spPr>
          <a:xfrm>
            <a:off x="8065750" y="116313"/>
            <a:ext cx="958101" cy="170225"/>
          </a:xfrm>
          <a:prstGeom prst="rect">
            <a:avLst/>
          </a:prstGeom>
          <a:noFill/>
          <a:ln>
            <a:noFill/>
          </a:ln>
        </p:spPr>
      </p:pic>
      <p:sp>
        <p:nvSpPr>
          <p:cNvPr id="777" name="Google Shape;777;p62"/>
          <p:cNvSpPr txBox="1"/>
          <p:nvPr>
            <p:ph idx="1" type="subTitle"/>
          </p:nvPr>
        </p:nvSpPr>
        <p:spPr>
          <a:xfrm>
            <a:off x="-9144" y="54864"/>
            <a:ext cx="1044600" cy="296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778" name="Google Shape;778;p62"/>
          <p:cNvSpPr txBox="1"/>
          <p:nvPr>
            <p:ph idx="12" type="sldNum"/>
          </p:nvPr>
        </p:nvSpPr>
        <p:spPr>
          <a:xfrm>
            <a:off x="929256" y="89901"/>
            <a:ext cx="285000" cy="215400"/>
          </a:xfrm>
          <a:prstGeom prst="rect">
            <a:avLst/>
          </a:prstGeom>
        </p:spPr>
        <p:txBody>
          <a:bodyPr anchorCtr="0" anchor="t" bIns="91425" lIns="91425" spcFirstLastPara="1" rIns="91425" wrap="square" tIns="91425">
            <a:noAutofit/>
          </a:bodyPr>
          <a:lstStyle>
            <a:lvl1pPr lvl="0" algn="ctr">
              <a:buNone/>
              <a:defRPr b="1" sz="600">
                <a:solidFill>
                  <a:schemeClr val="lt1"/>
                </a:solidFill>
                <a:latin typeface="Inter"/>
                <a:ea typeface="Inter"/>
                <a:cs typeface="Inter"/>
                <a:sym typeface="Inter"/>
              </a:defRPr>
            </a:lvl1pPr>
            <a:lvl2pPr lvl="1" algn="ctr">
              <a:buNone/>
              <a:defRPr b="1" sz="600">
                <a:solidFill>
                  <a:schemeClr val="lt1"/>
                </a:solidFill>
                <a:latin typeface="Inter"/>
                <a:ea typeface="Inter"/>
                <a:cs typeface="Inter"/>
                <a:sym typeface="Inter"/>
              </a:defRPr>
            </a:lvl2pPr>
            <a:lvl3pPr lvl="2" algn="ctr">
              <a:buNone/>
              <a:defRPr b="1" sz="600">
                <a:solidFill>
                  <a:schemeClr val="lt1"/>
                </a:solidFill>
                <a:latin typeface="Inter"/>
                <a:ea typeface="Inter"/>
                <a:cs typeface="Inter"/>
                <a:sym typeface="Inter"/>
              </a:defRPr>
            </a:lvl3pPr>
            <a:lvl4pPr lvl="3" algn="ctr">
              <a:buNone/>
              <a:defRPr b="1" sz="600">
                <a:solidFill>
                  <a:schemeClr val="lt1"/>
                </a:solidFill>
                <a:latin typeface="Inter"/>
                <a:ea typeface="Inter"/>
                <a:cs typeface="Inter"/>
                <a:sym typeface="Inter"/>
              </a:defRPr>
            </a:lvl4pPr>
            <a:lvl5pPr lvl="4" algn="ctr">
              <a:buNone/>
              <a:defRPr b="1" sz="600">
                <a:solidFill>
                  <a:schemeClr val="lt1"/>
                </a:solidFill>
                <a:latin typeface="Inter"/>
                <a:ea typeface="Inter"/>
                <a:cs typeface="Inter"/>
                <a:sym typeface="Inter"/>
              </a:defRPr>
            </a:lvl5pPr>
            <a:lvl6pPr lvl="5" algn="ctr">
              <a:buNone/>
              <a:defRPr b="1" sz="600">
                <a:solidFill>
                  <a:schemeClr val="lt1"/>
                </a:solidFill>
                <a:latin typeface="Inter"/>
                <a:ea typeface="Inter"/>
                <a:cs typeface="Inter"/>
                <a:sym typeface="Inter"/>
              </a:defRPr>
            </a:lvl6pPr>
            <a:lvl7pPr lvl="6" algn="ctr">
              <a:buNone/>
              <a:defRPr b="1" sz="600">
                <a:solidFill>
                  <a:schemeClr val="lt1"/>
                </a:solidFill>
                <a:latin typeface="Inter"/>
                <a:ea typeface="Inter"/>
                <a:cs typeface="Inter"/>
                <a:sym typeface="Inter"/>
              </a:defRPr>
            </a:lvl7pPr>
            <a:lvl8pPr lvl="7" algn="ctr">
              <a:buNone/>
              <a:defRPr b="1" sz="600">
                <a:solidFill>
                  <a:schemeClr val="lt1"/>
                </a:solidFill>
                <a:latin typeface="Inter"/>
                <a:ea typeface="Inter"/>
                <a:cs typeface="Inter"/>
                <a:sym typeface="Inter"/>
              </a:defRPr>
            </a:lvl8pPr>
            <a:lvl9pPr lvl="8" algn="ctr">
              <a:buNone/>
              <a:defRPr b="1" sz="600">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779" name="Google Shape;779;p62"/>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780" name="Google Shape;780;p62"/>
          <p:cNvSpPr txBox="1"/>
          <p:nvPr>
            <p:ph type="title"/>
          </p:nvPr>
        </p:nvSpPr>
        <p:spPr>
          <a:xfrm>
            <a:off x="345775" y="593950"/>
            <a:ext cx="8456400" cy="1089600"/>
          </a:xfrm>
          <a:prstGeom prst="rect">
            <a:avLst/>
          </a:prstGeom>
        </p:spPr>
        <p:txBody>
          <a:bodyPr anchorCtr="0" anchor="t" bIns="91425" lIns="0" spcFirstLastPara="1" rIns="91425" wrap="square" tIns="91425">
            <a:normAutofit/>
          </a:bodyPr>
          <a:lstStyle>
            <a:lvl1pPr lvl="0">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781" name="Google Shape;781;p62"/>
          <p:cNvSpPr txBox="1"/>
          <p:nvPr>
            <p:ph idx="2" type="body"/>
          </p:nvPr>
        </p:nvSpPr>
        <p:spPr>
          <a:xfrm>
            <a:off x="314275" y="1413950"/>
            <a:ext cx="8430600" cy="2915700"/>
          </a:xfrm>
          <a:prstGeom prst="rect">
            <a:avLst/>
          </a:prstGeom>
        </p:spPr>
        <p:txBody>
          <a:bodyPr anchorCtr="0" anchor="t" bIns="91425" lIns="0" spcFirstLastPara="1" rIns="91425" wrap="square" tIns="0">
            <a:normAutofit/>
          </a:bodyPr>
          <a:lstStyle>
            <a:lvl1pPr indent="-304800" lvl="0" marL="457200">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nSpc>
                <a:spcPct val="115000"/>
              </a:lnSpc>
              <a:spcBef>
                <a:spcPts val="0"/>
              </a:spcBef>
              <a:spcAft>
                <a:spcPts val="0"/>
              </a:spcAft>
              <a:buSzPts val="1200"/>
              <a:buFont typeface="Inter"/>
              <a:buChar char="■"/>
              <a:defRPr sz="1200">
                <a:latin typeface="Inter"/>
                <a:ea typeface="Inter"/>
                <a:cs typeface="Inter"/>
                <a:sym typeface="Inter"/>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1 2">
  <p:cSld name="TITLE_2_1_1_1_1_3_3">
    <p:bg>
      <p:bgPr>
        <a:solidFill>
          <a:schemeClr val="accent1"/>
        </a:solidFill>
      </p:bgPr>
    </p:bg>
    <p:spTree>
      <p:nvGrpSpPr>
        <p:cNvPr id="782" name="Shape 782"/>
        <p:cNvGrpSpPr/>
        <p:nvPr/>
      </p:nvGrpSpPr>
      <p:grpSpPr>
        <a:xfrm>
          <a:off x="0" y="0"/>
          <a:ext cx="0" cy="0"/>
          <a:chOff x="0" y="0"/>
          <a:chExt cx="0" cy="0"/>
        </a:xfrm>
      </p:grpSpPr>
      <p:sp>
        <p:nvSpPr>
          <p:cNvPr id="783" name="Google Shape;783;p63"/>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4" name="Google Shape;784;p63"/>
          <p:cNvSpPr/>
          <p:nvPr/>
        </p:nvSpPr>
        <p:spPr>
          <a:xfrm>
            <a:off x="991956" y="121600"/>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785" name="Google Shape;785;p63"/>
          <p:cNvSpPr txBox="1"/>
          <p:nvPr>
            <p:ph idx="1" type="subTitle"/>
          </p:nvPr>
        </p:nvSpPr>
        <p:spPr>
          <a:xfrm>
            <a:off x="-9144" y="58675"/>
            <a:ext cx="1044600" cy="296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786" name="Google Shape;786;p63"/>
          <p:cNvSpPr txBox="1"/>
          <p:nvPr>
            <p:ph idx="12" type="sldNum"/>
          </p:nvPr>
        </p:nvSpPr>
        <p:spPr>
          <a:xfrm>
            <a:off x="929256" y="93713"/>
            <a:ext cx="285000" cy="215400"/>
          </a:xfrm>
          <a:prstGeom prst="rect">
            <a:avLst/>
          </a:prstGeom>
        </p:spPr>
        <p:txBody>
          <a:bodyPr anchorCtr="0" anchor="t" bIns="91425" lIns="91425" spcFirstLastPara="1" rIns="91425" wrap="square" tIns="91425">
            <a:noAutofit/>
          </a:bodyPr>
          <a:lstStyle>
            <a:lvl1pPr lvl="0" algn="ctr">
              <a:buNone/>
              <a:defRPr b="1" sz="600">
                <a:solidFill>
                  <a:schemeClr val="lt1"/>
                </a:solidFill>
                <a:latin typeface="Inter"/>
                <a:ea typeface="Inter"/>
                <a:cs typeface="Inter"/>
                <a:sym typeface="Inter"/>
              </a:defRPr>
            </a:lvl1pPr>
            <a:lvl2pPr lvl="1" algn="ctr">
              <a:buNone/>
              <a:defRPr b="1" sz="600">
                <a:solidFill>
                  <a:schemeClr val="lt1"/>
                </a:solidFill>
                <a:latin typeface="Inter"/>
                <a:ea typeface="Inter"/>
                <a:cs typeface="Inter"/>
                <a:sym typeface="Inter"/>
              </a:defRPr>
            </a:lvl2pPr>
            <a:lvl3pPr lvl="2" algn="ctr">
              <a:buNone/>
              <a:defRPr b="1" sz="600">
                <a:solidFill>
                  <a:schemeClr val="lt1"/>
                </a:solidFill>
                <a:latin typeface="Inter"/>
                <a:ea typeface="Inter"/>
                <a:cs typeface="Inter"/>
                <a:sym typeface="Inter"/>
              </a:defRPr>
            </a:lvl3pPr>
            <a:lvl4pPr lvl="3" algn="ctr">
              <a:buNone/>
              <a:defRPr b="1" sz="600">
                <a:solidFill>
                  <a:schemeClr val="lt1"/>
                </a:solidFill>
                <a:latin typeface="Inter"/>
                <a:ea typeface="Inter"/>
                <a:cs typeface="Inter"/>
                <a:sym typeface="Inter"/>
              </a:defRPr>
            </a:lvl4pPr>
            <a:lvl5pPr lvl="4" algn="ctr">
              <a:buNone/>
              <a:defRPr b="1" sz="600">
                <a:solidFill>
                  <a:schemeClr val="lt1"/>
                </a:solidFill>
                <a:latin typeface="Inter"/>
                <a:ea typeface="Inter"/>
                <a:cs typeface="Inter"/>
                <a:sym typeface="Inter"/>
              </a:defRPr>
            </a:lvl5pPr>
            <a:lvl6pPr lvl="5" algn="ctr">
              <a:buNone/>
              <a:defRPr b="1" sz="600">
                <a:solidFill>
                  <a:schemeClr val="lt1"/>
                </a:solidFill>
                <a:latin typeface="Inter"/>
                <a:ea typeface="Inter"/>
                <a:cs typeface="Inter"/>
                <a:sym typeface="Inter"/>
              </a:defRPr>
            </a:lvl6pPr>
            <a:lvl7pPr lvl="6" algn="ctr">
              <a:buNone/>
              <a:defRPr b="1" sz="600">
                <a:solidFill>
                  <a:schemeClr val="lt1"/>
                </a:solidFill>
                <a:latin typeface="Inter"/>
                <a:ea typeface="Inter"/>
                <a:cs typeface="Inter"/>
                <a:sym typeface="Inter"/>
              </a:defRPr>
            </a:lvl7pPr>
            <a:lvl8pPr lvl="7" algn="ctr">
              <a:buNone/>
              <a:defRPr b="1" sz="600">
                <a:solidFill>
                  <a:schemeClr val="lt1"/>
                </a:solidFill>
                <a:latin typeface="Inter"/>
                <a:ea typeface="Inter"/>
                <a:cs typeface="Inter"/>
                <a:sym typeface="Inter"/>
              </a:defRPr>
            </a:lvl8pPr>
            <a:lvl9pPr lvl="8" algn="ctr">
              <a:buNone/>
              <a:defRPr b="1" sz="600">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787" name="Google Shape;787;p63"/>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788" name="Google Shape;788;p63"/>
          <p:cNvSpPr txBox="1"/>
          <p:nvPr>
            <p:ph type="title"/>
          </p:nvPr>
        </p:nvSpPr>
        <p:spPr>
          <a:xfrm>
            <a:off x="314275" y="1125850"/>
            <a:ext cx="3516300" cy="976800"/>
          </a:xfrm>
          <a:prstGeom prst="rect">
            <a:avLst/>
          </a:prstGeom>
        </p:spPr>
        <p:txBody>
          <a:bodyPr anchorCtr="0" anchor="t" bIns="91425" lIns="0" spcFirstLastPara="1" rIns="91425" wrap="square" tIns="91425">
            <a:normAutofit/>
          </a:bodyPr>
          <a:lstStyle>
            <a:lvl1pPr lvl="0">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nSpc>
                <a:spcPct val="70000"/>
              </a:lnSpc>
              <a:spcBef>
                <a:spcPts val="0"/>
              </a:spcBef>
              <a:spcAft>
                <a:spcPts val="0"/>
              </a:spcAft>
              <a:buClr>
                <a:schemeClr val="dk2"/>
              </a:buClr>
              <a:buSzPts val="3800"/>
              <a:buNone/>
              <a:defRPr sz="3800">
                <a:solidFill>
                  <a:schemeClr val="dk2"/>
                </a:solidFill>
              </a:defRPr>
            </a:lvl2pPr>
            <a:lvl3pPr lvl="2">
              <a:lnSpc>
                <a:spcPct val="70000"/>
              </a:lnSpc>
              <a:spcBef>
                <a:spcPts val="0"/>
              </a:spcBef>
              <a:spcAft>
                <a:spcPts val="0"/>
              </a:spcAft>
              <a:buClr>
                <a:schemeClr val="dk2"/>
              </a:buClr>
              <a:buSzPts val="3800"/>
              <a:buNone/>
              <a:defRPr sz="3800">
                <a:solidFill>
                  <a:schemeClr val="dk2"/>
                </a:solidFill>
              </a:defRPr>
            </a:lvl3pPr>
            <a:lvl4pPr lvl="3">
              <a:lnSpc>
                <a:spcPct val="70000"/>
              </a:lnSpc>
              <a:spcBef>
                <a:spcPts val="0"/>
              </a:spcBef>
              <a:spcAft>
                <a:spcPts val="0"/>
              </a:spcAft>
              <a:buClr>
                <a:schemeClr val="dk2"/>
              </a:buClr>
              <a:buSzPts val="3800"/>
              <a:buNone/>
              <a:defRPr sz="3800">
                <a:solidFill>
                  <a:schemeClr val="dk2"/>
                </a:solidFill>
              </a:defRPr>
            </a:lvl4pPr>
            <a:lvl5pPr lvl="4">
              <a:lnSpc>
                <a:spcPct val="70000"/>
              </a:lnSpc>
              <a:spcBef>
                <a:spcPts val="0"/>
              </a:spcBef>
              <a:spcAft>
                <a:spcPts val="0"/>
              </a:spcAft>
              <a:buClr>
                <a:schemeClr val="dk2"/>
              </a:buClr>
              <a:buSzPts val="3800"/>
              <a:buNone/>
              <a:defRPr sz="3800">
                <a:solidFill>
                  <a:schemeClr val="dk2"/>
                </a:solidFill>
              </a:defRPr>
            </a:lvl5pPr>
            <a:lvl6pPr lvl="5">
              <a:lnSpc>
                <a:spcPct val="70000"/>
              </a:lnSpc>
              <a:spcBef>
                <a:spcPts val="0"/>
              </a:spcBef>
              <a:spcAft>
                <a:spcPts val="0"/>
              </a:spcAft>
              <a:buClr>
                <a:schemeClr val="dk2"/>
              </a:buClr>
              <a:buSzPts val="3800"/>
              <a:buNone/>
              <a:defRPr sz="3800">
                <a:solidFill>
                  <a:schemeClr val="dk2"/>
                </a:solidFill>
              </a:defRPr>
            </a:lvl6pPr>
            <a:lvl7pPr lvl="6">
              <a:lnSpc>
                <a:spcPct val="70000"/>
              </a:lnSpc>
              <a:spcBef>
                <a:spcPts val="0"/>
              </a:spcBef>
              <a:spcAft>
                <a:spcPts val="0"/>
              </a:spcAft>
              <a:buClr>
                <a:schemeClr val="dk2"/>
              </a:buClr>
              <a:buSzPts val="3800"/>
              <a:buNone/>
              <a:defRPr sz="3800">
                <a:solidFill>
                  <a:schemeClr val="dk2"/>
                </a:solidFill>
              </a:defRPr>
            </a:lvl7pPr>
            <a:lvl8pPr lvl="7">
              <a:lnSpc>
                <a:spcPct val="70000"/>
              </a:lnSpc>
              <a:spcBef>
                <a:spcPts val="0"/>
              </a:spcBef>
              <a:spcAft>
                <a:spcPts val="0"/>
              </a:spcAft>
              <a:buClr>
                <a:schemeClr val="dk2"/>
              </a:buClr>
              <a:buSzPts val="3800"/>
              <a:buNone/>
              <a:defRPr sz="3800">
                <a:solidFill>
                  <a:schemeClr val="dk2"/>
                </a:solidFill>
              </a:defRPr>
            </a:lvl8pPr>
            <a:lvl9pPr lvl="8">
              <a:lnSpc>
                <a:spcPct val="70000"/>
              </a:lnSpc>
              <a:spcBef>
                <a:spcPts val="0"/>
              </a:spcBef>
              <a:spcAft>
                <a:spcPts val="0"/>
              </a:spcAft>
              <a:buClr>
                <a:schemeClr val="dk2"/>
              </a:buClr>
              <a:buSzPts val="3800"/>
              <a:buNone/>
              <a:defRPr sz="3800">
                <a:solidFill>
                  <a:schemeClr val="dk2"/>
                </a:solidFill>
              </a:defRPr>
            </a:lvl9pPr>
          </a:lstStyle>
          <a:p/>
        </p:txBody>
      </p:sp>
      <p:sp>
        <p:nvSpPr>
          <p:cNvPr id="789" name="Google Shape;789;p63"/>
          <p:cNvSpPr txBox="1"/>
          <p:nvPr>
            <p:ph idx="2" type="body"/>
          </p:nvPr>
        </p:nvSpPr>
        <p:spPr>
          <a:xfrm>
            <a:off x="314275" y="2636575"/>
            <a:ext cx="2784300" cy="1693200"/>
          </a:xfrm>
          <a:prstGeom prst="rect">
            <a:avLst/>
          </a:prstGeom>
        </p:spPr>
        <p:txBody>
          <a:bodyPr anchorCtr="0" anchor="t" bIns="91425" lIns="0" spcFirstLastPara="1" rIns="91425" wrap="square" tIns="0">
            <a:normAutofit/>
          </a:bodyPr>
          <a:lstStyle>
            <a:lvl1pPr indent="-304800" lvl="0" marL="457200">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790" name="Google Shape;790;p63"/>
          <p:cNvSpPr txBox="1"/>
          <p:nvPr>
            <p:ph idx="3" type="subTitle"/>
          </p:nvPr>
        </p:nvSpPr>
        <p:spPr>
          <a:xfrm>
            <a:off x="314275" y="2288025"/>
            <a:ext cx="2784300" cy="215400"/>
          </a:xfrm>
          <a:prstGeom prst="rect">
            <a:avLst/>
          </a:prstGeom>
        </p:spPr>
        <p:txBody>
          <a:bodyPr anchorCtr="0" anchor="ctr" bIns="91425" lIns="0" spcFirstLastPara="1" rIns="91425" wrap="square" tIns="91425">
            <a:normAutofit/>
          </a:bodyPr>
          <a:lstStyle>
            <a:lvl1pPr lvl="0">
              <a:spcBef>
                <a:spcPts val="0"/>
              </a:spcBef>
              <a:spcAft>
                <a:spcPts val="0"/>
              </a:spcAft>
              <a:buSzPts val="1200"/>
              <a:buFont typeface="Inter"/>
              <a:buNone/>
              <a:defRPr b="1" sz="1200">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91" name="Google Shape;791;p63"/>
          <p:cNvPicPr preferRelativeResize="0"/>
          <p:nvPr/>
        </p:nvPicPr>
        <p:blipFill>
          <a:blip r:embed="rId2">
            <a:alphaModFix/>
          </a:blip>
          <a:stretch>
            <a:fillRect/>
          </a:stretch>
        </p:blipFill>
        <p:spPr>
          <a:xfrm>
            <a:off x="7802498" y="53350"/>
            <a:ext cx="1221354" cy="29610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p:cSld name="TITLE_2_1_1_1">
    <p:bg>
      <p:bgPr>
        <a:solidFill>
          <a:schemeClr val="dk2"/>
        </a:solidFill>
      </p:bgPr>
    </p:bg>
    <p:spTree>
      <p:nvGrpSpPr>
        <p:cNvPr id="792" name="Shape 792"/>
        <p:cNvGrpSpPr/>
        <p:nvPr/>
      </p:nvGrpSpPr>
      <p:grpSpPr>
        <a:xfrm>
          <a:off x="0" y="0"/>
          <a:ext cx="0" cy="0"/>
          <a:chOff x="0" y="0"/>
          <a:chExt cx="0" cy="0"/>
        </a:xfrm>
      </p:grpSpPr>
      <p:sp>
        <p:nvSpPr>
          <p:cNvPr id="793" name="Google Shape;793;p64"/>
          <p:cNvSpPr/>
          <p:nvPr/>
        </p:nvSpPr>
        <p:spPr>
          <a:xfrm>
            <a:off x="120150" y="766200"/>
            <a:ext cx="89037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4" name="Google Shape;794;p64"/>
          <p:cNvSpPr txBox="1"/>
          <p:nvPr>
            <p:ph type="title"/>
          </p:nvPr>
        </p:nvSpPr>
        <p:spPr>
          <a:xfrm>
            <a:off x="222100" y="1562275"/>
            <a:ext cx="5825100" cy="976800"/>
          </a:xfrm>
          <a:prstGeom prst="rect">
            <a:avLst/>
          </a:prstGeom>
        </p:spPr>
        <p:txBody>
          <a:bodyPr anchorCtr="0" anchor="t" bIns="91425" lIns="91425" spcFirstLastPara="1" rIns="91425" wrap="square" tIns="91425">
            <a:normAutofit/>
          </a:bodyPr>
          <a:lstStyle>
            <a:lvl1pPr lvl="0">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nSpc>
                <a:spcPct val="70000"/>
              </a:lnSpc>
              <a:spcBef>
                <a:spcPts val="0"/>
              </a:spcBef>
              <a:spcAft>
                <a:spcPts val="0"/>
              </a:spcAft>
              <a:buClr>
                <a:schemeClr val="dk2"/>
              </a:buClr>
              <a:buSzPts val="3800"/>
              <a:buNone/>
              <a:defRPr sz="3800">
                <a:solidFill>
                  <a:schemeClr val="dk2"/>
                </a:solidFill>
              </a:defRPr>
            </a:lvl2pPr>
            <a:lvl3pPr lvl="2">
              <a:lnSpc>
                <a:spcPct val="70000"/>
              </a:lnSpc>
              <a:spcBef>
                <a:spcPts val="0"/>
              </a:spcBef>
              <a:spcAft>
                <a:spcPts val="0"/>
              </a:spcAft>
              <a:buClr>
                <a:schemeClr val="dk2"/>
              </a:buClr>
              <a:buSzPts val="3800"/>
              <a:buNone/>
              <a:defRPr sz="3800">
                <a:solidFill>
                  <a:schemeClr val="dk2"/>
                </a:solidFill>
              </a:defRPr>
            </a:lvl3pPr>
            <a:lvl4pPr lvl="3">
              <a:lnSpc>
                <a:spcPct val="70000"/>
              </a:lnSpc>
              <a:spcBef>
                <a:spcPts val="0"/>
              </a:spcBef>
              <a:spcAft>
                <a:spcPts val="0"/>
              </a:spcAft>
              <a:buClr>
                <a:schemeClr val="dk2"/>
              </a:buClr>
              <a:buSzPts val="3800"/>
              <a:buNone/>
              <a:defRPr sz="3800">
                <a:solidFill>
                  <a:schemeClr val="dk2"/>
                </a:solidFill>
              </a:defRPr>
            </a:lvl4pPr>
            <a:lvl5pPr lvl="4">
              <a:lnSpc>
                <a:spcPct val="70000"/>
              </a:lnSpc>
              <a:spcBef>
                <a:spcPts val="0"/>
              </a:spcBef>
              <a:spcAft>
                <a:spcPts val="0"/>
              </a:spcAft>
              <a:buClr>
                <a:schemeClr val="dk2"/>
              </a:buClr>
              <a:buSzPts val="3800"/>
              <a:buNone/>
              <a:defRPr sz="3800">
                <a:solidFill>
                  <a:schemeClr val="dk2"/>
                </a:solidFill>
              </a:defRPr>
            </a:lvl5pPr>
            <a:lvl6pPr lvl="5">
              <a:lnSpc>
                <a:spcPct val="70000"/>
              </a:lnSpc>
              <a:spcBef>
                <a:spcPts val="0"/>
              </a:spcBef>
              <a:spcAft>
                <a:spcPts val="0"/>
              </a:spcAft>
              <a:buClr>
                <a:schemeClr val="dk2"/>
              </a:buClr>
              <a:buSzPts val="3800"/>
              <a:buNone/>
              <a:defRPr sz="3800">
                <a:solidFill>
                  <a:schemeClr val="dk2"/>
                </a:solidFill>
              </a:defRPr>
            </a:lvl6pPr>
            <a:lvl7pPr lvl="6">
              <a:lnSpc>
                <a:spcPct val="70000"/>
              </a:lnSpc>
              <a:spcBef>
                <a:spcPts val="0"/>
              </a:spcBef>
              <a:spcAft>
                <a:spcPts val="0"/>
              </a:spcAft>
              <a:buClr>
                <a:schemeClr val="dk2"/>
              </a:buClr>
              <a:buSzPts val="3800"/>
              <a:buNone/>
              <a:defRPr sz="3800">
                <a:solidFill>
                  <a:schemeClr val="dk2"/>
                </a:solidFill>
              </a:defRPr>
            </a:lvl7pPr>
            <a:lvl8pPr lvl="7">
              <a:lnSpc>
                <a:spcPct val="70000"/>
              </a:lnSpc>
              <a:spcBef>
                <a:spcPts val="0"/>
              </a:spcBef>
              <a:spcAft>
                <a:spcPts val="0"/>
              </a:spcAft>
              <a:buClr>
                <a:schemeClr val="dk2"/>
              </a:buClr>
              <a:buSzPts val="3800"/>
              <a:buNone/>
              <a:defRPr sz="3800">
                <a:solidFill>
                  <a:schemeClr val="dk2"/>
                </a:solidFill>
              </a:defRPr>
            </a:lvl8pPr>
            <a:lvl9pPr lvl="8">
              <a:lnSpc>
                <a:spcPct val="70000"/>
              </a:lnSpc>
              <a:spcBef>
                <a:spcPts val="0"/>
              </a:spcBef>
              <a:spcAft>
                <a:spcPts val="0"/>
              </a:spcAft>
              <a:buClr>
                <a:schemeClr val="dk2"/>
              </a:buClr>
              <a:buSzPts val="3800"/>
              <a:buNone/>
              <a:defRPr sz="3800">
                <a:solidFill>
                  <a:schemeClr val="dk2"/>
                </a:solidFill>
              </a:defRPr>
            </a:lvl9pPr>
          </a:lstStyle>
          <a:p/>
        </p:txBody>
      </p:sp>
      <p:sp>
        <p:nvSpPr>
          <p:cNvPr id="795" name="Google Shape;795;p64"/>
          <p:cNvSpPr txBox="1"/>
          <p:nvPr>
            <p:ph idx="1" type="body"/>
          </p:nvPr>
        </p:nvSpPr>
        <p:spPr>
          <a:xfrm>
            <a:off x="3005900" y="2812025"/>
            <a:ext cx="2784300" cy="1693200"/>
          </a:xfrm>
          <a:prstGeom prst="rect">
            <a:avLst/>
          </a:prstGeom>
        </p:spPr>
        <p:txBody>
          <a:bodyPr anchorCtr="0" anchor="t" bIns="91425" lIns="0" spcFirstLastPara="1" rIns="91425" wrap="square" tIns="0">
            <a:normAutofit/>
          </a:bodyPr>
          <a:lstStyle>
            <a:lvl1pPr indent="-304800" lvl="0" marL="457200">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nSpc>
                <a:spcPct val="115000"/>
              </a:lnSpc>
              <a:spcBef>
                <a:spcPts val="0"/>
              </a:spcBef>
              <a:spcAft>
                <a:spcPts val="0"/>
              </a:spcAft>
              <a:buSzPts val="1200"/>
              <a:buChar char="○"/>
              <a:defRPr sz="1200"/>
            </a:lvl2pPr>
            <a:lvl3pPr indent="-304800" lvl="2" marL="1371600">
              <a:lnSpc>
                <a:spcPct val="115000"/>
              </a:lnSpc>
              <a:spcBef>
                <a:spcPts val="0"/>
              </a:spcBef>
              <a:spcAft>
                <a:spcPts val="0"/>
              </a:spcAft>
              <a:buSzPts val="1200"/>
              <a:buChar char="■"/>
              <a:defRPr sz="1200"/>
            </a:lvl3pPr>
            <a:lvl4pPr indent="-304800" lvl="3" marL="1828800">
              <a:lnSpc>
                <a:spcPct val="115000"/>
              </a:lnSpc>
              <a:spcBef>
                <a:spcPts val="0"/>
              </a:spcBef>
              <a:spcAft>
                <a:spcPts val="0"/>
              </a:spcAft>
              <a:buSzPts val="1200"/>
              <a:buChar char="●"/>
              <a:defRPr sz="1200"/>
            </a:lvl4pPr>
            <a:lvl5pPr indent="-304800" lvl="4" marL="2286000">
              <a:lnSpc>
                <a:spcPct val="115000"/>
              </a:lnSpc>
              <a:spcBef>
                <a:spcPts val="0"/>
              </a:spcBef>
              <a:spcAft>
                <a:spcPts val="0"/>
              </a:spcAft>
              <a:buSzPts val="1200"/>
              <a:buChar char="○"/>
              <a:defRPr sz="1200"/>
            </a:lvl5pPr>
            <a:lvl6pPr indent="-304800" lvl="5" marL="2743200">
              <a:lnSpc>
                <a:spcPct val="115000"/>
              </a:lnSpc>
              <a:spcBef>
                <a:spcPts val="0"/>
              </a:spcBef>
              <a:spcAft>
                <a:spcPts val="0"/>
              </a:spcAft>
              <a:buSzPts val="1200"/>
              <a:buChar char="■"/>
              <a:defRPr sz="1200"/>
            </a:lvl6pPr>
            <a:lvl7pPr indent="-304800" lvl="6" marL="3200400">
              <a:lnSpc>
                <a:spcPct val="115000"/>
              </a:lnSpc>
              <a:spcBef>
                <a:spcPts val="0"/>
              </a:spcBef>
              <a:spcAft>
                <a:spcPts val="0"/>
              </a:spcAft>
              <a:buSzPts val="1200"/>
              <a:buChar char="●"/>
              <a:defRPr sz="1200"/>
            </a:lvl7pPr>
            <a:lvl8pPr indent="-304800" lvl="7" marL="3657600">
              <a:lnSpc>
                <a:spcPct val="115000"/>
              </a:lnSpc>
              <a:spcBef>
                <a:spcPts val="0"/>
              </a:spcBef>
              <a:spcAft>
                <a:spcPts val="0"/>
              </a:spcAft>
              <a:buSzPts val="1200"/>
              <a:buChar char="○"/>
              <a:defRPr sz="1200"/>
            </a:lvl8pPr>
            <a:lvl9pPr indent="-304800" lvl="8" marL="4114800">
              <a:lnSpc>
                <a:spcPct val="115000"/>
              </a:lnSpc>
              <a:spcBef>
                <a:spcPts val="0"/>
              </a:spcBef>
              <a:spcAft>
                <a:spcPts val="0"/>
              </a:spcAft>
              <a:buSzPts val="1200"/>
              <a:buChar char="■"/>
              <a:defRPr sz="1200"/>
            </a:lvl9pPr>
          </a:lstStyle>
          <a:p/>
        </p:txBody>
      </p:sp>
      <p:sp>
        <p:nvSpPr>
          <p:cNvPr id="796" name="Google Shape;796;p64"/>
          <p:cNvSpPr txBox="1"/>
          <p:nvPr>
            <p:ph idx="2" type="body"/>
          </p:nvPr>
        </p:nvSpPr>
        <p:spPr>
          <a:xfrm>
            <a:off x="5944050" y="2824188"/>
            <a:ext cx="2784300" cy="1693200"/>
          </a:xfrm>
          <a:prstGeom prst="rect">
            <a:avLst/>
          </a:prstGeom>
        </p:spPr>
        <p:txBody>
          <a:bodyPr anchorCtr="0" anchor="t" bIns="91425" lIns="0" spcFirstLastPara="1" rIns="91425" wrap="square" tIns="0">
            <a:normAutofit/>
          </a:bodyPr>
          <a:lstStyle>
            <a:lvl1pPr indent="-304800" lvl="0" marL="457200">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nSpc>
                <a:spcPct val="115000"/>
              </a:lnSpc>
              <a:spcBef>
                <a:spcPts val="0"/>
              </a:spcBef>
              <a:spcAft>
                <a:spcPts val="0"/>
              </a:spcAft>
              <a:buSzPts val="1200"/>
              <a:buChar char="○"/>
              <a:defRPr sz="1200"/>
            </a:lvl2pPr>
            <a:lvl3pPr indent="-304800" lvl="2" marL="1371600">
              <a:lnSpc>
                <a:spcPct val="115000"/>
              </a:lnSpc>
              <a:spcBef>
                <a:spcPts val="0"/>
              </a:spcBef>
              <a:spcAft>
                <a:spcPts val="0"/>
              </a:spcAft>
              <a:buSzPts val="1200"/>
              <a:buChar char="■"/>
              <a:defRPr sz="1200"/>
            </a:lvl3pPr>
            <a:lvl4pPr indent="-304800" lvl="3" marL="1828800">
              <a:lnSpc>
                <a:spcPct val="115000"/>
              </a:lnSpc>
              <a:spcBef>
                <a:spcPts val="0"/>
              </a:spcBef>
              <a:spcAft>
                <a:spcPts val="0"/>
              </a:spcAft>
              <a:buSzPts val="1200"/>
              <a:buChar char="●"/>
              <a:defRPr sz="1200"/>
            </a:lvl4pPr>
            <a:lvl5pPr indent="-304800" lvl="4" marL="2286000">
              <a:lnSpc>
                <a:spcPct val="115000"/>
              </a:lnSpc>
              <a:spcBef>
                <a:spcPts val="0"/>
              </a:spcBef>
              <a:spcAft>
                <a:spcPts val="0"/>
              </a:spcAft>
              <a:buSzPts val="1200"/>
              <a:buChar char="○"/>
              <a:defRPr sz="1200"/>
            </a:lvl5pPr>
            <a:lvl6pPr indent="-304800" lvl="5" marL="2743200">
              <a:lnSpc>
                <a:spcPct val="115000"/>
              </a:lnSpc>
              <a:spcBef>
                <a:spcPts val="0"/>
              </a:spcBef>
              <a:spcAft>
                <a:spcPts val="0"/>
              </a:spcAft>
              <a:buSzPts val="1200"/>
              <a:buChar char="■"/>
              <a:defRPr sz="1200"/>
            </a:lvl6pPr>
            <a:lvl7pPr indent="-304800" lvl="6" marL="3200400">
              <a:lnSpc>
                <a:spcPct val="115000"/>
              </a:lnSpc>
              <a:spcBef>
                <a:spcPts val="0"/>
              </a:spcBef>
              <a:spcAft>
                <a:spcPts val="0"/>
              </a:spcAft>
              <a:buSzPts val="1200"/>
              <a:buChar char="●"/>
              <a:defRPr sz="1200"/>
            </a:lvl7pPr>
            <a:lvl8pPr indent="-304800" lvl="7" marL="3657600">
              <a:lnSpc>
                <a:spcPct val="115000"/>
              </a:lnSpc>
              <a:spcBef>
                <a:spcPts val="0"/>
              </a:spcBef>
              <a:spcAft>
                <a:spcPts val="0"/>
              </a:spcAft>
              <a:buSzPts val="1200"/>
              <a:buChar char="○"/>
              <a:defRPr sz="1200"/>
            </a:lvl8pPr>
            <a:lvl9pPr indent="-304800" lvl="8" marL="4114800">
              <a:lnSpc>
                <a:spcPct val="115000"/>
              </a:lnSpc>
              <a:spcBef>
                <a:spcPts val="0"/>
              </a:spcBef>
              <a:spcAft>
                <a:spcPts val="0"/>
              </a:spcAft>
              <a:buSzPts val="1200"/>
              <a:buChar char="■"/>
              <a:defRPr sz="1200"/>
            </a:lvl9pPr>
          </a:lstStyle>
          <a:p/>
        </p:txBody>
      </p:sp>
      <p:sp>
        <p:nvSpPr>
          <p:cNvPr id="797" name="Google Shape;797;p6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lt1"/>
              </a:solidFill>
              <a:latin typeface="Inter SemiBold"/>
              <a:ea typeface="Inter SemiBold"/>
              <a:cs typeface="Inter SemiBold"/>
              <a:sym typeface="Inter SemiBold"/>
            </a:endParaRPr>
          </a:p>
        </p:txBody>
      </p:sp>
      <p:pic>
        <p:nvPicPr>
          <p:cNvPr id="798" name="Google Shape;798;p64"/>
          <p:cNvPicPr preferRelativeResize="0"/>
          <p:nvPr/>
        </p:nvPicPr>
        <p:blipFill>
          <a:blip r:embed="rId2">
            <a:alphaModFix/>
          </a:blip>
          <a:stretch>
            <a:fillRect/>
          </a:stretch>
        </p:blipFill>
        <p:spPr>
          <a:xfrm>
            <a:off x="7973350" y="229963"/>
            <a:ext cx="958101" cy="170225"/>
          </a:xfrm>
          <a:prstGeom prst="rect">
            <a:avLst/>
          </a:prstGeom>
          <a:noFill/>
          <a:ln>
            <a:noFill/>
          </a:ln>
        </p:spPr>
      </p:pic>
      <p:sp>
        <p:nvSpPr>
          <p:cNvPr id="799" name="Google Shape;799;p64"/>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4">
  <p:cSld name="TITLE_2_2_1_4">
    <p:bg>
      <p:bgPr>
        <a:solidFill>
          <a:schemeClr val="dk2"/>
        </a:solidFill>
      </p:bgPr>
    </p:bg>
    <p:spTree>
      <p:nvGrpSpPr>
        <p:cNvPr id="800" name="Shape 800"/>
        <p:cNvGrpSpPr/>
        <p:nvPr/>
      </p:nvGrpSpPr>
      <p:grpSpPr>
        <a:xfrm>
          <a:off x="0" y="0"/>
          <a:ext cx="0" cy="0"/>
          <a:chOff x="0" y="0"/>
          <a:chExt cx="0" cy="0"/>
        </a:xfrm>
      </p:grpSpPr>
      <p:sp>
        <p:nvSpPr>
          <p:cNvPr id="801" name="Google Shape;801;p65"/>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02" name="Google Shape;802;p65"/>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803" name="Google Shape;803;p65"/>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804" name="Google Shape;804;p65"/>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805" name="Google Shape;805;p65"/>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3 1">
  <p:cSld name="Title slide 2 2 1 3">
    <p:bg>
      <p:bgPr>
        <a:solidFill>
          <a:schemeClr val="dk2"/>
        </a:solidFill>
      </p:bgPr>
    </p:bg>
    <p:spTree>
      <p:nvGrpSpPr>
        <p:cNvPr id="806" name="Shape 806"/>
        <p:cNvGrpSpPr/>
        <p:nvPr/>
      </p:nvGrpSpPr>
      <p:grpSpPr>
        <a:xfrm>
          <a:off x="0" y="0"/>
          <a:ext cx="0" cy="0"/>
          <a:chOff x="0" y="0"/>
          <a:chExt cx="0" cy="0"/>
        </a:xfrm>
      </p:grpSpPr>
      <p:sp>
        <p:nvSpPr>
          <p:cNvPr id="807" name="Google Shape;807;p66"/>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66"/>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66"/>
          <p:cNvSpPr txBox="1"/>
          <p:nvPr>
            <p:ph type="title"/>
          </p:nvPr>
        </p:nvSpPr>
        <p:spPr>
          <a:xfrm>
            <a:off x="345775" y="593950"/>
            <a:ext cx="8456400" cy="1089600"/>
          </a:xfrm>
          <a:prstGeom prst="rect">
            <a:avLst/>
          </a:prstGeom>
          <a:noFill/>
          <a:ln>
            <a:noFill/>
          </a:ln>
        </p:spPr>
        <p:txBody>
          <a:bodyPr anchorCtr="0" anchor="t" bIns="68575" lIns="0" spcFirstLastPara="1" rIns="68575" wrap="square" tIns="68575">
            <a:normAutofit/>
          </a:bodyPr>
          <a:lstStyle>
            <a:lvl1pPr lvl="0"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810" name="Google Shape;810;p66"/>
          <p:cNvSpPr txBox="1"/>
          <p:nvPr>
            <p:ph idx="1" type="body"/>
          </p:nvPr>
        </p:nvSpPr>
        <p:spPr>
          <a:xfrm>
            <a:off x="314275" y="1413950"/>
            <a:ext cx="8430600" cy="2915700"/>
          </a:xfrm>
          <a:prstGeom prst="rect">
            <a:avLst/>
          </a:prstGeom>
          <a:noFill/>
          <a:ln>
            <a:noFill/>
          </a:ln>
        </p:spPr>
        <p:txBody>
          <a:bodyPr anchorCtr="0" anchor="t" bIns="68575" lIns="0" spcFirstLastPara="1" rIns="68575" wrap="square" tIns="0">
            <a:normAutofit/>
          </a:bodyPr>
          <a:lstStyle>
            <a:lvl1pPr indent="-285750" lvl="0" marL="457200" algn="l">
              <a:lnSpc>
                <a:spcPct val="115000"/>
              </a:lnSpc>
              <a:spcBef>
                <a:spcPts val="0"/>
              </a:spcBef>
              <a:spcAft>
                <a:spcPts val="0"/>
              </a:spcAft>
              <a:buSzPts val="900"/>
              <a:buFont typeface="Inter"/>
              <a:buChar char="●"/>
              <a:defRPr sz="1200">
                <a:latin typeface="Inter"/>
                <a:ea typeface="Inter"/>
                <a:cs typeface="Inter"/>
                <a:sym typeface="Inter"/>
              </a:defRPr>
            </a:lvl1pPr>
            <a:lvl2pPr indent="-285750" lvl="1" marL="914400" algn="l">
              <a:lnSpc>
                <a:spcPct val="115000"/>
              </a:lnSpc>
              <a:spcBef>
                <a:spcPts val="0"/>
              </a:spcBef>
              <a:spcAft>
                <a:spcPts val="0"/>
              </a:spcAft>
              <a:buSzPts val="900"/>
              <a:buFont typeface="Inter"/>
              <a:buChar char="○"/>
              <a:defRPr sz="1200">
                <a:latin typeface="Inter"/>
                <a:ea typeface="Inter"/>
                <a:cs typeface="Inter"/>
                <a:sym typeface="Inter"/>
              </a:defRPr>
            </a:lvl2pPr>
            <a:lvl3pPr indent="-285750" lvl="2" marL="1371600" algn="l">
              <a:lnSpc>
                <a:spcPct val="115000"/>
              </a:lnSpc>
              <a:spcBef>
                <a:spcPts val="0"/>
              </a:spcBef>
              <a:spcAft>
                <a:spcPts val="0"/>
              </a:spcAft>
              <a:buSzPts val="900"/>
              <a:buFont typeface="Inter"/>
              <a:buChar char="■"/>
              <a:defRPr sz="1200">
                <a:latin typeface="Inter"/>
                <a:ea typeface="Inter"/>
                <a:cs typeface="Inter"/>
                <a:sym typeface="Inter"/>
              </a:defRPr>
            </a:lvl3pPr>
            <a:lvl4pPr indent="-285750" lvl="3" marL="1828800" algn="l">
              <a:lnSpc>
                <a:spcPct val="115000"/>
              </a:lnSpc>
              <a:spcBef>
                <a:spcPts val="0"/>
              </a:spcBef>
              <a:spcAft>
                <a:spcPts val="0"/>
              </a:spcAft>
              <a:buSzPts val="900"/>
              <a:buFont typeface="Inter"/>
              <a:buChar char="●"/>
              <a:defRPr sz="1200">
                <a:latin typeface="Inter"/>
                <a:ea typeface="Inter"/>
                <a:cs typeface="Inter"/>
                <a:sym typeface="Inter"/>
              </a:defRPr>
            </a:lvl4pPr>
            <a:lvl5pPr indent="-285750" lvl="4" marL="2286000" algn="l">
              <a:lnSpc>
                <a:spcPct val="115000"/>
              </a:lnSpc>
              <a:spcBef>
                <a:spcPts val="0"/>
              </a:spcBef>
              <a:spcAft>
                <a:spcPts val="0"/>
              </a:spcAft>
              <a:buSzPts val="900"/>
              <a:buFont typeface="Inter"/>
              <a:buChar char="○"/>
              <a:defRPr sz="1200">
                <a:latin typeface="Inter"/>
                <a:ea typeface="Inter"/>
                <a:cs typeface="Inter"/>
                <a:sym typeface="Inter"/>
              </a:defRPr>
            </a:lvl5pPr>
            <a:lvl6pPr indent="-285750" lvl="5" marL="2743200" algn="l">
              <a:lnSpc>
                <a:spcPct val="115000"/>
              </a:lnSpc>
              <a:spcBef>
                <a:spcPts val="0"/>
              </a:spcBef>
              <a:spcAft>
                <a:spcPts val="0"/>
              </a:spcAft>
              <a:buSzPts val="900"/>
              <a:buFont typeface="Inter"/>
              <a:buChar char="■"/>
              <a:defRPr sz="1200">
                <a:latin typeface="Inter"/>
                <a:ea typeface="Inter"/>
                <a:cs typeface="Inter"/>
                <a:sym typeface="Inter"/>
              </a:defRPr>
            </a:lvl6pPr>
            <a:lvl7pPr indent="-285750" lvl="6" marL="3200400" algn="l">
              <a:lnSpc>
                <a:spcPct val="115000"/>
              </a:lnSpc>
              <a:spcBef>
                <a:spcPts val="0"/>
              </a:spcBef>
              <a:spcAft>
                <a:spcPts val="0"/>
              </a:spcAft>
              <a:buSzPts val="900"/>
              <a:buFont typeface="Inter"/>
              <a:buChar char="●"/>
              <a:defRPr sz="1200">
                <a:latin typeface="Inter"/>
                <a:ea typeface="Inter"/>
                <a:cs typeface="Inter"/>
                <a:sym typeface="Inter"/>
              </a:defRPr>
            </a:lvl7pPr>
            <a:lvl8pPr indent="-285750" lvl="7" marL="3657600" algn="l">
              <a:lnSpc>
                <a:spcPct val="115000"/>
              </a:lnSpc>
              <a:spcBef>
                <a:spcPts val="0"/>
              </a:spcBef>
              <a:spcAft>
                <a:spcPts val="0"/>
              </a:spcAft>
              <a:buSzPts val="900"/>
              <a:buFont typeface="Inter"/>
              <a:buChar char="○"/>
              <a:defRPr sz="1200">
                <a:latin typeface="Inter"/>
                <a:ea typeface="Inter"/>
                <a:cs typeface="Inter"/>
                <a:sym typeface="Inter"/>
              </a:defRPr>
            </a:lvl8pPr>
            <a:lvl9pPr indent="-285750" lvl="8" marL="4114800" algn="l">
              <a:lnSpc>
                <a:spcPct val="115000"/>
              </a:lnSpc>
              <a:spcBef>
                <a:spcPts val="0"/>
              </a:spcBef>
              <a:spcAft>
                <a:spcPts val="0"/>
              </a:spcAft>
              <a:buSzPts val="900"/>
              <a:buFont typeface="Inter"/>
              <a:buChar char="■"/>
              <a:defRPr sz="1200">
                <a:latin typeface="Inter"/>
                <a:ea typeface="Inter"/>
                <a:cs typeface="Inter"/>
                <a:sym typeface="Inter"/>
              </a:defRPr>
            </a:lvl9pPr>
          </a:lstStyle>
          <a:p/>
        </p:txBody>
      </p:sp>
      <p:sp>
        <p:nvSpPr>
          <p:cNvPr id="811" name="Google Shape;811;p66"/>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66"/>
          <p:cNvSpPr txBox="1"/>
          <p:nvPr>
            <p:ph idx="2" type="title"/>
          </p:nvPr>
        </p:nvSpPr>
        <p:spPr>
          <a:xfrm>
            <a:off x="345775" y="1032100"/>
            <a:ext cx="8456400" cy="1089600"/>
          </a:xfrm>
          <a:prstGeom prst="rect">
            <a:avLst/>
          </a:prstGeom>
          <a:noFill/>
          <a:ln>
            <a:noFill/>
          </a:ln>
        </p:spPr>
        <p:txBody>
          <a:bodyPr anchorCtr="0" anchor="t" bIns="68575" lIns="0" spcFirstLastPara="1" rIns="68575" wrap="square" tIns="68575">
            <a:normAutofit/>
          </a:bodyPr>
          <a:lstStyle>
            <a:lvl1pPr lvl="0"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813" name="Google Shape;813;p6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814" name="Google Shape;814;p66"/>
          <p:cNvPicPr preferRelativeResize="0"/>
          <p:nvPr/>
        </p:nvPicPr>
        <p:blipFill rotWithShape="1">
          <a:blip r:embed="rId2">
            <a:alphaModFix/>
          </a:blip>
          <a:srcRect b="0" l="0" r="0" t="0"/>
          <a:stretch/>
        </p:blipFill>
        <p:spPr>
          <a:xfrm>
            <a:off x="7973351" y="229964"/>
            <a:ext cx="958101" cy="170225"/>
          </a:xfrm>
          <a:prstGeom prst="rect">
            <a:avLst/>
          </a:prstGeom>
          <a:noFill/>
          <a:ln>
            <a:noFill/>
          </a:ln>
        </p:spPr>
      </p:pic>
      <p:sp>
        <p:nvSpPr>
          <p:cNvPr id="815" name="Google Shape;815;p66"/>
          <p:cNvSpPr txBox="1"/>
          <p:nvPr>
            <p:ph idx="12" type="sldNum"/>
          </p:nvPr>
        </p:nvSpPr>
        <p:spPr>
          <a:xfrm>
            <a:off x="8632389" y="4836899"/>
            <a:ext cx="393000" cy="2154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3">
  <p:cSld name="TITLE_2_2_1_2_4">
    <p:bg>
      <p:bgPr>
        <a:solidFill>
          <a:schemeClr val="dk2"/>
        </a:solidFill>
      </p:bgPr>
    </p:bg>
    <p:spTree>
      <p:nvGrpSpPr>
        <p:cNvPr id="816" name="Shape 816"/>
        <p:cNvGrpSpPr/>
        <p:nvPr/>
      </p:nvGrpSpPr>
      <p:grpSpPr>
        <a:xfrm>
          <a:off x="0" y="0"/>
          <a:ext cx="0" cy="0"/>
          <a:chOff x="0" y="0"/>
          <a:chExt cx="0" cy="0"/>
        </a:xfrm>
      </p:grpSpPr>
      <p:sp>
        <p:nvSpPr>
          <p:cNvPr id="817" name="Google Shape;817;p67"/>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67"/>
          <p:cNvSpPr/>
          <p:nvPr/>
        </p:nvSpPr>
        <p:spPr>
          <a:xfrm>
            <a:off x="991956" y="117789"/>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819" name="Google Shape;819;p67"/>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820" name="Google Shape;820;p67"/>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821" name="Google Shape;821;p67"/>
          <p:cNvSpPr txBox="1"/>
          <p:nvPr>
            <p:ph idx="12" type="sldNum"/>
          </p:nvPr>
        </p:nvSpPr>
        <p:spPr>
          <a:xfrm>
            <a:off x="929256" y="89901"/>
            <a:ext cx="285000" cy="2154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822" name="Google Shape;822;p67"/>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823" name="Google Shape;823;p67"/>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824" name="Google Shape;824;p67"/>
          <p:cNvSpPr txBox="1"/>
          <p:nvPr>
            <p:ph idx="2"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1 1 1 1 2 1">
  <p:cSld name="Title slide 2 1 1 1 1 2 1 1 1 1 1 1 1 1 1 1 1 1 1 1 1 1 1 1 1 1 1 1 1 1 1 1 1 1 1 1 1 1 1">
    <p:bg>
      <p:bgPr>
        <a:solidFill>
          <a:schemeClr val="accent1"/>
        </a:solidFill>
      </p:bgPr>
    </p:bg>
    <p:spTree>
      <p:nvGrpSpPr>
        <p:cNvPr id="825" name="Shape 825"/>
        <p:cNvGrpSpPr/>
        <p:nvPr/>
      </p:nvGrpSpPr>
      <p:grpSpPr>
        <a:xfrm>
          <a:off x="0" y="0"/>
          <a:ext cx="0" cy="0"/>
          <a:chOff x="0" y="0"/>
          <a:chExt cx="0" cy="0"/>
        </a:xfrm>
      </p:grpSpPr>
      <p:sp>
        <p:nvSpPr>
          <p:cNvPr id="826" name="Google Shape;826;p68"/>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27" name="Google Shape;827;p68"/>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828" name="Google Shape;828;p68"/>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829" name="Google Shape;829;p68"/>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830" name="Google Shape;830;p68"/>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2 1 1">
  <p:cSld name="Title slide 2 1 1 1 1 2 1 1 1 1 1 1 1 1 1 1 1 1 1 1 1 2 1">
    <p:bg>
      <p:bgPr>
        <a:solidFill>
          <a:schemeClr val="dk2"/>
        </a:solidFill>
      </p:bgPr>
    </p:bg>
    <p:spTree>
      <p:nvGrpSpPr>
        <p:cNvPr id="831" name="Shape 831"/>
        <p:cNvGrpSpPr/>
        <p:nvPr/>
      </p:nvGrpSpPr>
      <p:grpSpPr>
        <a:xfrm>
          <a:off x="0" y="0"/>
          <a:ext cx="0" cy="0"/>
          <a:chOff x="0" y="0"/>
          <a:chExt cx="0" cy="0"/>
        </a:xfrm>
      </p:grpSpPr>
      <p:sp>
        <p:nvSpPr>
          <p:cNvPr id="832" name="Google Shape;832;p69"/>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833" name="Google Shape;833;p69"/>
          <p:cNvSpPr txBox="1"/>
          <p:nvPr>
            <p:ph idx="1"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834" name="Google Shape;834;p69"/>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69"/>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69"/>
          <p:cNvSpPr txBox="1"/>
          <p:nvPr>
            <p:ph idx="2"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837" name="Google Shape;837;p6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838" name="Google Shape;838;p6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839" name="Google Shape;839;p6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4 1 1">
  <p:cSld name="Title slide 2 1 1 1 1 2 1 1 1 1 1 1 1 1 1 1 1 1 1 1 1 1 1 1 1 1 1 1 1 4 1">
    <p:bg>
      <p:bgPr>
        <a:solidFill>
          <a:schemeClr val="dk2"/>
        </a:solidFill>
      </p:bgPr>
    </p:bg>
    <p:spTree>
      <p:nvGrpSpPr>
        <p:cNvPr id="840" name="Shape 840"/>
        <p:cNvGrpSpPr/>
        <p:nvPr/>
      </p:nvGrpSpPr>
      <p:grpSpPr>
        <a:xfrm>
          <a:off x="0" y="0"/>
          <a:ext cx="0" cy="0"/>
          <a:chOff x="0" y="0"/>
          <a:chExt cx="0" cy="0"/>
        </a:xfrm>
      </p:grpSpPr>
      <p:sp>
        <p:nvSpPr>
          <p:cNvPr id="841" name="Google Shape;841;p70"/>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70"/>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70"/>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70"/>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7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846" name="Google Shape;846;p7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847" name="Google Shape;847;p7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848" name="Google Shape;848;p70"/>
          <p:cNvSpPr txBox="1"/>
          <p:nvPr>
            <p:ph type="title"/>
          </p:nvPr>
        </p:nvSpPr>
        <p:spPr>
          <a:xfrm>
            <a:off x="290263" y="712650"/>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849" name="Google Shape;849;p70"/>
          <p:cNvSpPr txBox="1"/>
          <p:nvPr>
            <p:ph idx="1" type="body"/>
          </p:nvPr>
        </p:nvSpPr>
        <p:spPr>
          <a:xfrm>
            <a:off x="5436863" y="8067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50" name="Google Shape;850;p70"/>
          <p:cNvSpPr txBox="1"/>
          <p:nvPr>
            <p:ph idx="2" type="body"/>
          </p:nvPr>
        </p:nvSpPr>
        <p:spPr>
          <a:xfrm>
            <a:off x="5436863" y="16894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51" name="Google Shape;851;p70"/>
          <p:cNvSpPr txBox="1"/>
          <p:nvPr>
            <p:ph idx="3" type="body"/>
          </p:nvPr>
        </p:nvSpPr>
        <p:spPr>
          <a:xfrm>
            <a:off x="5436863" y="25721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52" name="Google Shape;852;p70"/>
          <p:cNvSpPr txBox="1"/>
          <p:nvPr>
            <p:ph idx="4" type="body"/>
          </p:nvPr>
        </p:nvSpPr>
        <p:spPr>
          <a:xfrm>
            <a:off x="5436863" y="3380625"/>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53" name="Google Shape;853;p70"/>
          <p:cNvSpPr txBox="1"/>
          <p:nvPr>
            <p:ph idx="5" type="body"/>
          </p:nvPr>
        </p:nvSpPr>
        <p:spPr>
          <a:xfrm>
            <a:off x="5436863" y="418910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54" name="Google Shape;854;p70"/>
          <p:cNvSpPr txBox="1"/>
          <p:nvPr/>
        </p:nvSpPr>
        <p:spPr>
          <a:xfrm>
            <a:off x="4772263" y="10205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1</a:t>
            </a:r>
            <a:endParaRPr b="0" i="0" sz="4900" u="none" cap="none" strike="noStrike">
              <a:solidFill>
                <a:schemeClr val="accent1"/>
              </a:solidFill>
              <a:latin typeface="Inter Black"/>
              <a:ea typeface="Inter Black"/>
              <a:cs typeface="Inter Black"/>
              <a:sym typeface="Inter Black"/>
            </a:endParaRPr>
          </a:p>
        </p:txBody>
      </p:sp>
      <p:sp>
        <p:nvSpPr>
          <p:cNvPr id="855" name="Google Shape;855;p70"/>
          <p:cNvSpPr txBox="1"/>
          <p:nvPr/>
        </p:nvSpPr>
        <p:spPr>
          <a:xfrm>
            <a:off x="4772263" y="18302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2</a:t>
            </a:r>
            <a:endParaRPr b="0" i="0" sz="4900" u="none" cap="none" strike="noStrike">
              <a:solidFill>
                <a:schemeClr val="accent1"/>
              </a:solidFill>
              <a:latin typeface="Inter Black"/>
              <a:ea typeface="Inter Black"/>
              <a:cs typeface="Inter Black"/>
              <a:sym typeface="Inter Black"/>
            </a:endParaRPr>
          </a:p>
        </p:txBody>
      </p:sp>
      <p:sp>
        <p:nvSpPr>
          <p:cNvPr id="856" name="Google Shape;856;p70"/>
          <p:cNvSpPr txBox="1"/>
          <p:nvPr/>
        </p:nvSpPr>
        <p:spPr>
          <a:xfrm>
            <a:off x="4772263" y="26399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3</a:t>
            </a:r>
            <a:endParaRPr b="0" i="0" sz="4900" u="none" cap="none" strike="noStrike">
              <a:solidFill>
                <a:schemeClr val="accent1"/>
              </a:solidFill>
              <a:latin typeface="Inter Black"/>
              <a:ea typeface="Inter Black"/>
              <a:cs typeface="Inter Black"/>
              <a:sym typeface="Inter Black"/>
            </a:endParaRPr>
          </a:p>
        </p:txBody>
      </p:sp>
      <p:sp>
        <p:nvSpPr>
          <p:cNvPr id="857" name="Google Shape;857;p70"/>
          <p:cNvSpPr txBox="1"/>
          <p:nvPr/>
        </p:nvSpPr>
        <p:spPr>
          <a:xfrm>
            <a:off x="4772263" y="34496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4</a:t>
            </a:r>
            <a:endParaRPr b="0" i="0" sz="4900" u="none" cap="none" strike="noStrike">
              <a:solidFill>
                <a:schemeClr val="accent1"/>
              </a:solidFill>
              <a:latin typeface="Inter Black"/>
              <a:ea typeface="Inter Black"/>
              <a:cs typeface="Inter Black"/>
              <a:sym typeface="Inter Black"/>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2 1 1 2">
  <p:cSld name="Title slide 2 2 2 1 1">
    <p:bg>
      <p:bgPr>
        <a:solidFill>
          <a:schemeClr val="dk2"/>
        </a:solidFill>
      </p:bgPr>
    </p:bg>
    <p:spTree>
      <p:nvGrpSpPr>
        <p:cNvPr id="858" name="Shape 858"/>
        <p:cNvGrpSpPr/>
        <p:nvPr/>
      </p:nvGrpSpPr>
      <p:grpSpPr>
        <a:xfrm>
          <a:off x="0" y="0"/>
          <a:ext cx="0" cy="0"/>
          <a:chOff x="0" y="0"/>
          <a:chExt cx="0" cy="0"/>
        </a:xfrm>
      </p:grpSpPr>
      <p:sp>
        <p:nvSpPr>
          <p:cNvPr id="859" name="Google Shape;859;p71"/>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860" name="Google Shape;860;p71"/>
          <p:cNvSpPr txBox="1"/>
          <p:nvPr>
            <p:ph idx="1" type="body"/>
          </p:nvPr>
        </p:nvSpPr>
        <p:spPr>
          <a:xfrm>
            <a:off x="1823850" y="164637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861" name="Google Shape;861;p71"/>
          <p:cNvSpPr txBox="1"/>
          <p:nvPr>
            <p:ph idx="2" type="body"/>
          </p:nvPr>
        </p:nvSpPr>
        <p:spPr>
          <a:xfrm>
            <a:off x="1823850" y="2559550"/>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862" name="Google Shape;862;p71"/>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71"/>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71"/>
          <p:cNvSpPr txBox="1"/>
          <p:nvPr>
            <p:ph idx="3" type="body"/>
          </p:nvPr>
        </p:nvSpPr>
        <p:spPr>
          <a:xfrm>
            <a:off x="1823850" y="347272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865" name="Google Shape;865;p71"/>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7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867" name="Google Shape;867;p7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868" name="Google Shape;868;p7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arge text 1 1">
  <p:cSld name="1_Title_large text 1">
    <p:bg>
      <p:bgPr>
        <a:solidFill>
          <a:srgbClr val="F2F8F3"/>
        </a:solidFill>
      </p:bgPr>
    </p:bg>
    <p:spTree>
      <p:nvGrpSpPr>
        <p:cNvPr id="869" name="Shape 869"/>
        <p:cNvGrpSpPr/>
        <p:nvPr/>
      </p:nvGrpSpPr>
      <p:grpSpPr>
        <a:xfrm>
          <a:off x="0" y="0"/>
          <a:ext cx="0" cy="0"/>
          <a:chOff x="0" y="0"/>
          <a:chExt cx="0" cy="0"/>
        </a:xfrm>
      </p:grpSpPr>
      <p:sp>
        <p:nvSpPr>
          <p:cNvPr id="870" name="Google Shape;870;p72"/>
          <p:cNvSpPr/>
          <p:nvPr/>
        </p:nvSpPr>
        <p:spPr>
          <a:xfrm>
            <a:off x="7970700" y="0"/>
            <a:ext cx="1173300" cy="759900"/>
          </a:xfrm>
          <a:prstGeom prst="roundRect">
            <a:avLst>
              <a:gd fmla="val 37011"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72"/>
          <p:cNvSpPr txBox="1"/>
          <p:nvPr>
            <p:ph type="title"/>
          </p:nvPr>
        </p:nvSpPr>
        <p:spPr>
          <a:xfrm>
            <a:off x="252000" y="540000"/>
            <a:ext cx="8640000" cy="1089600"/>
          </a:xfrm>
          <a:prstGeom prst="rect">
            <a:avLst/>
          </a:prstGeom>
          <a:noFill/>
          <a:ln>
            <a:noFill/>
          </a:ln>
        </p:spPr>
        <p:txBody>
          <a:bodyPr anchorCtr="0" anchor="t" bIns="91425" lIns="0" spcFirstLastPara="1" rIns="91425" wrap="square" tIns="91425">
            <a:normAutofit/>
          </a:bodyPr>
          <a:lstStyle>
            <a:lvl1pPr lvl="0" algn="l">
              <a:lnSpc>
                <a:spcPct val="90000"/>
              </a:lnSpc>
              <a:spcBef>
                <a:spcPts val="0"/>
              </a:spcBef>
              <a:spcAft>
                <a:spcPts val="0"/>
              </a:spcAft>
              <a:buClr>
                <a:schemeClr val="dk2"/>
              </a:buClr>
              <a:buSzPts val="9000"/>
              <a:buFont typeface="Inter Tight Black"/>
              <a:buNone/>
              <a:defRPr sz="20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9pPr>
          </a:lstStyle>
          <a:p/>
        </p:txBody>
      </p:sp>
      <p:sp>
        <p:nvSpPr>
          <p:cNvPr id="872" name="Google Shape;872;p72"/>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dk2"/>
                </a:solidFill>
                <a:latin typeface="Inter"/>
                <a:ea typeface="Inter"/>
                <a:cs typeface="Inter"/>
                <a:sym typeface="Inter"/>
              </a:rPr>
              <a:t>‹#›</a:t>
            </a:fld>
            <a:endParaRPr b="1" i="0" sz="800" u="none" cap="none" strike="noStrike">
              <a:solidFill>
                <a:schemeClr val="dk2"/>
              </a:solidFill>
              <a:latin typeface="Inter"/>
              <a:ea typeface="Inter"/>
              <a:cs typeface="Inter"/>
              <a:sym typeface="Inter"/>
            </a:endParaRPr>
          </a:p>
        </p:txBody>
      </p:sp>
      <p:pic>
        <p:nvPicPr>
          <p:cNvPr id="873" name="Google Shape;873;p72"/>
          <p:cNvPicPr preferRelativeResize="0"/>
          <p:nvPr/>
        </p:nvPicPr>
        <p:blipFill rotWithShape="1">
          <a:blip r:embed="rId2">
            <a:alphaModFix/>
          </a:blip>
          <a:srcRect b="0" l="0" r="0" t="0"/>
          <a:stretch/>
        </p:blipFill>
        <p:spPr>
          <a:xfrm>
            <a:off x="7973001" y="221841"/>
            <a:ext cx="958045" cy="170225"/>
          </a:xfrm>
          <a:prstGeom prst="rect">
            <a:avLst/>
          </a:prstGeom>
          <a:noFill/>
          <a:ln>
            <a:noFill/>
          </a:ln>
        </p:spPr>
      </p:pic>
      <p:sp>
        <p:nvSpPr>
          <p:cNvPr id="874" name="Google Shape;874;p72"/>
          <p:cNvSpPr/>
          <p:nvPr>
            <p:ph idx="1" type="body"/>
          </p:nvPr>
        </p:nvSpPr>
        <p:spPr>
          <a:xfrm>
            <a:off x="252000" y="252000"/>
            <a:ext cx="1649400" cy="1980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b="0" i="0" sz="600">
                <a:solidFill>
                  <a:schemeClr val="dk1"/>
                </a:solidFill>
                <a:latin typeface="Inter"/>
                <a:ea typeface="Inter"/>
                <a:cs typeface="Inter"/>
                <a:sym typeface="Inte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extLst>
    <p:ext uri="{DCECCB84-F9BA-43D5-87BE-67443E8EF086}">
      <p15:sldGuideLst>
        <p15:guide id="1" pos="1212">
          <p15:clr>
            <a:srgbClr val="F9AD4C"/>
          </p15:clr>
        </p15:guide>
        <p15:guide id="2" pos="1379">
          <p15:clr>
            <a:srgbClr val="F9AD4C"/>
          </p15:clr>
        </p15:guide>
        <p15:guide id="3" pos="2268">
          <p15:clr>
            <a:srgbClr val="F9AD4C"/>
          </p15:clr>
        </p15:guide>
        <p15:guide id="4" pos="2438">
          <p15:clr>
            <a:srgbClr val="F9AD4C"/>
          </p15:clr>
        </p15:guide>
        <p15:guide id="5" pos="3331">
          <p15:clr>
            <a:srgbClr val="F9AD4C"/>
          </p15:clr>
        </p15:guide>
        <p15:guide id="6" pos="3492">
          <p15:clr>
            <a:srgbClr val="F9AD4C"/>
          </p15:clr>
        </p15:guide>
        <p15:guide id="7" pos="4381">
          <p15:clr>
            <a:srgbClr val="F9AD4C"/>
          </p15:clr>
        </p15:guide>
        <p15:guide id="8" pos="4548">
          <p15:clr>
            <a:srgbClr val="F9AD4C"/>
          </p15:clr>
        </p15:guide>
        <p15:guide id="9" orient="horz" pos="397">
          <p15:clr>
            <a:srgbClr val="F9AD4C"/>
          </p15:clr>
        </p15:guide>
        <p15:guide id="10" orient="horz" pos="792">
          <p15:clr>
            <a:srgbClr val="F9AD4C"/>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3 1">
  <p:cSld name="1_Title slide 2 1 1 1 1 2 3">
    <p:bg>
      <p:bgPr>
        <a:solidFill>
          <a:schemeClr val="dk2"/>
        </a:solidFill>
      </p:bgPr>
    </p:bg>
    <p:spTree>
      <p:nvGrpSpPr>
        <p:cNvPr id="875" name="Shape 875"/>
        <p:cNvGrpSpPr/>
        <p:nvPr/>
      </p:nvGrpSpPr>
      <p:grpSpPr>
        <a:xfrm>
          <a:off x="0" y="0"/>
          <a:ext cx="0" cy="0"/>
          <a:chOff x="0" y="0"/>
          <a:chExt cx="0" cy="0"/>
        </a:xfrm>
      </p:grpSpPr>
      <p:sp>
        <p:nvSpPr>
          <p:cNvPr id="876" name="Google Shape;876;p7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73"/>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73"/>
          <p:cNvSpPr txBox="1"/>
          <p:nvPr>
            <p:ph type="title"/>
          </p:nvPr>
        </p:nvSpPr>
        <p:spPr>
          <a:xfrm>
            <a:off x="381850" y="10618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9pPr>
          </a:lstStyle>
          <a:p/>
        </p:txBody>
      </p:sp>
      <p:sp>
        <p:nvSpPr>
          <p:cNvPr id="879" name="Google Shape;879;p73"/>
          <p:cNvSpPr txBox="1"/>
          <p:nvPr>
            <p:ph idx="1" type="body"/>
          </p:nvPr>
        </p:nvSpPr>
        <p:spPr>
          <a:xfrm>
            <a:off x="381850"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880" name="Google Shape;880;p73"/>
          <p:cNvSpPr txBox="1"/>
          <p:nvPr>
            <p:ph idx="2" type="subTitle"/>
          </p:nvPr>
        </p:nvSpPr>
        <p:spPr>
          <a:xfrm>
            <a:off x="381850"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881" name="Google Shape;881;p73"/>
          <p:cNvSpPr/>
          <p:nvPr/>
        </p:nvSpPr>
        <p:spPr>
          <a:xfrm rot="-5400000">
            <a:off x="4386425" y="249325"/>
            <a:ext cx="4173900" cy="49095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7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883" name="Google Shape;883;p7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884" name="Google Shape;884;p7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2">
  <p:cSld name="Title slide 2 1 1 1 1 2 1 1 1 1 1 1 1 1 1 1 1 1 1 1 1 1 1 1 1 2">
    <p:bg>
      <p:bgPr>
        <a:solidFill>
          <a:schemeClr val="accent1"/>
        </a:solidFill>
      </p:bgPr>
    </p:bg>
    <p:spTree>
      <p:nvGrpSpPr>
        <p:cNvPr id="885" name="Shape 885"/>
        <p:cNvGrpSpPr/>
        <p:nvPr/>
      </p:nvGrpSpPr>
      <p:grpSpPr>
        <a:xfrm>
          <a:off x="0" y="0"/>
          <a:ext cx="0" cy="0"/>
          <a:chOff x="0" y="0"/>
          <a:chExt cx="0" cy="0"/>
        </a:xfrm>
      </p:grpSpPr>
      <p:sp>
        <p:nvSpPr>
          <p:cNvPr id="886" name="Google Shape;886;p74"/>
          <p:cNvSpPr txBox="1"/>
          <p:nvPr>
            <p:ph type="title"/>
          </p:nvPr>
        </p:nvSpPr>
        <p:spPr>
          <a:xfrm>
            <a:off x="99375" y="1363900"/>
            <a:ext cx="22626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600"/>
              <a:buFont typeface="Inter Tight Black"/>
              <a:buNone/>
              <a:defRPr sz="36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600"/>
              <a:buNone/>
              <a:defRPr sz="3600">
                <a:solidFill>
                  <a:schemeClr val="lt1"/>
                </a:solidFill>
              </a:defRPr>
            </a:lvl2pPr>
            <a:lvl3pPr lvl="2" algn="l">
              <a:lnSpc>
                <a:spcPct val="70000"/>
              </a:lnSpc>
              <a:spcBef>
                <a:spcPts val="0"/>
              </a:spcBef>
              <a:spcAft>
                <a:spcPts val="0"/>
              </a:spcAft>
              <a:buClr>
                <a:schemeClr val="lt1"/>
              </a:buClr>
              <a:buSzPts val="3600"/>
              <a:buNone/>
              <a:defRPr sz="3600">
                <a:solidFill>
                  <a:schemeClr val="lt1"/>
                </a:solidFill>
              </a:defRPr>
            </a:lvl3pPr>
            <a:lvl4pPr lvl="3" algn="l">
              <a:lnSpc>
                <a:spcPct val="70000"/>
              </a:lnSpc>
              <a:spcBef>
                <a:spcPts val="0"/>
              </a:spcBef>
              <a:spcAft>
                <a:spcPts val="0"/>
              </a:spcAft>
              <a:buClr>
                <a:schemeClr val="lt1"/>
              </a:buClr>
              <a:buSzPts val="3600"/>
              <a:buNone/>
              <a:defRPr sz="3600">
                <a:solidFill>
                  <a:schemeClr val="lt1"/>
                </a:solidFill>
              </a:defRPr>
            </a:lvl4pPr>
            <a:lvl5pPr lvl="4" algn="l">
              <a:lnSpc>
                <a:spcPct val="70000"/>
              </a:lnSpc>
              <a:spcBef>
                <a:spcPts val="0"/>
              </a:spcBef>
              <a:spcAft>
                <a:spcPts val="0"/>
              </a:spcAft>
              <a:buClr>
                <a:schemeClr val="lt1"/>
              </a:buClr>
              <a:buSzPts val="3600"/>
              <a:buNone/>
              <a:defRPr sz="3600">
                <a:solidFill>
                  <a:schemeClr val="lt1"/>
                </a:solidFill>
              </a:defRPr>
            </a:lvl5pPr>
            <a:lvl6pPr lvl="5" algn="l">
              <a:lnSpc>
                <a:spcPct val="70000"/>
              </a:lnSpc>
              <a:spcBef>
                <a:spcPts val="0"/>
              </a:spcBef>
              <a:spcAft>
                <a:spcPts val="0"/>
              </a:spcAft>
              <a:buClr>
                <a:schemeClr val="lt1"/>
              </a:buClr>
              <a:buSzPts val="3600"/>
              <a:buNone/>
              <a:defRPr sz="3600">
                <a:solidFill>
                  <a:schemeClr val="lt1"/>
                </a:solidFill>
              </a:defRPr>
            </a:lvl6pPr>
            <a:lvl7pPr lvl="6" algn="l">
              <a:lnSpc>
                <a:spcPct val="70000"/>
              </a:lnSpc>
              <a:spcBef>
                <a:spcPts val="0"/>
              </a:spcBef>
              <a:spcAft>
                <a:spcPts val="0"/>
              </a:spcAft>
              <a:buClr>
                <a:schemeClr val="lt1"/>
              </a:buClr>
              <a:buSzPts val="3600"/>
              <a:buNone/>
              <a:defRPr sz="3600">
                <a:solidFill>
                  <a:schemeClr val="lt1"/>
                </a:solidFill>
              </a:defRPr>
            </a:lvl7pPr>
            <a:lvl8pPr lvl="7" algn="l">
              <a:lnSpc>
                <a:spcPct val="70000"/>
              </a:lnSpc>
              <a:spcBef>
                <a:spcPts val="0"/>
              </a:spcBef>
              <a:spcAft>
                <a:spcPts val="0"/>
              </a:spcAft>
              <a:buClr>
                <a:schemeClr val="lt1"/>
              </a:buClr>
              <a:buSzPts val="3600"/>
              <a:buNone/>
              <a:defRPr sz="3600">
                <a:solidFill>
                  <a:schemeClr val="lt1"/>
                </a:solidFill>
              </a:defRPr>
            </a:lvl8pPr>
            <a:lvl9pPr lvl="8" algn="l">
              <a:lnSpc>
                <a:spcPct val="70000"/>
              </a:lnSpc>
              <a:spcBef>
                <a:spcPts val="0"/>
              </a:spcBef>
              <a:spcAft>
                <a:spcPts val="0"/>
              </a:spcAft>
              <a:buClr>
                <a:schemeClr val="lt1"/>
              </a:buClr>
              <a:buSzPts val="3600"/>
              <a:buNone/>
              <a:defRPr sz="3600">
                <a:solidFill>
                  <a:schemeClr val="lt1"/>
                </a:solidFill>
              </a:defRPr>
            </a:lvl9pPr>
          </a:lstStyle>
          <a:p/>
        </p:txBody>
      </p:sp>
      <p:sp>
        <p:nvSpPr>
          <p:cNvPr id="887" name="Google Shape;887;p74"/>
          <p:cNvSpPr txBox="1"/>
          <p:nvPr>
            <p:ph idx="1" type="body"/>
          </p:nvPr>
        </p:nvSpPr>
        <p:spPr>
          <a:xfrm>
            <a:off x="99375" y="2961875"/>
            <a:ext cx="2262600" cy="1448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888" name="Google Shape;888;p74"/>
          <p:cNvSpPr txBox="1"/>
          <p:nvPr>
            <p:ph idx="2" type="subTitle"/>
          </p:nvPr>
        </p:nvSpPr>
        <p:spPr>
          <a:xfrm>
            <a:off x="99375" y="2569050"/>
            <a:ext cx="22626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889" name="Google Shape;889;p74"/>
          <p:cNvSpPr/>
          <p:nvPr/>
        </p:nvSpPr>
        <p:spPr>
          <a:xfrm>
            <a:off x="991956" y="121600"/>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890" name="Google Shape;890;p74"/>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891" name="Google Shape;891;p74"/>
          <p:cNvSpPr txBox="1"/>
          <p:nvPr>
            <p:ph idx="3"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892" name="Google Shape;892;p74"/>
          <p:cNvSpPr txBox="1"/>
          <p:nvPr>
            <p:ph idx="12" type="sldNum"/>
          </p:nvPr>
        </p:nvSpPr>
        <p:spPr>
          <a:xfrm>
            <a:off x="929256" y="93713"/>
            <a:ext cx="285000" cy="2154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893" name="Google Shape;893;p74"/>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894" name="Google Shape;894;p74"/>
          <p:cNvSpPr/>
          <p:nvPr/>
        </p:nvSpPr>
        <p:spPr>
          <a:xfrm>
            <a:off x="2439375" y="418688"/>
            <a:ext cx="6626400" cy="4426200"/>
          </a:xfrm>
          <a:prstGeom prst="roundRect">
            <a:avLst>
              <a:gd fmla="val 35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4 1">
  <p:cSld name="Title slide 2 1 1 1 1 2 1 1 1 1 1 1 1 1 1 1 1 1 1 4 1">
    <p:bg>
      <p:bgPr>
        <a:solidFill>
          <a:schemeClr val="accent1"/>
        </a:solidFill>
      </p:bgPr>
    </p:bg>
    <p:spTree>
      <p:nvGrpSpPr>
        <p:cNvPr id="895" name="Shape 895"/>
        <p:cNvGrpSpPr/>
        <p:nvPr/>
      </p:nvGrpSpPr>
      <p:grpSpPr>
        <a:xfrm>
          <a:off x="0" y="0"/>
          <a:ext cx="0" cy="0"/>
          <a:chOff x="0" y="0"/>
          <a:chExt cx="0" cy="0"/>
        </a:xfrm>
      </p:grpSpPr>
      <p:sp>
        <p:nvSpPr>
          <p:cNvPr id="896" name="Google Shape;896;p75"/>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7" name="Google Shape;897;p75"/>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898" name="Google Shape;898;p75"/>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899" name="Google Shape;899;p75"/>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900" name="Google Shape;900;p75"/>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901" name="Google Shape;901;p75"/>
          <p:cNvSpPr txBox="1"/>
          <p:nvPr>
            <p:ph idx="12" type="sldNum"/>
          </p:nvPr>
        </p:nvSpPr>
        <p:spPr>
          <a:xfrm>
            <a:off x="8859006" y="4920375"/>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902" name="Google Shape;902;p75"/>
          <p:cNvSpPr/>
          <p:nvPr/>
        </p:nvSpPr>
        <p:spPr>
          <a:xfrm>
            <a:off x="8921706" y="4948264"/>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4">
  <p:cSld name="Title slide 2 1 1 1 1 2 1 1 1 1 1 1 1 1 1 1 1 1 1 1 1 1 1 1 1 1 1 4">
    <p:bg>
      <p:bgPr>
        <a:solidFill>
          <a:schemeClr val="accent1"/>
        </a:solidFill>
      </p:bgPr>
    </p:bg>
    <p:spTree>
      <p:nvGrpSpPr>
        <p:cNvPr id="903" name="Shape 903"/>
        <p:cNvGrpSpPr/>
        <p:nvPr/>
      </p:nvGrpSpPr>
      <p:grpSpPr>
        <a:xfrm>
          <a:off x="0" y="0"/>
          <a:ext cx="0" cy="0"/>
          <a:chOff x="0" y="0"/>
          <a:chExt cx="0" cy="0"/>
        </a:xfrm>
      </p:grpSpPr>
      <p:pic>
        <p:nvPicPr>
          <p:cNvPr id="904" name="Google Shape;904;p76"/>
          <p:cNvPicPr preferRelativeResize="0"/>
          <p:nvPr/>
        </p:nvPicPr>
        <p:blipFill rotWithShape="1">
          <a:blip r:embed="rId2">
            <a:alphaModFix/>
          </a:blip>
          <a:srcRect b="0" l="0" r="0" t="0"/>
          <a:stretch/>
        </p:blipFill>
        <p:spPr>
          <a:xfrm>
            <a:off x="8065751" y="126947"/>
            <a:ext cx="958101" cy="170225"/>
          </a:xfrm>
          <a:prstGeom prst="rect">
            <a:avLst/>
          </a:prstGeom>
          <a:noFill/>
          <a:ln>
            <a:noFill/>
          </a:ln>
        </p:spPr>
      </p:pic>
      <p:sp>
        <p:nvSpPr>
          <p:cNvPr id="905" name="Google Shape;905;p76"/>
          <p:cNvSpPr/>
          <p:nvPr/>
        </p:nvSpPr>
        <p:spPr>
          <a:xfrm>
            <a:off x="252000" y="1928825"/>
            <a:ext cx="8640000" cy="29634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76"/>
          <p:cNvSpPr txBox="1"/>
          <p:nvPr>
            <p:ph type="title"/>
          </p:nvPr>
        </p:nvSpPr>
        <p:spPr>
          <a:xfrm>
            <a:off x="252000" y="540000"/>
            <a:ext cx="8153700" cy="976800"/>
          </a:xfrm>
          <a:prstGeom prst="rect">
            <a:avLst/>
          </a:prstGeom>
          <a:noFill/>
          <a:ln>
            <a:noFill/>
          </a:ln>
        </p:spPr>
        <p:txBody>
          <a:bodyPr anchorCtr="0" anchor="t" bIns="68575" lIns="0" spcFirstLastPara="1" rIns="68575" wrap="square" tIns="68575">
            <a:normAutofit/>
          </a:bodyPr>
          <a:lstStyle>
            <a:lvl1pPr lvl="0" algn="l">
              <a:lnSpc>
                <a:spcPct val="90000"/>
              </a:lnSpc>
              <a:spcBef>
                <a:spcPts val="0"/>
              </a:spcBef>
              <a:spcAft>
                <a:spcPts val="0"/>
              </a:spcAft>
              <a:buClr>
                <a:schemeClr val="lt1"/>
              </a:buClr>
              <a:buSzPts val="2900"/>
              <a:buFont typeface="Inter Tight Black"/>
              <a:buNone/>
              <a:defRPr sz="20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2900"/>
              <a:buNone/>
              <a:defRPr sz="3800">
                <a:solidFill>
                  <a:schemeClr val="lt1"/>
                </a:solidFill>
              </a:defRPr>
            </a:lvl2pPr>
            <a:lvl3pPr lvl="2" algn="l">
              <a:lnSpc>
                <a:spcPct val="70000"/>
              </a:lnSpc>
              <a:spcBef>
                <a:spcPts val="0"/>
              </a:spcBef>
              <a:spcAft>
                <a:spcPts val="0"/>
              </a:spcAft>
              <a:buClr>
                <a:schemeClr val="lt1"/>
              </a:buClr>
              <a:buSzPts val="2900"/>
              <a:buNone/>
              <a:defRPr sz="3800">
                <a:solidFill>
                  <a:schemeClr val="lt1"/>
                </a:solidFill>
              </a:defRPr>
            </a:lvl3pPr>
            <a:lvl4pPr lvl="3" algn="l">
              <a:lnSpc>
                <a:spcPct val="70000"/>
              </a:lnSpc>
              <a:spcBef>
                <a:spcPts val="0"/>
              </a:spcBef>
              <a:spcAft>
                <a:spcPts val="0"/>
              </a:spcAft>
              <a:buClr>
                <a:schemeClr val="lt1"/>
              </a:buClr>
              <a:buSzPts val="2900"/>
              <a:buNone/>
              <a:defRPr sz="3800">
                <a:solidFill>
                  <a:schemeClr val="lt1"/>
                </a:solidFill>
              </a:defRPr>
            </a:lvl4pPr>
            <a:lvl5pPr lvl="4" algn="l">
              <a:lnSpc>
                <a:spcPct val="70000"/>
              </a:lnSpc>
              <a:spcBef>
                <a:spcPts val="0"/>
              </a:spcBef>
              <a:spcAft>
                <a:spcPts val="0"/>
              </a:spcAft>
              <a:buClr>
                <a:schemeClr val="lt1"/>
              </a:buClr>
              <a:buSzPts val="2900"/>
              <a:buNone/>
              <a:defRPr sz="3800">
                <a:solidFill>
                  <a:schemeClr val="lt1"/>
                </a:solidFill>
              </a:defRPr>
            </a:lvl5pPr>
            <a:lvl6pPr lvl="5" algn="l">
              <a:lnSpc>
                <a:spcPct val="70000"/>
              </a:lnSpc>
              <a:spcBef>
                <a:spcPts val="0"/>
              </a:spcBef>
              <a:spcAft>
                <a:spcPts val="0"/>
              </a:spcAft>
              <a:buClr>
                <a:schemeClr val="lt1"/>
              </a:buClr>
              <a:buSzPts val="2900"/>
              <a:buNone/>
              <a:defRPr sz="3800">
                <a:solidFill>
                  <a:schemeClr val="lt1"/>
                </a:solidFill>
              </a:defRPr>
            </a:lvl6pPr>
            <a:lvl7pPr lvl="6" algn="l">
              <a:lnSpc>
                <a:spcPct val="70000"/>
              </a:lnSpc>
              <a:spcBef>
                <a:spcPts val="0"/>
              </a:spcBef>
              <a:spcAft>
                <a:spcPts val="0"/>
              </a:spcAft>
              <a:buClr>
                <a:schemeClr val="lt1"/>
              </a:buClr>
              <a:buSzPts val="2900"/>
              <a:buNone/>
              <a:defRPr sz="3800">
                <a:solidFill>
                  <a:schemeClr val="lt1"/>
                </a:solidFill>
              </a:defRPr>
            </a:lvl7pPr>
            <a:lvl8pPr lvl="7" algn="l">
              <a:lnSpc>
                <a:spcPct val="70000"/>
              </a:lnSpc>
              <a:spcBef>
                <a:spcPts val="0"/>
              </a:spcBef>
              <a:spcAft>
                <a:spcPts val="0"/>
              </a:spcAft>
              <a:buClr>
                <a:schemeClr val="lt1"/>
              </a:buClr>
              <a:buSzPts val="2900"/>
              <a:buNone/>
              <a:defRPr sz="3800">
                <a:solidFill>
                  <a:schemeClr val="lt1"/>
                </a:solidFill>
              </a:defRPr>
            </a:lvl8pPr>
            <a:lvl9pPr lvl="8" algn="l">
              <a:lnSpc>
                <a:spcPct val="70000"/>
              </a:lnSpc>
              <a:spcBef>
                <a:spcPts val="0"/>
              </a:spcBef>
              <a:spcAft>
                <a:spcPts val="0"/>
              </a:spcAft>
              <a:buClr>
                <a:schemeClr val="lt1"/>
              </a:buClr>
              <a:buSzPts val="2900"/>
              <a:buNone/>
              <a:defRPr sz="3800">
                <a:solidFill>
                  <a:schemeClr val="lt1"/>
                </a:solidFill>
              </a:defRPr>
            </a:lvl9pPr>
          </a:lstStyle>
          <a:p/>
        </p:txBody>
      </p:sp>
      <p:sp>
        <p:nvSpPr>
          <p:cNvPr id="907" name="Google Shape;907;p76"/>
          <p:cNvSpPr/>
          <p:nvPr>
            <p:ph idx="1" type="body"/>
          </p:nvPr>
        </p:nvSpPr>
        <p:spPr>
          <a:xfrm>
            <a:off x="252000" y="252000"/>
            <a:ext cx="1649400" cy="1980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68575" lIns="68575" spcFirstLastPara="1" rIns="68575" wrap="square" tIns="68575">
            <a:normAutofit/>
          </a:bodyPr>
          <a:lstStyle>
            <a:lvl1pPr indent="-228600" lvl="0" marL="457200" algn="l">
              <a:lnSpc>
                <a:spcPct val="100000"/>
              </a:lnSpc>
              <a:spcBef>
                <a:spcPts val="0"/>
              </a:spcBef>
              <a:spcAft>
                <a:spcPts val="0"/>
              </a:spcAft>
              <a:buSzPts val="1400"/>
              <a:buNone/>
              <a:defRPr b="0" i="0" sz="600">
                <a:solidFill>
                  <a:schemeClr val="lt1"/>
                </a:solidFill>
                <a:latin typeface="Inter"/>
                <a:ea typeface="Inter"/>
                <a:cs typeface="Inter"/>
                <a:sym typeface="Inte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08" name="Google Shape;908;p7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215">
          <p15:clr>
            <a:srgbClr val="FBAE40"/>
          </p15:clr>
        </p15:guide>
        <p15:guide id="2" pos="216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3">
  <p:cSld name="Title slide 2 1 1 1 1 2 1 1 1 1 1 1 1 1 1 1 1 1 1">
    <p:bg>
      <p:bgPr>
        <a:solidFill>
          <a:schemeClr val="accent1"/>
        </a:solidFill>
      </p:bgPr>
    </p:bg>
    <p:spTree>
      <p:nvGrpSpPr>
        <p:cNvPr id="909" name="Shape 909"/>
        <p:cNvGrpSpPr/>
        <p:nvPr/>
      </p:nvGrpSpPr>
      <p:grpSpPr>
        <a:xfrm>
          <a:off x="0" y="0"/>
          <a:ext cx="0" cy="0"/>
          <a:chOff x="0" y="0"/>
          <a:chExt cx="0" cy="0"/>
        </a:xfrm>
      </p:grpSpPr>
      <p:sp>
        <p:nvSpPr>
          <p:cNvPr id="910" name="Google Shape;910;p77"/>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11" name="Google Shape;911;p77"/>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912" name="Google Shape;912;p77"/>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913" name="Google Shape;913;p77"/>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914" name="Google Shape;914;p77"/>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4">
  <p:cSld name="TITLE_2_1_1_1_1_2_1_1_1_1_1_1_1_1_1_1_1_1_1_4">
    <p:bg>
      <p:bgPr>
        <a:solidFill>
          <a:schemeClr val="accent1"/>
        </a:solidFill>
      </p:bgPr>
    </p:bg>
    <p:spTree>
      <p:nvGrpSpPr>
        <p:cNvPr id="915" name="Shape 915"/>
        <p:cNvGrpSpPr/>
        <p:nvPr/>
      </p:nvGrpSpPr>
      <p:grpSpPr>
        <a:xfrm>
          <a:off x="0" y="0"/>
          <a:ext cx="0" cy="0"/>
          <a:chOff x="0" y="0"/>
          <a:chExt cx="0" cy="0"/>
        </a:xfrm>
      </p:grpSpPr>
      <p:sp>
        <p:nvSpPr>
          <p:cNvPr id="916" name="Google Shape;916;p78"/>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17" name="Google Shape;917;p78"/>
          <p:cNvPicPr preferRelativeResize="0"/>
          <p:nvPr/>
        </p:nvPicPr>
        <p:blipFill>
          <a:blip r:embed="rId2">
            <a:alphaModFix/>
          </a:blip>
          <a:stretch>
            <a:fillRect/>
          </a:stretch>
        </p:blipFill>
        <p:spPr>
          <a:xfrm>
            <a:off x="8065750" y="116313"/>
            <a:ext cx="958101" cy="170225"/>
          </a:xfrm>
          <a:prstGeom prst="rect">
            <a:avLst/>
          </a:prstGeom>
          <a:noFill/>
          <a:ln>
            <a:noFill/>
          </a:ln>
        </p:spPr>
      </p:pic>
      <p:sp>
        <p:nvSpPr>
          <p:cNvPr id="918" name="Google Shape;918;p78"/>
          <p:cNvSpPr txBox="1"/>
          <p:nvPr>
            <p:ph idx="1" type="subTitle"/>
          </p:nvPr>
        </p:nvSpPr>
        <p:spPr>
          <a:xfrm>
            <a:off x="-9144" y="58675"/>
            <a:ext cx="1044600" cy="296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919" name="Google Shape;919;p78"/>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920" name="Google Shape;920;p78"/>
          <p:cNvSpPr txBox="1"/>
          <p:nvPr>
            <p:ph type="title"/>
          </p:nvPr>
        </p:nvSpPr>
        <p:spPr>
          <a:xfrm>
            <a:off x="345775" y="593950"/>
            <a:ext cx="8456400" cy="1089600"/>
          </a:xfrm>
          <a:prstGeom prst="rect">
            <a:avLst/>
          </a:prstGeom>
        </p:spPr>
        <p:txBody>
          <a:bodyPr anchorCtr="0" anchor="t" bIns="91425" lIns="0" spcFirstLastPara="1" rIns="91425" wrap="square" tIns="91425">
            <a:normAutofit/>
          </a:bodyPr>
          <a:lstStyle>
            <a:lvl1pPr lvl="0">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921" name="Google Shape;921;p78"/>
          <p:cNvSpPr txBox="1"/>
          <p:nvPr>
            <p:ph idx="12" type="sldNum"/>
          </p:nvPr>
        </p:nvSpPr>
        <p:spPr>
          <a:xfrm>
            <a:off x="8859006" y="4920375"/>
            <a:ext cx="285000" cy="215400"/>
          </a:xfrm>
          <a:prstGeom prst="rect">
            <a:avLst/>
          </a:prstGeom>
        </p:spPr>
        <p:txBody>
          <a:bodyPr anchorCtr="0" anchor="t" bIns="91425" lIns="91425" spcFirstLastPara="1" rIns="91425" wrap="square" tIns="91425">
            <a:noAutofit/>
          </a:bodyPr>
          <a:lstStyle>
            <a:lvl1pPr lvl="0" algn="ctr">
              <a:buNone/>
              <a:defRPr b="1" sz="600">
                <a:solidFill>
                  <a:schemeClr val="lt1"/>
                </a:solidFill>
                <a:latin typeface="Inter"/>
                <a:ea typeface="Inter"/>
                <a:cs typeface="Inter"/>
                <a:sym typeface="Inter"/>
              </a:defRPr>
            </a:lvl1pPr>
            <a:lvl2pPr lvl="1" algn="ctr">
              <a:buNone/>
              <a:defRPr b="1" sz="600">
                <a:solidFill>
                  <a:schemeClr val="lt1"/>
                </a:solidFill>
                <a:latin typeface="Inter"/>
                <a:ea typeface="Inter"/>
                <a:cs typeface="Inter"/>
                <a:sym typeface="Inter"/>
              </a:defRPr>
            </a:lvl2pPr>
            <a:lvl3pPr lvl="2" algn="ctr">
              <a:buNone/>
              <a:defRPr b="1" sz="600">
                <a:solidFill>
                  <a:schemeClr val="lt1"/>
                </a:solidFill>
                <a:latin typeface="Inter"/>
                <a:ea typeface="Inter"/>
                <a:cs typeface="Inter"/>
                <a:sym typeface="Inter"/>
              </a:defRPr>
            </a:lvl3pPr>
            <a:lvl4pPr lvl="3" algn="ctr">
              <a:buNone/>
              <a:defRPr b="1" sz="600">
                <a:solidFill>
                  <a:schemeClr val="lt1"/>
                </a:solidFill>
                <a:latin typeface="Inter"/>
                <a:ea typeface="Inter"/>
                <a:cs typeface="Inter"/>
                <a:sym typeface="Inter"/>
              </a:defRPr>
            </a:lvl4pPr>
            <a:lvl5pPr lvl="4" algn="ctr">
              <a:buNone/>
              <a:defRPr b="1" sz="600">
                <a:solidFill>
                  <a:schemeClr val="lt1"/>
                </a:solidFill>
                <a:latin typeface="Inter"/>
                <a:ea typeface="Inter"/>
                <a:cs typeface="Inter"/>
                <a:sym typeface="Inter"/>
              </a:defRPr>
            </a:lvl5pPr>
            <a:lvl6pPr lvl="5" algn="ctr">
              <a:buNone/>
              <a:defRPr b="1" sz="600">
                <a:solidFill>
                  <a:schemeClr val="lt1"/>
                </a:solidFill>
                <a:latin typeface="Inter"/>
                <a:ea typeface="Inter"/>
                <a:cs typeface="Inter"/>
                <a:sym typeface="Inter"/>
              </a:defRPr>
            </a:lvl6pPr>
            <a:lvl7pPr lvl="6" algn="ctr">
              <a:buNone/>
              <a:defRPr b="1" sz="600">
                <a:solidFill>
                  <a:schemeClr val="lt1"/>
                </a:solidFill>
                <a:latin typeface="Inter"/>
                <a:ea typeface="Inter"/>
                <a:cs typeface="Inter"/>
                <a:sym typeface="Inter"/>
              </a:defRPr>
            </a:lvl7pPr>
            <a:lvl8pPr lvl="7" algn="ctr">
              <a:buNone/>
              <a:defRPr b="1" sz="600">
                <a:solidFill>
                  <a:schemeClr val="lt1"/>
                </a:solidFill>
                <a:latin typeface="Inter"/>
                <a:ea typeface="Inter"/>
                <a:cs typeface="Inter"/>
                <a:sym typeface="Inter"/>
              </a:defRPr>
            </a:lvl8pPr>
            <a:lvl9pPr lvl="8" algn="ctr">
              <a:buNone/>
              <a:defRPr b="1" sz="600">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922" name="Google Shape;922;p78"/>
          <p:cNvSpPr/>
          <p:nvPr/>
        </p:nvSpPr>
        <p:spPr>
          <a:xfrm>
            <a:off x="8921706" y="4948264"/>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23" name="Shape 923"/>
        <p:cNvGrpSpPr/>
        <p:nvPr/>
      </p:nvGrpSpPr>
      <p:grpSpPr>
        <a:xfrm>
          <a:off x="0" y="0"/>
          <a:ext cx="0" cy="0"/>
          <a:chOff x="0" y="0"/>
          <a:chExt cx="0" cy="0"/>
        </a:xfrm>
      </p:grpSpPr>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924" name="Shape 924"/>
        <p:cNvGrpSpPr/>
        <p:nvPr/>
      </p:nvGrpSpPr>
      <p:grpSpPr>
        <a:xfrm>
          <a:off x="0" y="0"/>
          <a:ext cx="0" cy="0"/>
          <a:chOff x="0" y="0"/>
          <a:chExt cx="0" cy="0"/>
        </a:xfrm>
      </p:grpSpPr>
      <p:sp>
        <p:nvSpPr>
          <p:cNvPr id="925" name="Google Shape;925;p8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26" name="Google Shape;926;p8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27" name="Google Shape;927;p8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28" name="Shape 928"/>
        <p:cNvGrpSpPr/>
        <p:nvPr/>
      </p:nvGrpSpPr>
      <p:grpSpPr>
        <a:xfrm>
          <a:off x="0" y="0"/>
          <a:ext cx="0" cy="0"/>
          <a:chOff x="0" y="0"/>
          <a:chExt cx="0" cy="0"/>
        </a:xfrm>
      </p:grpSpPr>
      <p:sp>
        <p:nvSpPr>
          <p:cNvPr id="929" name="Google Shape;929;p8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0" name="Google Shape;930;p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31" name="Google Shape;931;p8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2" name="Shape 932"/>
        <p:cNvGrpSpPr/>
        <p:nvPr/>
      </p:nvGrpSpPr>
      <p:grpSpPr>
        <a:xfrm>
          <a:off x="0" y="0"/>
          <a:ext cx="0" cy="0"/>
          <a:chOff x="0" y="0"/>
          <a:chExt cx="0" cy="0"/>
        </a:xfrm>
      </p:grpSpPr>
      <p:sp>
        <p:nvSpPr>
          <p:cNvPr id="933" name="Google Shape;933;p8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4" name="Google Shape;934;p8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5" name="Google Shape;935;p8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40" name="Shape 940"/>
        <p:cNvGrpSpPr/>
        <p:nvPr/>
      </p:nvGrpSpPr>
      <p:grpSpPr>
        <a:xfrm>
          <a:off x="0" y="0"/>
          <a:ext cx="0" cy="0"/>
          <a:chOff x="0" y="0"/>
          <a:chExt cx="0" cy="0"/>
        </a:xfrm>
      </p:grpSpPr>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solidFill>
          <a:schemeClr val="accent1"/>
        </a:solidFill>
      </p:bgPr>
    </p:bg>
    <p:spTree>
      <p:nvGrpSpPr>
        <p:cNvPr id="941" name="Shape 941"/>
        <p:cNvGrpSpPr/>
        <p:nvPr/>
      </p:nvGrpSpPr>
      <p:grpSpPr>
        <a:xfrm>
          <a:off x="0" y="0"/>
          <a:ext cx="0" cy="0"/>
          <a:chOff x="0" y="0"/>
          <a:chExt cx="0" cy="0"/>
        </a:xfrm>
      </p:grpSpPr>
      <p:sp>
        <p:nvSpPr>
          <p:cNvPr id="942" name="Google Shape;942;p85"/>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85"/>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85"/>
          <p:cNvSpPr txBox="1"/>
          <p:nvPr>
            <p:ph idx="12" type="sldNum"/>
          </p:nvPr>
        </p:nvSpPr>
        <p:spPr>
          <a:xfrm>
            <a:off x="8722877"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pic>
        <p:nvPicPr>
          <p:cNvPr id="945" name="Google Shape;945;p8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946" name="Google Shape;946;p85"/>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55">
          <p15:clr>
            <a:srgbClr val="E46962"/>
          </p15:clr>
        </p15:guide>
        <p15:guide id="2" orient="horz" pos="3122">
          <p15:clr>
            <a:srgbClr val="E46962"/>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2 1 1 1">
  <p:cSld name="TITLE_2_2_2_1_1_1">
    <p:bg>
      <p:bgPr>
        <a:solidFill>
          <a:schemeClr val="accent1"/>
        </a:solidFill>
      </p:bgPr>
    </p:bg>
    <p:spTree>
      <p:nvGrpSpPr>
        <p:cNvPr id="947" name="Shape 947"/>
        <p:cNvGrpSpPr/>
        <p:nvPr/>
      </p:nvGrpSpPr>
      <p:grpSpPr>
        <a:xfrm>
          <a:off x="0" y="0"/>
          <a:ext cx="0" cy="0"/>
          <a:chOff x="0" y="0"/>
          <a:chExt cx="0" cy="0"/>
        </a:xfrm>
      </p:grpSpPr>
      <p:sp>
        <p:nvSpPr>
          <p:cNvPr id="948" name="Google Shape;948;p8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8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8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951" name="Google Shape;951;p8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952" name="Google Shape;952;p8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953" name="Google Shape;953;p86"/>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1">
  <p:cSld name="TITLE_2_1_1_1_1_3_2">
    <p:bg>
      <p:bgPr>
        <a:solidFill>
          <a:schemeClr val="accent1"/>
        </a:solidFill>
      </p:bgPr>
    </p:bg>
    <p:spTree>
      <p:nvGrpSpPr>
        <p:cNvPr id="954" name="Shape 954"/>
        <p:cNvGrpSpPr/>
        <p:nvPr/>
      </p:nvGrpSpPr>
      <p:grpSpPr>
        <a:xfrm>
          <a:off x="0" y="0"/>
          <a:ext cx="0" cy="0"/>
          <a:chOff x="0" y="0"/>
          <a:chExt cx="0" cy="0"/>
        </a:xfrm>
      </p:grpSpPr>
      <p:sp>
        <p:nvSpPr>
          <p:cNvPr id="955" name="Google Shape;955;p87"/>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87"/>
          <p:cNvSpPr/>
          <p:nvPr/>
        </p:nvSpPr>
        <p:spPr>
          <a:xfrm>
            <a:off x="991956" y="121600"/>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957" name="Google Shape;957;p87"/>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958" name="Google Shape;958;p87"/>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959" name="Google Shape;959;p87"/>
          <p:cNvSpPr txBox="1"/>
          <p:nvPr>
            <p:ph idx="12" type="sldNum"/>
          </p:nvPr>
        </p:nvSpPr>
        <p:spPr>
          <a:xfrm>
            <a:off x="929256" y="93713"/>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960" name="Google Shape;960;p87"/>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961" name="Google Shape;961;p87"/>
          <p:cNvSpPr txBox="1"/>
          <p:nvPr>
            <p:ph type="title"/>
          </p:nvPr>
        </p:nvSpPr>
        <p:spPr>
          <a:xfrm>
            <a:off x="314275" y="11258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962" name="Google Shape;962;p87"/>
          <p:cNvSpPr txBox="1"/>
          <p:nvPr>
            <p:ph idx="2" type="body"/>
          </p:nvPr>
        </p:nvSpPr>
        <p:spPr>
          <a:xfrm>
            <a:off x="314275" y="263657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963" name="Google Shape;963;p87"/>
          <p:cNvSpPr txBox="1"/>
          <p:nvPr>
            <p:ph idx="3" type="subTitle"/>
          </p:nvPr>
        </p:nvSpPr>
        <p:spPr>
          <a:xfrm>
            <a:off x="314275" y="228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arge text 1">
  <p:cSld name="SECTION_HEADER_2_1">
    <p:bg>
      <p:bgPr>
        <a:solidFill>
          <a:srgbClr val="F2F8F3"/>
        </a:solidFill>
      </p:bgPr>
    </p:bg>
    <p:spTree>
      <p:nvGrpSpPr>
        <p:cNvPr id="964" name="Shape 964"/>
        <p:cNvGrpSpPr/>
        <p:nvPr/>
      </p:nvGrpSpPr>
      <p:grpSpPr>
        <a:xfrm>
          <a:off x="0" y="0"/>
          <a:ext cx="0" cy="0"/>
          <a:chOff x="0" y="0"/>
          <a:chExt cx="0" cy="0"/>
        </a:xfrm>
      </p:grpSpPr>
      <p:sp>
        <p:nvSpPr>
          <p:cNvPr id="965" name="Google Shape;965;p88"/>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88"/>
          <p:cNvSpPr/>
          <p:nvPr/>
        </p:nvSpPr>
        <p:spPr>
          <a:xfrm>
            <a:off x="7970700" y="0"/>
            <a:ext cx="1173300" cy="759900"/>
          </a:xfrm>
          <a:prstGeom prst="roundRect">
            <a:avLst>
              <a:gd fmla="val 37011"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88"/>
          <p:cNvSpPr/>
          <p:nvPr/>
        </p:nvSpPr>
        <p:spPr>
          <a:xfrm>
            <a:off x="212550" y="173775"/>
            <a:ext cx="1321500" cy="282600"/>
          </a:xfrm>
          <a:prstGeom prst="roundRect">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sp>
        <p:nvSpPr>
          <p:cNvPr id="968" name="Google Shape;968;p88"/>
          <p:cNvSpPr txBox="1"/>
          <p:nvPr>
            <p:ph type="title"/>
          </p:nvPr>
        </p:nvSpPr>
        <p:spPr>
          <a:xfrm>
            <a:off x="343800" y="11248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9pPr>
          </a:lstStyle>
          <a:p/>
        </p:txBody>
      </p:sp>
      <p:sp>
        <p:nvSpPr>
          <p:cNvPr id="969" name="Google Shape;969;p88"/>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dk2"/>
                </a:solidFill>
                <a:latin typeface="Inter"/>
                <a:ea typeface="Inter"/>
                <a:cs typeface="Inter"/>
                <a:sym typeface="Inter"/>
              </a:rPr>
              <a:t>‹#›</a:t>
            </a:fld>
            <a:endParaRPr b="1" i="0" sz="800" u="none" cap="none" strike="noStrike">
              <a:solidFill>
                <a:schemeClr val="dk2"/>
              </a:solidFill>
              <a:latin typeface="Inter"/>
              <a:ea typeface="Inter"/>
              <a:cs typeface="Inter"/>
              <a:sym typeface="Inter"/>
            </a:endParaRPr>
          </a:p>
        </p:txBody>
      </p:sp>
      <p:pic>
        <p:nvPicPr>
          <p:cNvPr id="970" name="Google Shape;970;p88"/>
          <p:cNvPicPr preferRelativeResize="0"/>
          <p:nvPr/>
        </p:nvPicPr>
        <p:blipFill rotWithShape="1">
          <a:blip r:embed="rId2">
            <a:alphaModFix/>
          </a:blip>
          <a:srcRect b="0" l="0" r="0" t="0"/>
          <a:stretch/>
        </p:blipFill>
        <p:spPr>
          <a:xfrm>
            <a:off x="7973000" y="221840"/>
            <a:ext cx="958045" cy="170225"/>
          </a:xfrm>
          <a:prstGeom prst="rect">
            <a:avLst/>
          </a:prstGeom>
          <a:noFill/>
          <a:ln>
            <a:noFill/>
          </a:ln>
        </p:spPr>
      </p:pic>
    </p:spTree>
  </p:cSld>
  <p:clrMapOvr>
    <a:masterClrMapping/>
  </p:clrMapOvr>
  <p:extLst>
    <p:ext uri="{DCECCB84-F9BA-43D5-87BE-67443E8EF086}">
      <p15:sldGuideLst>
        <p15:guide id="1" pos="1212">
          <p15:clr>
            <a:srgbClr val="F9AD4C"/>
          </p15:clr>
        </p15:guide>
        <p15:guide id="2" pos="1379">
          <p15:clr>
            <a:srgbClr val="F9AD4C"/>
          </p15:clr>
        </p15:guide>
        <p15:guide id="3" pos="2268">
          <p15:clr>
            <a:srgbClr val="F9AD4C"/>
          </p15:clr>
        </p15:guide>
        <p15:guide id="4" pos="2438">
          <p15:clr>
            <a:srgbClr val="F9AD4C"/>
          </p15:clr>
        </p15:guide>
        <p15:guide id="5" pos="3331">
          <p15:clr>
            <a:srgbClr val="F9AD4C"/>
          </p15:clr>
        </p15:guide>
        <p15:guide id="6" pos="3492">
          <p15:clr>
            <a:srgbClr val="F9AD4C"/>
          </p15:clr>
        </p15:guide>
        <p15:guide id="7" pos="4381">
          <p15:clr>
            <a:srgbClr val="F9AD4C"/>
          </p15:clr>
        </p15:guide>
        <p15:guide id="8" pos="4548">
          <p15:clr>
            <a:srgbClr val="F9AD4C"/>
          </p15:clr>
        </p15:guide>
        <p15:guide id="9" orient="horz" pos="397">
          <p15:clr>
            <a:srgbClr val="F9AD4C"/>
          </p15:clr>
        </p15:guide>
        <p15:guide id="10" orient="horz" pos="792">
          <p15:clr>
            <a:srgbClr val="F9AD4C"/>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3 1 1 1">
  <p:cSld name="TITLE_2_3_1_1_1">
    <p:bg>
      <p:bgPr>
        <a:solidFill>
          <a:schemeClr val="dk2"/>
        </a:solidFill>
      </p:bgPr>
    </p:bg>
    <p:spTree>
      <p:nvGrpSpPr>
        <p:cNvPr id="971" name="Shape 971"/>
        <p:cNvGrpSpPr/>
        <p:nvPr/>
      </p:nvGrpSpPr>
      <p:grpSpPr>
        <a:xfrm>
          <a:off x="0" y="0"/>
          <a:ext cx="0" cy="0"/>
          <a:chOff x="0" y="0"/>
          <a:chExt cx="0" cy="0"/>
        </a:xfrm>
      </p:grpSpPr>
      <p:sp>
        <p:nvSpPr>
          <p:cNvPr id="972" name="Google Shape;972;p89"/>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89"/>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89"/>
          <p:cNvSpPr txBox="1"/>
          <p:nvPr>
            <p:ph type="title"/>
          </p:nvPr>
        </p:nvSpPr>
        <p:spPr>
          <a:xfrm>
            <a:off x="343800" y="1322225"/>
            <a:ext cx="8456400" cy="1089600"/>
          </a:xfrm>
          <a:prstGeom prst="rect">
            <a:avLst/>
          </a:prstGeom>
          <a:noFill/>
          <a:ln>
            <a:noFill/>
          </a:ln>
        </p:spPr>
        <p:txBody>
          <a:bodyPr anchorCtr="0" anchor="t" bIns="91425" lIns="0" spcFirstLastPara="1" rIns="91425" wrap="square" tIns="91425">
            <a:normAutofit/>
          </a:bodyPr>
          <a:lstStyle>
            <a:lvl1pPr lvl="0"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1pPr>
            <a:lvl2pPr lvl="1"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2pPr>
            <a:lvl3pPr lvl="2"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3pPr>
            <a:lvl4pPr lvl="3"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4pPr>
            <a:lvl5pPr lvl="4"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5pPr>
            <a:lvl6pPr lvl="5"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6pPr>
            <a:lvl7pPr lvl="6"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7pPr>
            <a:lvl8pPr lvl="7"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8pPr>
            <a:lvl9pPr lvl="8"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9pPr>
          </a:lstStyle>
          <a:p/>
        </p:txBody>
      </p:sp>
      <p:sp>
        <p:nvSpPr>
          <p:cNvPr id="975" name="Google Shape;975;p8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976" name="Google Shape;976;p8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977" name="Google Shape;977;p8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3 1 2">
  <p:cSld name="TITLE_2_3_1_2">
    <p:bg>
      <p:bgPr>
        <a:solidFill>
          <a:schemeClr val="accent1"/>
        </a:solidFill>
      </p:bgPr>
    </p:bg>
    <p:spTree>
      <p:nvGrpSpPr>
        <p:cNvPr id="978" name="Shape 978"/>
        <p:cNvGrpSpPr/>
        <p:nvPr/>
      </p:nvGrpSpPr>
      <p:grpSpPr>
        <a:xfrm>
          <a:off x="0" y="0"/>
          <a:ext cx="0" cy="0"/>
          <a:chOff x="0" y="0"/>
          <a:chExt cx="0" cy="0"/>
        </a:xfrm>
      </p:grpSpPr>
      <p:sp>
        <p:nvSpPr>
          <p:cNvPr id="979" name="Google Shape;979;p90"/>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90"/>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90"/>
          <p:cNvSpPr txBox="1"/>
          <p:nvPr>
            <p:ph type="title"/>
          </p:nvPr>
        </p:nvSpPr>
        <p:spPr>
          <a:xfrm>
            <a:off x="343800" y="149367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9pPr>
          </a:lstStyle>
          <a:p/>
        </p:txBody>
      </p:sp>
      <p:sp>
        <p:nvSpPr>
          <p:cNvPr id="982" name="Google Shape;982;p9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983" name="Google Shape;983;p9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984" name="Google Shape;984;p9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1 1">
  <p:cSld name="TITLE_2_1_1_1_1_3_1">
    <p:bg>
      <p:bgPr>
        <a:solidFill>
          <a:schemeClr val="accent1"/>
        </a:solidFill>
      </p:bgPr>
    </p:bg>
    <p:spTree>
      <p:nvGrpSpPr>
        <p:cNvPr id="985" name="Shape 985"/>
        <p:cNvGrpSpPr/>
        <p:nvPr/>
      </p:nvGrpSpPr>
      <p:grpSpPr>
        <a:xfrm>
          <a:off x="0" y="0"/>
          <a:ext cx="0" cy="0"/>
          <a:chOff x="0" y="0"/>
          <a:chExt cx="0" cy="0"/>
        </a:xfrm>
      </p:grpSpPr>
      <p:sp>
        <p:nvSpPr>
          <p:cNvPr id="986" name="Google Shape;986;p91"/>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91"/>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91"/>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9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990" name="Google Shape;990;p9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991" name="Google Shape;991;p9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992" name="Google Shape;992;p91"/>
          <p:cNvSpPr txBox="1"/>
          <p:nvPr>
            <p:ph type="title"/>
          </p:nvPr>
        </p:nvSpPr>
        <p:spPr>
          <a:xfrm>
            <a:off x="314275" y="11258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993" name="Google Shape;993;p91"/>
          <p:cNvSpPr txBox="1"/>
          <p:nvPr>
            <p:ph idx="1" type="body"/>
          </p:nvPr>
        </p:nvSpPr>
        <p:spPr>
          <a:xfrm>
            <a:off x="314275" y="263657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994" name="Google Shape;994;p91"/>
          <p:cNvSpPr txBox="1"/>
          <p:nvPr>
            <p:ph idx="2" type="subTitle"/>
          </p:nvPr>
        </p:nvSpPr>
        <p:spPr>
          <a:xfrm>
            <a:off x="314275" y="228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2 1 1">
  <p:cSld name="TITLE_2_2_2_1_1">
    <p:bg>
      <p:bgPr>
        <a:solidFill>
          <a:schemeClr val="dk2"/>
        </a:solidFill>
      </p:bgPr>
    </p:bg>
    <p:spTree>
      <p:nvGrpSpPr>
        <p:cNvPr id="995" name="Shape 995"/>
        <p:cNvGrpSpPr/>
        <p:nvPr/>
      </p:nvGrpSpPr>
      <p:grpSpPr>
        <a:xfrm>
          <a:off x="0" y="0"/>
          <a:ext cx="0" cy="0"/>
          <a:chOff x="0" y="0"/>
          <a:chExt cx="0" cy="0"/>
        </a:xfrm>
      </p:grpSpPr>
      <p:sp>
        <p:nvSpPr>
          <p:cNvPr id="996" name="Google Shape;996;p92"/>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997" name="Google Shape;997;p92"/>
          <p:cNvSpPr txBox="1"/>
          <p:nvPr>
            <p:ph idx="1" type="body"/>
          </p:nvPr>
        </p:nvSpPr>
        <p:spPr>
          <a:xfrm>
            <a:off x="1823850" y="164637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998" name="Google Shape;998;p92"/>
          <p:cNvSpPr txBox="1"/>
          <p:nvPr>
            <p:ph idx="2" type="body"/>
          </p:nvPr>
        </p:nvSpPr>
        <p:spPr>
          <a:xfrm>
            <a:off x="1823850" y="2559550"/>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999" name="Google Shape;999;p92"/>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92"/>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92"/>
          <p:cNvSpPr txBox="1"/>
          <p:nvPr>
            <p:ph idx="3" type="body"/>
          </p:nvPr>
        </p:nvSpPr>
        <p:spPr>
          <a:xfrm>
            <a:off x="1823850" y="347272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1002" name="Google Shape;1002;p92"/>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9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004" name="Google Shape;1004;p9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005" name="Google Shape;1005;p9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1">
  <p:cSld name="TITLE_2_2_1_2_1">
    <p:bg>
      <p:bgPr>
        <a:solidFill>
          <a:schemeClr val="dk2"/>
        </a:solidFill>
      </p:bgPr>
    </p:bg>
    <p:spTree>
      <p:nvGrpSpPr>
        <p:cNvPr id="1006" name="Shape 1006"/>
        <p:cNvGrpSpPr/>
        <p:nvPr/>
      </p:nvGrpSpPr>
      <p:grpSpPr>
        <a:xfrm>
          <a:off x="0" y="0"/>
          <a:ext cx="0" cy="0"/>
          <a:chOff x="0" y="0"/>
          <a:chExt cx="0" cy="0"/>
        </a:xfrm>
      </p:grpSpPr>
      <p:sp>
        <p:nvSpPr>
          <p:cNvPr id="1007" name="Google Shape;1007;p9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93"/>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93"/>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010" name="Google Shape;1010;p93"/>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011" name="Google Shape;1011;p93"/>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9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013" name="Google Shape;1013;p9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014" name="Google Shape;1014;p9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2">
  <p:cSld name="TITLE_2_1_1_1_1_2_1_1_2">
    <p:bg>
      <p:bgPr>
        <a:solidFill>
          <a:schemeClr val="accent1"/>
        </a:solidFill>
      </p:bgPr>
    </p:bg>
    <p:spTree>
      <p:nvGrpSpPr>
        <p:cNvPr id="1015" name="Shape 1015"/>
        <p:cNvGrpSpPr/>
        <p:nvPr/>
      </p:nvGrpSpPr>
      <p:grpSpPr>
        <a:xfrm>
          <a:off x="0" y="0"/>
          <a:ext cx="0" cy="0"/>
          <a:chOff x="0" y="0"/>
          <a:chExt cx="0" cy="0"/>
        </a:xfrm>
      </p:grpSpPr>
      <p:sp>
        <p:nvSpPr>
          <p:cNvPr id="1016" name="Google Shape;1016;p94"/>
          <p:cNvSpPr/>
          <p:nvPr>
            <p:ph idx="2" type="pic"/>
          </p:nvPr>
        </p:nvSpPr>
        <p:spPr>
          <a:xfrm>
            <a:off x="0" y="-6600"/>
            <a:ext cx="9144000" cy="5156700"/>
          </a:xfrm>
          <a:prstGeom prst="round1Rect">
            <a:avLst>
              <a:gd fmla="val 5365" name="adj"/>
            </a:avLst>
          </a:prstGeom>
          <a:noFill/>
          <a:ln>
            <a:noFill/>
          </a:ln>
        </p:spPr>
      </p:sp>
      <p:sp>
        <p:nvSpPr>
          <p:cNvPr id="1017" name="Google Shape;1017;p94"/>
          <p:cNvSpPr/>
          <p:nvPr/>
        </p:nvSpPr>
        <p:spPr>
          <a:xfrm>
            <a:off x="212550" y="766200"/>
            <a:ext cx="47595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94"/>
          <p:cNvSpPr txBox="1"/>
          <p:nvPr>
            <p:ph type="title"/>
          </p:nvPr>
        </p:nvSpPr>
        <p:spPr>
          <a:xfrm>
            <a:off x="414425" y="118280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019" name="Google Shape;1019;p94"/>
          <p:cNvSpPr txBox="1"/>
          <p:nvPr>
            <p:ph idx="1" type="subTitle"/>
          </p:nvPr>
        </p:nvSpPr>
        <p:spPr>
          <a:xfrm>
            <a:off x="414425" y="235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020" name="Google Shape;1020;p94"/>
          <p:cNvSpPr txBox="1"/>
          <p:nvPr>
            <p:ph idx="3" type="body"/>
          </p:nvPr>
        </p:nvSpPr>
        <p:spPr>
          <a:xfrm>
            <a:off x="414425" y="2726125"/>
            <a:ext cx="3516300" cy="207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021" name="Google Shape;1021;p9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022" name="Google Shape;1022;p9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023" name="Google Shape;1023;p9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pic>
        <p:nvPicPr>
          <p:cNvPr id="1024" name="Google Shape;1024;p94"/>
          <p:cNvPicPr preferRelativeResize="0"/>
          <p:nvPr/>
        </p:nvPicPr>
        <p:blipFill rotWithShape="1">
          <a:blip r:embed="rId3">
            <a:alphaModFix/>
          </a:blip>
          <a:srcRect b="0" l="0" r="0" t="0"/>
          <a:stretch/>
        </p:blipFill>
        <p:spPr>
          <a:xfrm>
            <a:off x="8861400" y="0"/>
            <a:ext cx="282600" cy="282600"/>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3">
  <p:cSld name="TITLE_2_1_1_1_1_2_1_1_1_1_1_1_1_1_3">
    <p:bg>
      <p:bgPr>
        <a:solidFill>
          <a:schemeClr val="accent1"/>
        </a:solidFill>
      </p:bgPr>
    </p:bg>
    <p:spTree>
      <p:nvGrpSpPr>
        <p:cNvPr id="1025" name="Shape 1025"/>
        <p:cNvGrpSpPr/>
        <p:nvPr/>
      </p:nvGrpSpPr>
      <p:grpSpPr>
        <a:xfrm>
          <a:off x="0" y="0"/>
          <a:ext cx="0" cy="0"/>
          <a:chOff x="0" y="0"/>
          <a:chExt cx="0" cy="0"/>
        </a:xfrm>
      </p:grpSpPr>
      <p:sp>
        <p:nvSpPr>
          <p:cNvPr id="1026" name="Google Shape;1026;p95"/>
          <p:cNvSpPr/>
          <p:nvPr>
            <p:ph idx="2" type="pic"/>
          </p:nvPr>
        </p:nvSpPr>
        <p:spPr>
          <a:xfrm>
            <a:off x="212550" y="766200"/>
            <a:ext cx="3933000" cy="3933600"/>
          </a:xfrm>
          <a:prstGeom prst="roundRect">
            <a:avLst>
              <a:gd fmla="val 3888" name="adj"/>
            </a:avLst>
          </a:prstGeom>
          <a:noFill/>
          <a:ln>
            <a:noFill/>
          </a:ln>
        </p:spPr>
      </p:sp>
      <p:sp>
        <p:nvSpPr>
          <p:cNvPr id="1027" name="Google Shape;1027;p95"/>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95"/>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95"/>
          <p:cNvSpPr txBox="1"/>
          <p:nvPr>
            <p:ph idx="1" type="subTitle"/>
          </p:nvPr>
        </p:nvSpPr>
        <p:spPr>
          <a:xfrm>
            <a:off x="4312250" y="1851613"/>
            <a:ext cx="2949000" cy="4452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900"/>
              <a:buFont typeface="Inter Black"/>
              <a:buNone/>
              <a:defRPr sz="1900">
                <a:latin typeface="Inter Black"/>
                <a:ea typeface="Inter Black"/>
                <a:cs typeface="Inter Black"/>
                <a:sym typeface="Inter Black"/>
              </a:defRPr>
            </a:lvl1pPr>
            <a:lvl2pPr lvl="1" algn="l">
              <a:lnSpc>
                <a:spcPct val="100000"/>
              </a:lnSpc>
              <a:spcBef>
                <a:spcPts val="0"/>
              </a:spcBef>
              <a:spcAft>
                <a:spcPts val="0"/>
              </a:spcAft>
              <a:buSzPts val="1900"/>
              <a:buFont typeface="Inter Black"/>
              <a:buNone/>
              <a:defRPr sz="1900">
                <a:latin typeface="Inter Black"/>
                <a:ea typeface="Inter Black"/>
                <a:cs typeface="Inter Black"/>
                <a:sym typeface="Inter Black"/>
              </a:defRPr>
            </a:lvl2pPr>
            <a:lvl3pPr lvl="2" algn="l">
              <a:lnSpc>
                <a:spcPct val="100000"/>
              </a:lnSpc>
              <a:spcBef>
                <a:spcPts val="0"/>
              </a:spcBef>
              <a:spcAft>
                <a:spcPts val="0"/>
              </a:spcAft>
              <a:buSzPts val="1900"/>
              <a:buFont typeface="Inter Black"/>
              <a:buNone/>
              <a:defRPr sz="1900">
                <a:latin typeface="Inter Black"/>
                <a:ea typeface="Inter Black"/>
                <a:cs typeface="Inter Black"/>
                <a:sym typeface="Inter Black"/>
              </a:defRPr>
            </a:lvl3pPr>
            <a:lvl4pPr lvl="3" algn="l">
              <a:lnSpc>
                <a:spcPct val="100000"/>
              </a:lnSpc>
              <a:spcBef>
                <a:spcPts val="0"/>
              </a:spcBef>
              <a:spcAft>
                <a:spcPts val="0"/>
              </a:spcAft>
              <a:buSzPts val="1900"/>
              <a:buFont typeface="Inter Black"/>
              <a:buNone/>
              <a:defRPr sz="1900">
                <a:latin typeface="Inter Black"/>
                <a:ea typeface="Inter Black"/>
                <a:cs typeface="Inter Black"/>
                <a:sym typeface="Inter Black"/>
              </a:defRPr>
            </a:lvl4pPr>
            <a:lvl5pPr lvl="4" algn="l">
              <a:lnSpc>
                <a:spcPct val="100000"/>
              </a:lnSpc>
              <a:spcBef>
                <a:spcPts val="0"/>
              </a:spcBef>
              <a:spcAft>
                <a:spcPts val="0"/>
              </a:spcAft>
              <a:buSzPts val="1900"/>
              <a:buFont typeface="Inter Black"/>
              <a:buNone/>
              <a:defRPr sz="1900">
                <a:latin typeface="Inter Black"/>
                <a:ea typeface="Inter Black"/>
                <a:cs typeface="Inter Black"/>
                <a:sym typeface="Inter Black"/>
              </a:defRPr>
            </a:lvl5pPr>
            <a:lvl6pPr lvl="5" algn="l">
              <a:lnSpc>
                <a:spcPct val="100000"/>
              </a:lnSpc>
              <a:spcBef>
                <a:spcPts val="0"/>
              </a:spcBef>
              <a:spcAft>
                <a:spcPts val="0"/>
              </a:spcAft>
              <a:buSzPts val="1900"/>
              <a:buFont typeface="Inter Black"/>
              <a:buNone/>
              <a:defRPr sz="1900">
                <a:latin typeface="Inter Black"/>
                <a:ea typeface="Inter Black"/>
                <a:cs typeface="Inter Black"/>
                <a:sym typeface="Inter Black"/>
              </a:defRPr>
            </a:lvl6pPr>
            <a:lvl7pPr lvl="6" algn="l">
              <a:lnSpc>
                <a:spcPct val="100000"/>
              </a:lnSpc>
              <a:spcBef>
                <a:spcPts val="0"/>
              </a:spcBef>
              <a:spcAft>
                <a:spcPts val="0"/>
              </a:spcAft>
              <a:buSzPts val="1900"/>
              <a:buFont typeface="Inter Black"/>
              <a:buNone/>
              <a:defRPr sz="1900">
                <a:latin typeface="Inter Black"/>
                <a:ea typeface="Inter Black"/>
                <a:cs typeface="Inter Black"/>
                <a:sym typeface="Inter Black"/>
              </a:defRPr>
            </a:lvl7pPr>
            <a:lvl8pPr lvl="7" algn="l">
              <a:lnSpc>
                <a:spcPct val="100000"/>
              </a:lnSpc>
              <a:spcBef>
                <a:spcPts val="0"/>
              </a:spcBef>
              <a:spcAft>
                <a:spcPts val="0"/>
              </a:spcAft>
              <a:buSzPts val="1900"/>
              <a:buFont typeface="Inter Black"/>
              <a:buNone/>
              <a:defRPr sz="1900">
                <a:latin typeface="Inter Black"/>
                <a:ea typeface="Inter Black"/>
                <a:cs typeface="Inter Black"/>
                <a:sym typeface="Inter Black"/>
              </a:defRPr>
            </a:lvl8pPr>
            <a:lvl9pPr lvl="8" algn="l">
              <a:lnSpc>
                <a:spcPct val="100000"/>
              </a:lnSpc>
              <a:spcBef>
                <a:spcPts val="0"/>
              </a:spcBef>
              <a:spcAft>
                <a:spcPts val="0"/>
              </a:spcAft>
              <a:buSzPts val="1900"/>
              <a:buFont typeface="Inter Black"/>
              <a:buNone/>
              <a:defRPr sz="1900">
                <a:latin typeface="Inter Black"/>
                <a:ea typeface="Inter Black"/>
                <a:cs typeface="Inter Black"/>
                <a:sym typeface="Inter Black"/>
              </a:defRPr>
            </a:lvl9pPr>
          </a:lstStyle>
          <a:p/>
        </p:txBody>
      </p:sp>
      <p:sp>
        <p:nvSpPr>
          <p:cNvPr id="1030" name="Google Shape;1030;p95"/>
          <p:cNvSpPr txBox="1"/>
          <p:nvPr>
            <p:ph idx="3" type="body"/>
          </p:nvPr>
        </p:nvSpPr>
        <p:spPr>
          <a:xfrm>
            <a:off x="4312250" y="2323600"/>
            <a:ext cx="4230900" cy="2050500"/>
          </a:xfrm>
          <a:prstGeom prst="rect">
            <a:avLst/>
          </a:prstGeom>
          <a:noFill/>
          <a:ln>
            <a:noFill/>
          </a:ln>
        </p:spPr>
        <p:txBody>
          <a:bodyPr anchorCtr="0" anchor="t" bIns="91425" lIns="0" spcFirstLastPara="1" rIns="91425" wrap="square" tIns="0">
            <a:no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031" name="Google Shape;1031;p95"/>
          <p:cNvSpPr txBox="1"/>
          <p:nvPr>
            <p:ph type="title"/>
          </p:nvPr>
        </p:nvSpPr>
        <p:spPr>
          <a:xfrm>
            <a:off x="4312250" y="672750"/>
            <a:ext cx="46164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032" name="Google Shape;1032;p95"/>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9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034" name="Google Shape;1034;p9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035" name="Google Shape;1035;p9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3 1">
  <p:cSld name="TITLE_2_1_1_1_1_2_1_1_1_1_1_1_1_1_3_1">
    <p:bg>
      <p:bgPr>
        <a:solidFill>
          <a:schemeClr val="accent1"/>
        </a:solidFill>
      </p:bgPr>
    </p:bg>
    <p:spTree>
      <p:nvGrpSpPr>
        <p:cNvPr id="1036" name="Shape 1036"/>
        <p:cNvGrpSpPr/>
        <p:nvPr/>
      </p:nvGrpSpPr>
      <p:grpSpPr>
        <a:xfrm>
          <a:off x="0" y="0"/>
          <a:ext cx="0" cy="0"/>
          <a:chOff x="0" y="0"/>
          <a:chExt cx="0" cy="0"/>
        </a:xfrm>
      </p:grpSpPr>
      <p:sp>
        <p:nvSpPr>
          <p:cNvPr id="1037" name="Google Shape;1037;p96"/>
          <p:cNvSpPr/>
          <p:nvPr>
            <p:ph idx="2" type="pic"/>
          </p:nvPr>
        </p:nvSpPr>
        <p:spPr>
          <a:xfrm>
            <a:off x="212550" y="766200"/>
            <a:ext cx="3933000" cy="3933600"/>
          </a:xfrm>
          <a:prstGeom prst="roundRect">
            <a:avLst>
              <a:gd fmla="val 3888" name="adj"/>
            </a:avLst>
          </a:prstGeom>
          <a:noFill/>
          <a:ln>
            <a:noFill/>
          </a:ln>
        </p:spPr>
      </p:sp>
      <p:sp>
        <p:nvSpPr>
          <p:cNvPr id="1038" name="Google Shape;1038;p9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9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96"/>
          <p:cNvSpPr txBox="1"/>
          <p:nvPr>
            <p:ph idx="1" type="subTitle"/>
          </p:nvPr>
        </p:nvSpPr>
        <p:spPr>
          <a:xfrm>
            <a:off x="4312250" y="1946738"/>
            <a:ext cx="2949000" cy="4452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1pPr>
            <a:lvl2pPr lvl="1"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2pPr>
            <a:lvl3pPr lvl="2"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3pPr>
            <a:lvl4pPr lvl="3"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4pPr>
            <a:lvl5pPr lvl="4"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5pPr>
            <a:lvl6pPr lvl="5"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6pPr>
            <a:lvl7pPr lvl="6"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7pPr>
            <a:lvl8pPr lvl="7"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8pPr>
            <a:lvl9pPr lvl="8"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9pPr>
          </a:lstStyle>
          <a:p/>
        </p:txBody>
      </p:sp>
      <p:sp>
        <p:nvSpPr>
          <p:cNvPr id="1041" name="Google Shape;1041;p96"/>
          <p:cNvSpPr txBox="1"/>
          <p:nvPr>
            <p:ph idx="3" type="body"/>
          </p:nvPr>
        </p:nvSpPr>
        <p:spPr>
          <a:xfrm>
            <a:off x="4312250" y="2418725"/>
            <a:ext cx="4230900" cy="2050500"/>
          </a:xfrm>
          <a:prstGeom prst="rect">
            <a:avLst/>
          </a:prstGeom>
          <a:noFill/>
          <a:ln>
            <a:noFill/>
          </a:ln>
        </p:spPr>
        <p:txBody>
          <a:bodyPr anchorCtr="0" anchor="t" bIns="91425" lIns="0" spcFirstLastPara="1" rIns="91425" wrap="square" tIns="0">
            <a:no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1042" name="Google Shape;1042;p96"/>
          <p:cNvSpPr txBox="1"/>
          <p:nvPr>
            <p:ph type="title"/>
          </p:nvPr>
        </p:nvSpPr>
        <p:spPr>
          <a:xfrm>
            <a:off x="4312250" y="767875"/>
            <a:ext cx="46164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043" name="Google Shape;1043;p9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044" name="Google Shape;1044;p9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045" name="Google Shape;1045;p9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1 1">
  <p:cSld name="TITLE_2_2_1_2_1_1">
    <p:bg>
      <p:bgPr>
        <a:solidFill>
          <a:schemeClr val="dk2"/>
        </a:solidFill>
      </p:bgPr>
    </p:bg>
    <p:spTree>
      <p:nvGrpSpPr>
        <p:cNvPr id="1046" name="Shape 1046"/>
        <p:cNvGrpSpPr/>
        <p:nvPr/>
      </p:nvGrpSpPr>
      <p:grpSpPr>
        <a:xfrm>
          <a:off x="0" y="0"/>
          <a:ext cx="0" cy="0"/>
          <a:chOff x="0" y="0"/>
          <a:chExt cx="0" cy="0"/>
        </a:xfrm>
      </p:grpSpPr>
      <p:sp>
        <p:nvSpPr>
          <p:cNvPr id="1047" name="Google Shape;1047;p97"/>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97"/>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97"/>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050" name="Google Shape;1050;p97"/>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051" name="Google Shape;1051;p9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052" name="Google Shape;1052;p9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053" name="Google Shape;1053;p9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p:cSld name="TITLE_2_1_1_1_1_2_1_1_1_1_1_1_1_1_1_1_1_2">
    <p:bg>
      <p:bgPr>
        <a:solidFill>
          <a:schemeClr val="accent1"/>
        </a:solidFill>
      </p:bgPr>
    </p:bg>
    <p:spTree>
      <p:nvGrpSpPr>
        <p:cNvPr id="1054" name="Shape 1054"/>
        <p:cNvGrpSpPr/>
        <p:nvPr/>
      </p:nvGrpSpPr>
      <p:grpSpPr>
        <a:xfrm>
          <a:off x="0" y="0"/>
          <a:ext cx="0" cy="0"/>
          <a:chOff x="0" y="0"/>
          <a:chExt cx="0" cy="0"/>
        </a:xfrm>
      </p:grpSpPr>
      <p:sp>
        <p:nvSpPr>
          <p:cNvPr id="1055" name="Google Shape;1055;p98"/>
          <p:cNvSpPr/>
          <p:nvPr/>
        </p:nvSpPr>
        <p:spPr>
          <a:xfrm>
            <a:off x="2125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98"/>
          <p:cNvSpPr/>
          <p:nvPr/>
        </p:nvSpPr>
        <p:spPr>
          <a:xfrm>
            <a:off x="3154702" y="1367388"/>
            <a:ext cx="28347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98"/>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1058" name="Google Shape;1058;p98"/>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059" name="Google Shape;1059;p98"/>
          <p:cNvSpPr txBox="1"/>
          <p:nvPr>
            <p:ph idx="2" type="subTitle"/>
          </p:nvPr>
        </p:nvSpPr>
        <p:spPr>
          <a:xfrm>
            <a:off x="2125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060" name="Google Shape;1060;p98"/>
          <p:cNvSpPr/>
          <p:nvPr/>
        </p:nvSpPr>
        <p:spPr>
          <a:xfrm>
            <a:off x="62009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98"/>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062" name="Google Shape;1062;p98"/>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98"/>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98"/>
          <p:cNvSpPr txBox="1"/>
          <p:nvPr>
            <p:ph idx="4" type="subTitle"/>
          </p:nvPr>
        </p:nvSpPr>
        <p:spPr>
          <a:xfrm>
            <a:off x="3154700" y="2426900"/>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065" name="Google Shape;1065;p98"/>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066" name="Google Shape;1066;p98"/>
          <p:cNvSpPr txBox="1"/>
          <p:nvPr>
            <p:ph idx="6" type="subTitle"/>
          </p:nvPr>
        </p:nvSpPr>
        <p:spPr>
          <a:xfrm>
            <a:off x="62009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067" name="Google Shape;1067;p9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068" name="Google Shape;1068;p9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069" name="Google Shape;1069;p9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2">
  <p:cSld name="TITLE_2_1_1_1_1_2_1_1_1_1_1_1_1_1_1_1_1_2_2">
    <p:bg>
      <p:bgPr>
        <a:solidFill>
          <a:schemeClr val="accent1"/>
        </a:solidFill>
      </p:bgPr>
    </p:bg>
    <p:spTree>
      <p:nvGrpSpPr>
        <p:cNvPr id="1070" name="Shape 1070"/>
        <p:cNvGrpSpPr/>
        <p:nvPr/>
      </p:nvGrpSpPr>
      <p:grpSpPr>
        <a:xfrm>
          <a:off x="0" y="0"/>
          <a:ext cx="0" cy="0"/>
          <a:chOff x="0" y="0"/>
          <a:chExt cx="0" cy="0"/>
        </a:xfrm>
      </p:grpSpPr>
      <p:sp>
        <p:nvSpPr>
          <p:cNvPr id="1071" name="Google Shape;1071;p99"/>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1072" name="Google Shape;1072;p99"/>
          <p:cNvSpPr txBox="1"/>
          <p:nvPr>
            <p:ph idx="1" type="body"/>
          </p:nvPr>
        </p:nvSpPr>
        <p:spPr>
          <a:xfrm>
            <a:off x="338300" y="1894300"/>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073" name="Google Shape;1073;p99"/>
          <p:cNvSpPr txBox="1"/>
          <p:nvPr>
            <p:ph idx="2" type="subTitle"/>
          </p:nvPr>
        </p:nvSpPr>
        <p:spPr>
          <a:xfrm>
            <a:off x="212550" y="1457925"/>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074" name="Google Shape;1074;p99"/>
          <p:cNvSpPr txBox="1"/>
          <p:nvPr>
            <p:ph idx="3" type="body"/>
          </p:nvPr>
        </p:nvSpPr>
        <p:spPr>
          <a:xfrm>
            <a:off x="3356850" y="1894300"/>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075" name="Google Shape;1075;p99"/>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99"/>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99"/>
          <p:cNvSpPr txBox="1"/>
          <p:nvPr>
            <p:ph idx="4" type="subTitle"/>
          </p:nvPr>
        </p:nvSpPr>
        <p:spPr>
          <a:xfrm>
            <a:off x="3154700" y="1457925"/>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078" name="Google Shape;1078;p99"/>
          <p:cNvSpPr txBox="1"/>
          <p:nvPr>
            <p:ph idx="5" type="body"/>
          </p:nvPr>
        </p:nvSpPr>
        <p:spPr>
          <a:xfrm>
            <a:off x="6375400" y="1894300"/>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079" name="Google Shape;1079;p99"/>
          <p:cNvSpPr txBox="1"/>
          <p:nvPr>
            <p:ph idx="6" type="subTitle"/>
          </p:nvPr>
        </p:nvSpPr>
        <p:spPr>
          <a:xfrm>
            <a:off x="6200950" y="1457925"/>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080" name="Google Shape;1080;p9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081" name="Google Shape;1081;p9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082" name="Google Shape;1082;p9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1">
  <p:cSld name="TITLE_2_1_1_1_1_2_1_1_1_1_1_1_1_1_1_1_1_2_1">
    <p:bg>
      <p:bgPr>
        <a:solidFill>
          <a:schemeClr val="dk2"/>
        </a:solidFill>
      </p:bgPr>
    </p:bg>
    <p:spTree>
      <p:nvGrpSpPr>
        <p:cNvPr id="1083" name="Shape 1083"/>
        <p:cNvGrpSpPr/>
        <p:nvPr/>
      </p:nvGrpSpPr>
      <p:grpSpPr>
        <a:xfrm>
          <a:off x="0" y="0"/>
          <a:ext cx="0" cy="0"/>
          <a:chOff x="0" y="0"/>
          <a:chExt cx="0" cy="0"/>
        </a:xfrm>
      </p:grpSpPr>
      <p:sp>
        <p:nvSpPr>
          <p:cNvPr id="1084" name="Google Shape;1084;p100"/>
          <p:cNvSpPr/>
          <p:nvPr/>
        </p:nvSpPr>
        <p:spPr>
          <a:xfrm>
            <a:off x="2125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100"/>
          <p:cNvSpPr/>
          <p:nvPr/>
        </p:nvSpPr>
        <p:spPr>
          <a:xfrm>
            <a:off x="3154702" y="1367388"/>
            <a:ext cx="28347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100"/>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1087" name="Google Shape;1087;p100"/>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088" name="Google Shape;1088;p100"/>
          <p:cNvSpPr txBox="1"/>
          <p:nvPr>
            <p:ph idx="2" type="subTitle"/>
          </p:nvPr>
        </p:nvSpPr>
        <p:spPr>
          <a:xfrm>
            <a:off x="2125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089" name="Google Shape;1089;p100"/>
          <p:cNvSpPr/>
          <p:nvPr/>
        </p:nvSpPr>
        <p:spPr>
          <a:xfrm>
            <a:off x="62009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100"/>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091" name="Google Shape;1091;p100"/>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100"/>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100"/>
          <p:cNvSpPr txBox="1"/>
          <p:nvPr>
            <p:ph idx="4" type="subTitle"/>
          </p:nvPr>
        </p:nvSpPr>
        <p:spPr>
          <a:xfrm>
            <a:off x="3154700" y="2426900"/>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094" name="Google Shape;1094;p100"/>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095" name="Google Shape;1095;p100"/>
          <p:cNvSpPr txBox="1"/>
          <p:nvPr>
            <p:ph idx="6" type="subTitle"/>
          </p:nvPr>
        </p:nvSpPr>
        <p:spPr>
          <a:xfrm>
            <a:off x="62009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096" name="Google Shape;1096;p10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097" name="Google Shape;1097;p10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098" name="Google Shape;1098;p10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1 1">
  <p:cSld name="TITLE_2_1_1_1_1_2_1_1_1_1_1_1_1_1_1_1_1_2_1_1">
    <p:bg>
      <p:bgPr>
        <a:solidFill>
          <a:schemeClr val="dk2"/>
        </a:solidFill>
      </p:bgPr>
    </p:bg>
    <p:spTree>
      <p:nvGrpSpPr>
        <p:cNvPr id="1099" name="Shape 1099"/>
        <p:cNvGrpSpPr/>
        <p:nvPr/>
      </p:nvGrpSpPr>
      <p:grpSpPr>
        <a:xfrm>
          <a:off x="0" y="0"/>
          <a:ext cx="0" cy="0"/>
          <a:chOff x="0" y="0"/>
          <a:chExt cx="0" cy="0"/>
        </a:xfrm>
      </p:grpSpPr>
      <p:sp>
        <p:nvSpPr>
          <p:cNvPr id="1100" name="Google Shape;1100;p101"/>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1101" name="Google Shape;1101;p101"/>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102" name="Google Shape;1102;p101"/>
          <p:cNvSpPr txBox="1"/>
          <p:nvPr>
            <p:ph idx="2" type="subTitle"/>
          </p:nvPr>
        </p:nvSpPr>
        <p:spPr>
          <a:xfrm>
            <a:off x="2125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103" name="Google Shape;1103;p101"/>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104" name="Google Shape;1104;p101"/>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101"/>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101"/>
          <p:cNvSpPr txBox="1"/>
          <p:nvPr>
            <p:ph idx="4" type="subTitle"/>
          </p:nvPr>
        </p:nvSpPr>
        <p:spPr>
          <a:xfrm>
            <a:off x="3154700" y="2426900"/>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107" name="Google Shape;1107;p101"/>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108" name="Google Shape;1108;p101"/>
          <p:cNvSpPr txBox="1"/>
          <p:nvPr>
            <p:ph idx="6" type="subTitle"/>
          </p:nvPr>
        </p:nvSpPr>
        <p:spPr>
          <a:xfrm>
            <a:off x="62009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109" name="Google Shape;1109;p10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110" name="Google Shape;1110;p10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111" name="Google Shape;1111;p10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3">
  <p:cSld name="TITLE_2_2_1_3">
    <p:bg>
      <p:bgPr>
        <a:solidFill>
          <a:schemeClr val="dk2"/>
        </a:solidFill>
      </p:bgPr>
    </p:bg>
    <p:spTree>
      <p:nvGrpSpPr>
        <p:cNvPr id="1112" name="Shape 1112"/>
        <p:cNvGrpSpPr/>
        <p:nvPr/>
      </p:nvGrpSpPr>
      <p:grpSpPr>
        <a:xfrm>
          <a:off x="0" y="0"/>
          <a:ext cx="0" cy="0"/>
          <a:chOff x="0" y="0"/>
          <a:chExt cx="0" cy="0"/>
        </a:xfrm>
      </p:grpSpPr>
      <p:sp>
        <p:nvSpPr>
          <p:cNvPr id="1113" name="Google Shape;1113;p102"/>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102"/>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102"/>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116" name="Google Shape;1116;p102"/>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117" name="Google Shape;1117;p102"/>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102"/>
          <p:cNvSpPr txBox="1"/>
          <p:nvPr>
            <p:ph idx="2" type="title"/>
          </p:nvPr>
        </p:nvSpPr>
        <p:spPr>
          <a:xfrm>
            <a:off x="345775" y="103210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119" name="Google Shape;1119;p10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120" name="Google Shape;1120;p10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121" name="Google Shape;1121;p10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3">
  <p:cSld name="TITLE_2_1_1_1_1_2_1_1_1_1_1_1_1_1_1_1_1_1_1_1_1_1_1_1_1_1_3">
    <p:bg>
      <p:bgPr>
        <a:solidFill>
          <a:schemeClr val="accent1"/>
        </a:solidFill>
      </p:bgPr>
    </p:bg>
    <p:spTree>
      <p:nvGrpSpPr>
        <p:cNvPr id="1122" name="Shape 1122"/>
        <p:cNvGrpSpPr/>
        <p:nvPr/>
      </p:nvGrpSpPr>
      <p:grpSpPr>
        <a:xfrm>
          <a:off x="0" y="0"/>
          <a:ext cx="0" cy="0"/>
          <a:chOff x="0" y="0"/>
          <a:chExt cx="0" cy="0"/>
        </a:xfrm>
      </p:grpSpPr>
      <p:sp>
        <p:nvSpPr>
          <p:cNvPr id="1123" name="Google Shape;1123;p103"/>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103"/>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103"/>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10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127" name="Google Shape;1127;p10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128" name="Google Shape;1128;p10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129" name="Google Shape;1129;p103"/>
          <p:cNvSpPr txBox="1"/>
          <p:nvPr>
            <p:ph type="title"/>
          </p:nvPr>
        </p:nvSpPr>
        <p:spPr>
          <a:xfrm>
            <a:off x="361750" y="111490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1130" name="Google Shape;1130;p103"/>
          <p:cNvSpPr txBox="1"/>
          <p:nvPr>
            <p:ph idx="1" type="body"/>
          </p:nvPr>
        </p:nvSpPr>
        <p:spPr>
          <a:xfrm>
            <a:off x="36175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131" name="Google Shape;1131;p103"/>
          <p:cNvSpPr txBox="1"/>
          <p:nvPr>
            <p:ph idx="2" type="subTitle"/>
          </p:nvPr>
        </p:nvSpPr>
        <p:spPr>
          <a:xfrm>
            <a:off x="36175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2" name="Google Shape;1132;p103"/>
          <p:cNvSpPr txBox="1"/>
          <p:nvPr>
            <p:ph idx="3" type="body"/>
          </p:nvPr>
        </p:nvSpPr>
        <p:spPr>
          <a:xfrm>
            <a:off x="253147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133" name="Google Shape;1133;p103"/>
          <p:cNvSpPr txBox="1"/>
          <p:nvPr>
            <p:ph idx="4" type="subTitle"/>
          </p:nvPr>
        </p:nvSpPr>
        <p:spPr>
          <a:xfrm>
            <a:off x="253147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4" name="Google Shape;1134;p103"/>
          <p:cNvSpPr txBox="1"/>
          <p:nvPr>
            <p:ph idx="5" type="body"/>
          </p:nvPr>
        </p:nvSpPr>
        <p:spPr>
          <a:xfrm>
            <a:off x="470120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135" name="Google Shape;1135;p103"/>
          <p:cNvSpPr txBox="1"/>
          <p:nvPr>
            <p:ph idx="6" type="subTitle"/>
          </p:nvPr>
        </p:nvSpPr>
        <p:spPr>
          <a:xfrm>
            <a:off x="470120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6" name="Google Shape;1136;p103"/>
          <p:cNvSpPr txBox="1"/>
          <p:nvPr>
            <p:ph idx="7" type="body"/>
          </p:nvPr>
        </p:nvSpPr>
        <p:spPr>
          <a:xfrm>
            <a:off x="687092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137" name="Google Shape;1137;p103"/>
          <p:cNvSpPr txBox="1"/>
          <p:nvPr>
            <p:ph idx="8" type="subTitle"/>
          </p:nvPr>
        </p:nvSpPr>
        <p:spPr>
          <a:xfrm>
            <a:off x="687092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3">
  <p:cSld name="TITLE_2_1_1_1_1_2_1_1_1_1_1_1_1_1_1_1_1_1_1_1_1_1_1_1_1_1_1_3">
    <p:bg>
      <p:bgPr>
        <a:solidFill>
          <a:schemeClr val="accent1"/>
        </a:solidFill>
      </p:bgPr>
    </p:bg>
    <p:spTree>
      <p:nvGrpSpPr>
        <p:cNvPr id="1138" name="Shape 1138"/>
        <p:cNvGrpSpPr/>
        <p:nvPr/>
      </p:nvGrpSpPr>
      <p:grpSpPr>
        <a:xfrm>
          <a:off x="0" y="0"/>
          <a:ext cx="0" cy="0"/>
          <a:chOff x="0" y="0"/>
          <a:chExt cx="0" cy="0"/>
        </a:xfrm>
      </p:grpSpPr>
      <p:sp>
        <p:nvSpPr>
          <p:cNvPr id="1139" name="Google Shape;1139;p104"/>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140" name="Google Shape;1140;p104"/>
          <p:cNvSpPr txBox="1"/>
          <p:nvPr>
            <p:ph idx="1" type="body"/>
          </p:nvPr>
        </p:nvSpPr>
        <p:spPr>
          <a:xfrm>
            <a:off x="36175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141" name="Google Shape;1141;p104"/>
          <p:cNvSpPr txBox="1"/>
          <p:nvPr>
            <p:ph idx="2" type="subTitle"/>
          </p:nvPr>
        </p:nvSpPr>
        <p:spPr>
          <a:xfrm>
            <a:off x="36175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2" name="Google Shape;1142;p104"/>
          <p:cNvSpPr txBox="1"/>
          <p:nvPr>
            <p:ph idx="3" type="body"/>
          </p:nvPr>
        </p:nvSpPr>
        <p:spPr>
          <a:xfrm>
            <a:off x="253147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143" name="Google Shape;1143;p104"/>
          <p:cNvSpPr txBox="1"/>
          <p:nvPr>
            <p:ph idx="4" type="subTitle"/>
          </p:nvPr>
        </p:nvSpPr>
        <p:spPr>
          <a:xfrm>
            <a:off x="253147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4" name="Google Shape;1144;p104"/>
          <p:cNvSpPr txBox="1"/>
          <p:nvPr>
            <p:ph idx="5" type="body"/>
          </p:nvPr>
        </p:nvSpPr>
        <p:spPr>
          <a:xfrm>
            <a:off x="470120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145" name="Google Shape;1145;p104"/>
          <p:cNvSpPr txBox="1"/>
          <p:nvPr>
            <p:ph idx="6" type="subTitle"/>
          </p:nvPr>
        </p:nvSpPr>
        <p:spPr>
          <a:xfrm>
            <a:off x="470120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6" name="Google Shape;1146;p104"/>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104"/>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104"/>
          <p:cNvSpPr txBox="1"/>
          <p:nvPr>
            <p:ph idx="7" type="body"/>
          </p:nvPr>
        </p:nvSpPr>
        <p:spPr>
          <a:xfrm>
            <a:off x="687092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149" name="Google Shape;1149;p104"/>
          <p:cNvSpPr txBox="1"/>
          <p:nvPr>
            <p:ph idx="8" type="subTitle"/>
          </p:nvPr>
        </p:nvSpPr>
        <p:spPr>
          <a:xfrm>
            <a:off x="687092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0" name="Google Shape;1150;p104"/>
          <p:cNvSpPr txBox="1"/>
          <p:nvPr>
            <p:ph idx="9"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151" name="Google Shape;1151;p104"/>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10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153" name="Google Shape;1153;p10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154" name="Google Shape;1154;p10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2 2">
  <p:cSld name="TITLE_2_1_1_1_1_2_1_1_1_1_1_1_1_1_1_1_1_1_1_1_1_1_1_1_1_1_1_1_1_2_2">
    <p:bg>
      <p:bgPr>
        <a:solidFill>
          <a:schemeClr val="accent1"/>
        </a:solidFill>
      </p:bgPr>
    </p:bg>
    <p:spTree>
      <p:nvGrpSpPr>
        <p:cNvPr id="1155" name="Shape 1155"/>
        <p:cNvGrpSpPr/>
        <p:nvPr/>
      </p:nvGrpSpPr>
      <p:grpSpPr>
        <a:xfrm>
          <a:off x="0" y="0"/>
          <a:ext cx="0" cy="0"/>
          <a:chOff x="0" y="0"/>
          <a:chExt cx="0" cy="0"/>
        </a:xfrm>
      </p:grpSpPr>
      <p:sp>
        <p:nvSpPr>
          <p:cNvPr id="1156" name="Google Shape;1156;p105"/>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105"/>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105"/>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105"/>
          <p:cNvSpPr txBox="1"/>
          <p:nvPr>
            <p:ph type="title"/>
          </p:nvPr>
        </p:nvSpPr>
        <p:spPr>
          <a:xfrm>
            <a:off x="393763" y="939925"/>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160" name="Google Shape;1160;p105"/>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10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162" name="Google Shape;1162;p10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163" name="Google Shape;1163;p10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2 1 1">
  <p:cSld name="TITLE_2_1_1_1_1_2_1_1_1_1_1_1_1_1_1_1_1_1_1_1_1_1_1_1_1_1_1_1_1_2_1_1">
    <p:bg>
      <p:bgPr>
        <a:solidFill>
          <a:schemeClr val="dk2"/>
        </a:solidFill>
      </p:bgPr>
    </p:bg>
    <p:spTree>
      <p:nvGrpSpPr>
        <p:cNvPr id="1164" name="Shape 1164"/>
        <p:cNvGrpSpPr/>
        <p:nvPr/>
      </p:nvGrpSpPr>
      <p:grpSpPr>
        <a:xfrm>
          <a:off x="0" y="0"/>
          <a:ext cx="0" cy="0"/>
          <a:chOff x="0" y="0"/>
          <a:chExt cx="0" cy="0"/>
        </a:xfrm>
      </p:grpSpPr>
      <p:sp>
        <p:nvSpPr>
          <p:cNvPr id="1165" name="Google Shape;1165;p106"/>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106"/>
          <p:cNvSpPr txBox="1"/>
          <p:nvPr>
            <p:ph type="title"/>
          </p:nvPr>
        </p:nvSpPr>
        <p:spPr>
          <a:xfrm>
            <a:off x="393763" y="939925"/>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167" name="Google Shape;1167;p106"/>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106"/>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106"/>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10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171" name="Google Shape;1171;p10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172" name="Google Shape;1172;p10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2">
  <p:cSld name="TITLE_2_1_1_1_1_2_1_1_1_1_1_1_1_1_1_1_1_1_1_1_1_1_1_1_1_1_1_1_1_1_1_1_1_1_1_2">
    <p:bg>
      <p:bgPr>
        <a:solidFill>
          <a:schemeClr val="accent1"/>
        </a:solidFill>
      </p:bgPr>
    </p:bg>
    <p:spTree>
      <p:nvGrpSpPr>
        <p:cNvPr id="1173" name="Shape 1173"/>
        <p:cNvGrpSpPr/>
        <p:nvPr/>
      </p:nvGrpSpPr>
      <p:grpSpPr>
        <a:xfrm>
          <a:off x="0" y="0"/>
          <a:ext cx="0" cy="0"/>
          <a:chOff x="0" y="0"/>
          <a:chExt cx="0" cy="0"/>
        </a:xfrm>
      </p:grpSpPr>
      <p:sp>
        <p:nvSpPr>
          <p:cNvPr id="1174" name="Google Shape;1174;p107"/>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107"/>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107"/>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107"/>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10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179" name="Google Shape;1179;p10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180" name="Google Shape;1180;p10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181" name="Google Shape;1181;p107"/>
          <p:cNvSpPr txBox="1"/>
          <p:nvPr>
            <p:ph type="title"/>
          </p:nvPr>
        </p:nvSpPr>
        <p:spPr>
          <a:xfrm>
            <a:off x="262750" y="17799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182" name="Google Shape;1182;p107"/>
          <p:cNvSpPr txBox="1"/>
          <p:nvPr>
            <p:ph idx="1" type="body"/>
          </p:nvPr>
        </p:nvSpPr>
        <p:spPr>
          <a:xfrm>
            <a:off x="262750" y="3389375"/>
            <a:ext cx="4031100" cy="1499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1pPr>
            <a:lvl2pPr indent="-304800" lvl="1" marL="914400" algn="l">
              <a:lnSpc>
                <a:spcPct val="115000"/>
              </a:lnSpc>
              <a:spcBef>
                <a:spcPts val="0"/>
              </a:spcBef>
              <a:spcAft>
                <a:spcPts val="0"/>
              </a:spcAft>
              <a:buClr>
                <a:schemeClr val="accent1"/>
              </a:buClr>
              <a:buSzPts val="1200"/>
              <a:buChar char="○"/>
              <a:defRPr sz="1200">
                <a:solidFill>
                  <a:schemeClr val="accent1"/>
                </a:solidFill>
              </a:defRPr>
            </a:lvl2pPr>
            <a:lvl3pPr indent="-304800" lvl="2" marL="1371600" algn="l">
              <a:lnSpc>
                <a:spcPct val="115000"/>
              </a:lnSpc>
              <a:spcBef>
                <a:spcPts val="0"/>
              </a:spcBef>
              <a:spcAft>
                <a:spcPts val="0"/>
              </a:spcAft>
              <a:buClr>
                <a:schemeClr val="accent1"/>
              </a:buClr>
              <a:buSzPts val="1200"/>
              <a:buChar char="■"/>
              <a:defRPr sz="1200">
                <a:solidFill>
                  <a:schemeClr val="accent1"/>
                </a:solidFill>
              </a:defRPr>
            </a:lvl3pPr>
            <a:lvl4pPr indent="-304800" lvl="3" marL="1828800" algn="l">
              <a:lnSpc>
                <a:spcPct val="115000"/>
              </a:lnSpc>
              <a:spcBef>
                <a:spcPts val="0"/>
              </a:spcBef>
              <a:spcAft>
                <a:spcPts val="0"/>
              </a:spcAft>
              <a:buClr>
                <a:schemeClr val="accent1"/>
              </a:buClr>
              <a:buSzPts val="1200"/>
              <a:buChar char="●"/>
              <a:defRPr sz="1200">
                <a:solidFill>
                  <a:schemeClr val="accent1"/>
                </a:solidFill>
              </a:defRPr>
            </a:lvl4pPr>
            <a:lvl5pPr indent="-304800" lvl="4" marL="2286000" algn="l">
              <a:lnSpc>
                <a:spcPct val="115000"/>
              </a:lnSpc>
              <a:spcBef>
                <a:spcPts val="0"/>
              </a:spcBef>
              <a:spcAft>
                <a:spcPts val="0"/>
              </a:spcAft>
              <a:buClr>
                <a:schemeClr val="accent1"/>
              </a:buClr>
              <a:buSzPts val="1200"/>
              <a:buChar char="○"/>
              <a:defRPr sz="1200">
                <a:solidFill>
                  <a:schemeClr val="accent1"/>
                </a:solidFill>
              </a:defRPr>
            </a:lvl5pPr>
            <a:lvl6pPr indent="-304800" lvl="5" marL="2743200" algn="l">
              <a:lnSpc>
                <a:spcPct val="115000"/>
              </a:lnSpc>
              <a:spcBef>
                <a:spcPts val="0"/>
              </a:spcBef>
              <a:spcAft>
                <a:spcPts val="0"/>
              </a:spcAft>
              <a:buClr>
                <a:schemeClr val="accent1"/>
              </a:buClr>
              <a:buSzPts val="1200"/>
              <a:buChar char="■"/>
              <a:defRPr sz="1200">
                <a:solidFill>
                  <a:schemeClr val="accent1"/>
                </a:solidFill>
              </a:defRPr>
            </a:lvl6pPr>
            <a:lvl7pPr indent="-304800" lvl="6" marL="3200400" algn="l">
              <a:lnSpc>
                <a:spcPct val="115000"/>
              </a:lnSpc>
              <a:spcBef>
                <a:spcPts val="0"/>
              </a:spcBef>
              <a:spcAft>
                <a:spcPts val="0"/>
              </a:spcAft>
              <a:buClr>
                <a:schemeClr val="accent1"/>
              </a:buClr>
              <a:buSzPts val="1200"/>
              <a:buChar char="●"/>
              <a:defRPr sz="1200">
                <a:solidFill>
                  <a:schemeClr val="accent1"/>
                </a:solidFill>
              </a:defRPr>
            </a:lvl7pPr>
            <a:lvl8pPr indent="-304800" lvl="7" marL="3657600" algn="l">
              <a:lnSpc>
                <a:spcPct val="115000"/>
              </a:lnSpc>
              <a:spcBef>
                <a:spcPts val="0"/>
              </a:spcBef>
              <a:spcAft>
                <a:spcPts val="0"/>
              </a:spcAft>
              <a:buClr>
                <a:schemeClr val="accent1"/>
              </a:buClr>
              <a:buSzPts val="1200"/>
              <a:buChar char="○"/>
              <a:defRPr sz="1200">
                <a:solidFill>
                  <a:schemeClr val="accent1"/>
                </a:solidFill>
              </a:defRPr>
            </a:lvl8pPr>
            <a:lvl9pPr indent="-304800" lvl="8" marL="4114800" algn="l">
              <a:lnSpc>
                <a:spcPct val="115000"/>
              </a:lnSpc>
              <a:spcBef>
                <a:spcPts val="0"/>
              </a:spcBef>
              <a:spcAft>
                <a:spcPts val="0"/>
              </a:spcAft>
              <a:buClr>
                <a:schemeClr val="accent1"/>
              </a:buClr>
              <a:buSzPts val="1200"/>
              <a:buChar char="■"/>
              <a:defRPr sz="1200">
                <a:solidFill>
                  <a:schemeClr val="accent1"/>
                </a:solidFill>
              </a:defRPr>
            </a:lvl9pPr>
          </a:lstStyle>
          <a:p/>
        </p:txBody>
      </p:sp>
      <p:sp>
        <p:nvSpPr>
          <p:cNvPr id="1183" name="Google Shape;1183;p107"/>
          <p:cNvSpPr txBox="1"/>
          <p:nvPr>
            <p:ph idx="2" type="subTitle"/>
          </p:nvPr>
        </p:nvSpPr>
        <p:spPr>
          <a:xfrm>
            <a:off x="262750" y="30356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200"/>
              <a:buFont typeface="Inter"/>
              <a:buNone/>
              <a:defRPr b="1" sz="12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400"/>
              <a:buNone/>
              <a:defRPr>
                <a:solidFill>
                  <a:schemeClr val="accent1"/>
                </a:solidFill>
              </a:defRPr>
            </a:lvl2pPr>
            <a:lvl3pPr lvl="2" algn="l">
              <a:lnSpc>
                <a:spcPct val="115000"/>
              </a:lnSpc>
              <a:spcBef>
                <a:spcPts val="0"/>
              </a:spcBef>
              <a:spcAft>
                <a:spcPts val="0"/>
              </a:spcAft>
              <a:buClr>
                <a:schemeClr val="accent1"/>
              </a:buClr>
              <a:buSzPts val="1400"/>
              <a:buNone/>
              <a:defRPr>
                <a:solidFill>
                  <a:schemeClr val="accent1"/>
                </a:solidFill>
              </a:defRPr>
            </a:lvl3pPr>
            <a:lvl4pPr lvl="3" algn="l">
              <a:lnSpc>
                <a:spcPct val="115000"/>
              </a:lnSpc>
              <a:spcBef>
                <a:spcPts val="0"/>
              </a:spcBef>
              <a:spcAft>
                <a:spcPts val="0"/>
              </a:spcAft>
              <a:buClr>
                <a:schemeClr val="accent1"/>
              </a:buClr>
              <a:buSzPts val="1400"/>
              <a:buNone/>
              <a:defRPr>
                <a:solidFill>
                  <a:schemeClr val="accent1"/>
                </a:solidFill>
              </a:defRPr>
            </a:lvl4pPr>
            <a:lvl5pPr lvl="4" algn="l">
              <a:lnSpc>
                <a:spcPct val="115000"/>
              </a:lnSpc>
              <a:spcBef>
                <a:spcPts val="0"/>
              </a:spcBef>
              <a:spcAft>
                <a:spcPts val="0"/>
              </a:spcAft>
              <a:buClr>
                <a:schemeClr val="accent1"/>
              </a:buClr>
              <a:buSzPts val="1400"/>
              <a:buNone/>
              <a:defRPr>
                <a:solidFill>
                  <a:schemeClr val="accent1"/>
                </a:solidFill>
              </a:defRPr>
            </a:lvl5pPr>
            <a:lvl6pPr lvl="5" algn="l">
              <a:lnSpc>
                <a:spcPct val="115000"/>
              </a:lnSpc>
              <a:spcBef>
                <a:spcPts val="0"/>
              </a:spcBef>
              <a:spcAft>
                <a:spcPts val="0"/>
              </a:spcAft>
              <a:buClr>
                <a:schemeClr val="accent1"/>
              </a:buClr>
              <a:buSzPts val="1400"/>
              <a:buNone/>
              <a:defRPr>
                <a:solidFill>
                  <a:schemeClr val="accent1"/>
                </a:solidFill>
              </a:defRPr>
            </a:lvl6pPr>
            <a:lvl7pPr lvl="6" algn="l">
              <a:lnSpc>
                <a:spcPct val="115000"/>
              </a:lnSpc>
              <a:spcBef>
                <a:spcPts val="0"/>
              </a:spcBef>
              <a:spcAft>
                <a:spcPts val="0"/>
              </a:spcAft>
              <a:buClr>
                <a:schemeClr val="accent1"/>
              </a:buClr>
              <a:buSzPts val="1400"/>
              <a:buNone/>
              <a:defRPr>
                <a:solidFill>
                  <a:schemeClr val="accent1"/>
                </a:solidFill>
              </a:defRPr>
            </a:lvl7pPr>
            <a:lvl8pPr lvl="7" algn="l">
              <a:lnSpc>
                <a:spcPct val="115000"/>
              </a:lnSpc>
              <a:spcBef>
                <a:spcPts val="0"/>
              </a:spcBef>
              <a:spcAft>
                <a:spcPts val="0"/>
              </a:spcAft>
              <a:buClr>
                <a:schemeClr val="accent1"/>
              </a:buClr>
              <a:buSzPts val="1400"/>
              <a:buNone/>
              <a:defRPr>
                <a:solidFill>
                  <a:schemeClr val="accent1"/>
                </a:solidFill>
              </a:defRPr>
            </a:lvl8pPr>
            <a:lvl9pPr lvl="8" algn="l">
              <a:lnSpc>
                <a:spcPct val="115000"/>
              </a:lnSpc>
              <a:spcBef>
                <a:spcPts val="0"/>
              </a:spcBef>
              <a:spcAft>
                <a:spcPts val="0"/>
              </a:spcAft>
              <a:buClr>
                <a:schemeClr val="accent1"/>
              </a:buClr>
              <a:buSzPts val="1400"/>
              <a:buNone/>
              <a:defRPr>
                <a:solidFill>
                  <a:schemeClr val="accent1"/>
                </a:solidFill>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1 1 1 1 1 2">
  <p:cSld name="TITLE_2_1_1_1_1_2_1_1_1_1_1_1_1_1_1_1_1_1_1_1_1_1_1_1_1_1_1_1_1_1_1_1_1_1_1_1_1_1_1_1_2">
    <p:bg>
      <p:bgPr>
        <a:solidFill>
          <a:schemeClr val="accent1"/>
        </a:solidFill>
      </p:bgPr>
    </p:bg>
    <p:spTree>
      <p:nvGrpSpPr>
        <p:cNvPr id="1184" name="Shape 1184"/>
        <p:cNvGrpSpPr/>
        <p:nvPr/>
      </p:nvGrpSpPr>
      <p:grpSpPr>
        <a:xfrm>
          <a:off x="0" y="0"/>
          <a:ext cx="0" cy="0"/>
          <a:chOff x="0" y="0"/>
          <a:chExt cx="0" cy="0"/>
        </a:xfrm>
      </p:grpSpPr>
      <p:sp>
        <p:nvSpPr>
          <p:cNvPr id="1185" name="Google Shape;1185;p108"/>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108"/>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108"/>
          <p:cNvSpPr txBox="1"/>
          <p:nvPr>
            <p:ph type="title"/>
          </p:nvPr>
        </p:nvSpPr>
        <p:spPr>
          <a:xfrm>
            <a:off x="919800" y="1584650"/>
            <a:ext cx="7304400" cy="1724700"/>
          </a:xfrm>
          <a:prstGeom prst="rect">
            <a:avLst/>
          </a:prstGeom>
          <a:noFill/>
          <a:ln>
            <a:noFill/>
          </a:ln>
        </p:spPr>
        <p:txBody>
          <a:bodyPr anchorCtr="0" anchor="t" bIns="91425" lIns="0" spcFirstLastPara="1" rIns="91425" wrap="square" tIns="91425">
            <a:normAutofit/>
          </a:bodyPr>
          <a:lstStyle>
            <a:lvl1pPr lvl="0"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9pPr>
          </a:lstStyle>
          <a:p/>
        </p:txBody>
      </p:sp>
      <p:sp>
        <p:nvSpPr>
          <p:cNvPr id="1188" name="Google Shape;1188;p10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189" name="Google Shape;1189;p10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190" name="Google Shape;1190;p10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2 2">
  <p:cSld name="TITLE_2_1_1_1_1_2_1_1_1_1_1_1_1_1_1_1_1_1_1_1_1_1_1_1_1_1_1_1_2_2">
    <p:bg>
      <p:bgPr>
        <a:solidFill>
          <a:schemeClr val="accent1"/>
        </a:solidFill>
      </p:bgPr>
    </p:bg>
    <p:spTree>
      <p:nvGrpSpPr>
        <p:cNvPr id="1191" name="Shape 1191"/>
        <p:cNvGrpSpPr/>
        <p:nvPr/>
      </p:nvGrpSpPr>
      <p:grpSpPr>
        <a:xfrm>
          <a:off x="0" y="0"/>
          <a:ext cx="0" cy="0"/>
          <a:chOff x="0" y="0"/>
          <a:chExt cx="0" cy="0"/>
        </a:xfrm>
      </p:grpSpPr>
      <p:sp>
        <p:nvSpPr>
          <p:cNvPr id="1192" name="Google Shape;1192;p109"/>
          <p:cNvSpPr txBox="1"/>
          <p:nvPr>
            <p:ph type="title"/>
          </p:nvPr>
        </p:nvSpPr>
        <p:spPr>
          <a:xfrm>
            <a:off x="214700" y="577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193" name="Google Shape;1193;p109"/>
          <p:cNvSpPr txBox="1"/>
          <p:nvPr>
            <p:ph idx="1" type="body"/>
          </p:nvPr>
        </p:nvSpPr>
        <p:spPr>
          <a:xfrm>
            <a:off x="2830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194" name="Google Shape;1194;p109"/>
          <p:cNvSpPr txBox="1"/>
          <p:nvPr>
            <p:ph idx="2" type="subTitle"/>
          </p:nvPr>
        </p:nvSpPr>
        <p:spPr>
          <a:xfrm>
            <a:off x="2830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5" name="Google Shape;1195;p109"/>
          <p:cNvSpPr txBox="1"/>
          <p:nvPr>
            <p:ph idx="3" type="body"/>
          </p:nvPr>
        </p:nvSpPr>
        <p:spPr>
          <a:xfrm>
            <a:off x="25567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196" name="Google Shape;1196;p109"/>
          <p:cNvSpPr txBox="1"/>
          <p:nvPr>
            <p:ph idx="4" type="subTitle"/>
          </p:nvPr>
        </p:nvSpPr>
        <p:spPr>
          <a:xfrm>
            <a:off x="25567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7" name="Google Shape;1197;p109"/>
          <p:cNvSpPr txBox="1"/>
          <p:nvPr>
            <p:ph idx="5" type="body"/>
          </p:nvPr>
        </p:nvSpPr>
        <p:spPr>
          <a:xfrm>
            <a:off x="4781675"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198" name="Google Shape;1198;p109"/>
          <p:cNvSpPr txBox="1"/>
          <p:nvPr>
            <p:ph idx="6" type="subTitle"/>
          </p:nvPr>
        </p:nvSpPr>
        <p:spPr>
          <a:xfrm>
            <a:off x="4781675"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9" name="Google Shape;1199;p109"/>
          <p:cNvSpPr txBox="1"/>
          <p:nvPr>
            <p:ph idx="7" type="body"/>
          </p:nvPr>
        </p:nvSpPr>
        <p:spPr>
          <a:xfrm>
            <a:off x="7080413"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200" name="Google Shape;1200;p109"/>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109"/>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109"/>
          <p:cNvSpPr txBox="1"/>
          <p:nvPr>
            <p:ph idx="8" type="subTitle"/>
          </p:nvPr>
        </p:nvSpPr>
        <p:spPr>
          <a:xfrm>
            <a:off x="7080413"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203" name="Google Shape;1203;p109"/>
          <p:cNvPicPr preferRelativeResize="0"/>
          <p:nvPr/>
        </p:nvPicPr>
        <p:blipFill rotWithShape="1">
          <a:blip r:embed="rId2">
            <a:alphaModFix/>
          </a:blip>
          <a:srcRect b="0" l="0" r="0" t="0"/>
          <a:stretch/>
        </p:blipFill>
        <p:spPr>
          <a:xfrm>
            <a:off x="4169963" y="4442075"/>
            <a:ext cx="243174" cy="243174"/>
          </a:xfrm>
          <a:prstGeom prst="rect">
            <a:avLst/>
          </a:prstGeom>
          <a:noFill/>
          <a:ln>
            <a:noFill/>
          </a:ln>
        </p:spPr>
      </p:pic>
      <p:pic>
        <p:nvPicPr>
          <p:cNvPr id="1204" name="Google Shape;1204;p109"/>
          <p:cNvPicPr preferRelativeResize="0"/>
          <p:nvPr/>
        </p:nvPicPr>
        <p:blipFill rotWithShape="1">
          <a:blip r:embed="rId2">
            <a:alphaModFix/>
          </a:blip>
          <a:srcRect b="0" l="0" r="0" t="0"/>
          <a:stretch/>
        </p:blipFill>
        <p:spPr>
          <a:xfrm>
            <a:off x="1923088" y="4442075"/>
            <a:ext cx="243174" cy="243174"/>
          </a:xfrm>
          <a:prstGeom prst="rect">
            <a:avLst/>
          </a:prstGeom>
          <a:noFill/>
          <a:ln>
            <a:noFill/>
          </a:ln>
        </p:spPr>
      </p:pic>
      <p:sp>
        <p:nvSpPr>
          <p:cNvPr id="1205" name="Google Shape;1205;p109"/>
          <p:cNvSpPr/>
          <p:nvPr/>
        </p:nvSpPr>
        <p:spPr>
          <a:xfrm>
            <a:off x="2125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109"/>
          <p:cNvSpPr/>
          <p:nvPr/>
        </p:nvSpPr>
        <p:spPr>
          <a:xfrm>
            <a:off x="3154702" y="1367388"/>
            <a:ext cx="28347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10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208" name="Google Shape;1208;p109"/>
          <p:cNvPicPr preferRelativeResize="0"/>
          <p:nvPr/>
        </p:nvPicPr>
        <p:blipFill rotWithShape="1">
          <a:blip r:embed="rId3">
            <a:alphaModFix/>
          </a:blip>
          <a:srcRect b="0" l="0" r="0" t="0"/>
          <a:stretch/>
        </p:blipFill>
        <p:spPr>
          <a:xfrm>
            <a:off x="7973350" y="229963"/>
            <a:ext cx="958101" cy="170225"/>
          </a:xfrm>
          <a:prstGeom prst="rect">
            <a:avLst/>
          </a:prstGeom>
          <a:noFill/>
          <a:ln>
            <a:noFill/>
          </a:ln>
        </p:spPr>
      </p:pic>
      <p:sp>
        <p:nvSpPr>
          <p:cNvPr id="1209" name="Google Shape;1209;p10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210" name="Google Shape;1210;p109"/>
          <p:cNvSpPr/>
          <p:nvPr/>
        </p:nvSpPr>
        <p:spPr>
          <a:xfrm>
            <a:off x="62009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4">
  <p:cSld name="TITLE_2_1_1_1_1_2_1_1_1_1_1_1_1_1_1_1_1_1_1_1_1_1_1_1_1_1_1_1_1_4">
    <p:bg>
      <p:bgPr>
        <a:solidFill>
          <a:schemeClr val="accent1"/>
        </a:solidFill>
      </p:bgPr>
    </p:bg>
    <p:spTree>
      <p:nvGrpSpPr>
        <p:cNvPr id="1211" name="Shape 1211"/>
        <p:cNvGrpSpPr/>
        <p:nvPr/>
      </p:nvGrpSpPr>
      <p:grpSpPr>
        <a:xfrm>
          <a:off x="0" y="0"/>
          <a:ext cx="0" cy="0"/>
          <a:chOff x="0" y="0"/>
          <a:chExt cx="0" cy="0"/>
        </a:xfrm>
      </p:grpSpPr>
      <p:sp>
        <p:nvSpPr>
          <p:cNvPr id="1212" name="Google Shape;1212;p110"/>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110"/>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110"/>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110"/>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11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217" name="Google Shape;1217;p11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218" name="Google Shape;1218;p11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219" name="Google Shape;1219;p110"/>
          <p:cNvSpPr txBox="1"/>
          <p:nvPr>
            <p:ph type="title"/>
          </p:nvPr>
        </p:nvSpPr>
        <p:spPr>
          <a:xfrm>
            <a:off x="290263" y="712650"/>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220" name="Google Shape;1220;p110"/>
          <p:cNvSpPr txBox="1"/>
          <p:nvPr>
            <p:ph idx="1" type="body"/>
          </p:nvPr>
        </p:nvSpPr>
        <p:spPr>
          <a:xfrm>
            <a:off x="5436863" y="8067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21" name="Google Shape;1221;p110"/>
          <p:cNvSpPr txBox="1"/>
          <p:nvPr>
            <p:ph idx="2" type="body"/>
          </p:nvPr>
        </p:nvSpPr>
        <p:spPr>
          <a:xfrm>
            <a:off x="5436863" y="16894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22" name="Google Shape;1222;p110"/>
          <p:cNvSpPr txBox="1"/>
          <p:nvPr>
            <p:ph idx="3" type="body"/>
          </p:nvPr>
        </p:nvSpPr>
        <p:spPr>
          <a:xfrm>
            <a:off x="5436863" y="25721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23" name="Google Shape;1223;p110"/>
          <p:cNvSpPr txBox="1"/>
          <p:nvPr>
            <p:ph idx="4" type="body"/>
          </p:nvPr>
        </p:nvSpPr>
        <p:spPr>
          <a:xfrm>
            <a:off x="5436863" y="3380625"/>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24" name="Google Shape;1224;p110"/>
          <p:cNvSpPr txBox="1"/>
          <p:nvPr>
            <p:ph idx="5" type="body"/>
          </p:nvPr>
        </p:nvSpPr>
        <p:spPr>
          <a:xfrm>
            <a:off x="5436863" y="418910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25" name="Google Shape;1225;p110"/>
          <p:cNvSpPr txBox="1"/>
          <p:nvPr/>
        </p:nvSpPr>
        <p:spPr>
          <a:xfrm>
            <a:off x="4772263" y="10205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1</a:t>
            </a:r>
            <a:endParaRPr b="0" i="0" sz="4900" u="none" cap="none" strike="noStrike">
              <a:solidFill>
                <a:schemeClr val="accent1"/>
              </a:solidFill>
              <a:latin typeface="Inter Black"/>
              <a:ea typeface="Inter Black"/>
              <a:cs typeface="Inter Black"/>
              <a:sym typeface="Inter Black"/>
            </a:endParaRPr>
          </a:p>
        </p:txBody>
      </p:sp>
      <p:sp>
        <p:nvSpPr>
          <p:cNvPr id="1226" name="Google Shape;1226;p110"/>
          <p:cNvSpPr txBox="1"/>
          <p:nvPr/>
        </p:nvSpPr>
        <p:spPr>
          <a:xfrm>
            <a:off x="4772263" y="18302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2</a:t>
            </a:r>
            <a:endParaRPr b="0" i="0" sz="4900" u="none" cap="none" strike="noStrike">
              <a:solidFill>
                <a:schemeClr val="accent1"/>
              </a:solidFill>
              <a:latin typeface="Inter Black"/>
              <a:ea typeface="Inter Black"/>
              <a:cs typeface="Inter Black"/>
              <a:sym typeface="Inter Black"/>
            </a:endParaRPr>
          </a:p>
        </p:txBody>
      </p:sp>
      <p:sp>
        <p:nvSpPr>
          <p:cNvPr id="1227" name="Google Shape;1227;p110"/>
          <p:cNvSpPr txBox="1"/>
          <p:nvPr/>
        </p:nvSpPr>
        <p:spPr>
          <a:xfrm>
            <a:off x="4772263" y="26399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3</a:t>
            </a:r>
            <a:endParaRPr b="0" i="0" sz="4900" u="none" cap="none" strike="noStrike">
              <a:solidFill>
                <a:schemeClr val="accent1"/>
              </a:solidFill>
              <a:latin typeface="Inter Black"/>
              <a:ea typeface="Inter Black"/>
              <a:cs typeface="Inter Black"/>
              <a:sym typeface="Inter Black"/>
            </a:endParaRPr>
          </a:p>
        </p:txBody>
      </p:sp>
      <p:sp>
        <p:nvSpPr>
          <p:cNvPr id="1228" name="Google Shape;1228;p110"/>
          <p:cNvSpPr txBox="1"/>
          <p:nvPr/>
        </p:nvSpPr>
        <p:spPr>
          <a:xfrm>
            <a:off x="4772263" y="34496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4</a:t>
            </a:r>
            <a:endParaRPr b="0" i="0" sz="4900" u="none" cap="none" strike="noStrike">
              <a:solidFill>
                <a:schemeClr val="accent1"/>
              </a:solidFill>
              <a:latin typeface="Inter Black"/>
              <a:ea typeface="Inter Black"/>
              <a:cs typeface="Inter Black"/>
              <a:sym typeface="Inter Black"/>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4 1">
  <p:cSld name="TITLE_2_1_1_1_1_2_1_1_1_1_1_1_1_1_1_1_1_1_1_1_1_1_1_1_1_1_1_1_1_4_1">
    <p:bg>
      <p:bgPr>
        <a:solidFill>
          <a:schemeClr val="dk2"/>
        </a:solidFill>
      </p:bgPr>
    </p:bg>
    <p:spTree>
      <p:nvGrpSpPr>
        <p:cNvPr id="1229" name="Shape 1229"/>
        <p:cNvGrpSpPr/>
        <p:nvPr/>
      </p:nvGrpSpPr>
      <p:grpSpPr>
        <a:xfrm>
          <a:off x="0" y="0"/>
          <a:ext cx="0" cy="0"/>
          <a:chOff x="0" y="0"/>
          <a:chExt cx="0" cy="0"/>
        </a:xfrm>
      </p:grpSpPr>
      <p:sp>
        <p:nvSpPr>
          <p:cNvPr id="1230" name="Google Shape;1230;p111"/>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111"/>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111"/>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111"/>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11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235" name="Google Shape;1235;p11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236" name="Google Shape;1236;p11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237" name="Google Shape;1237;p111"/>
          <p:cNvSpPr txBox="1"/>
          <p:nvPr>
            <p:ph type="title"/>
          </p:nvPr>
        </p:nvSpPr>
        <p:spPr>
          <a:xfrm>
            <a:off x="290263" y="712650"/>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238" name="Google Shape;1238;p111"/>
          <p:cNvSpPr txBox="1"/>
          <p:nvPr>
            <p:ph idx="1" type="body"/>
          </p:nvPr>
        </p:nvSpPr>
        <p:spPr>
          <a:xfrm>
            <a:off x="5436863" y="8067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39" name="Google Shape;1239;p111"/>
          <p:cNvSpPr txBox="1"/>
          <p:nvPr>
            <p:ph idx="2" type="body"/>
          </p:nvPr>
        </p:nvSpPr>
        <p:spPr>
          <a:xfrm>
            <a:off x="5436863" y="16894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40" name="Google Shape;1240;p111"/>
          <p:cNvSpPr txBox="1"/>
          <p:nvPr>
            <p:ph idx="3" type="body"/>
          </p:nvPr>
        </p:nvSpPr>
        <p:spPr>
          <a:xfrm>
            <a:off x="5436863" y="25721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41" name="Google Shape;1241;p111"/>
          <p:cNvSpPr txBox="1"/>
          <p:nvPr>
            <p:ph idx="4" type="body"/>
          </p:nvPr>
        </p:nvSpPr>
        <p:spPr>
          <a:xfrm>
            <a:off x="5436863" y="3380625"/>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42" name="Google Shape;1242;p111"/>
          <p:cNvSpPr txBox="1"/>
          <p:nvPr>
            <p:ph idx="5" type="body"/>
          </p:nvPr>
        </p:nvSpPr>
        <p:spPr>
          <a:xfrm>
            <a:off x="5436863" y="418910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243" name="Google Shape;1243;p111"/>
          <p:cNvSpPr txBox="1"/>
          <p:nvPr/>
        </p:nvSpPr>
        <p:spPr>
          <a:xfrm>
            <a:off x="4772263" y="10205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1</a:t>
            </a:r>
            <a:endParaRPr b="0" i="0" sz="4900" u="none" cap="none" strike="noStrike">
              <a:solidFill>
                <a:schemeClr val="accent1"/>
              </a:solidFill>
              <a:latin typeface="Inter Black"/>
              <a:ea typeface="Inter Black"/>
              <a:cs typeface="Inter Black"/>
              <a:sym typeface="Inter Black"/>
            </a:endParaRPr>
          </a:p>
        </p:txBody>
      </p:sp>
      <p:sp>
        <p:nvSpPr>
          <p:cNvPr id="1244" name="Google Shape;1244;p111"/>
          <p:cNvSpPr txBox="1"/>
          <p:nvPr/>
        </p:nvSpPr>
        <p:spPr>
          <a:xfrm>
            <a:off x="4772263" y="18302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2</a:t>
            </a:r>
            <a:endParaRPr b="0" i="0" sz="4900" u="none" cap="none" strike="noStrike">
              <a:solidFill>
                <a:schemeClr val="accent1"/>
              </a:solidFill>
              <a:latin typeface="Inter Black"/>
              <a:ea typeface="Inter Black"/>
              <a:cs typeface="Inter Black"/>
              <a:sym typeface="Inter Black"/>
            </a:endParaRPr>
          </a:p>
        </p:txBody>
      </p:sp>
      <p:sp>
        <p:nvSpPr>
          <p:cNvPr id="1245" name="Google Shape;1245;p111"/>
          <p:cNvSpPr txBox="1"/>
          <p:nvPr/>
        </p:nvSpPr>
        <p:spPr>
          <a:xfrm>
            <a:off x="4772263" y="26399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3</a:t>
            </a:r>
            <a:endParaRPr b="0" i="0" sz="4900" u="none" cap="none" strike="noStrike">
              <a:solidFill>
                <a:schemeClr val="accent1"/>
              </a:solidFill>
              <a:latin typeface="Inter Black"/>
              <a:ea typeface="Inter Black"/>
              <a:cs typeface="Inter Black"/>
              <a:sym typeface="Inter Black"/>
            </a:endParaRPr>
          </a:p>
        </p:txBody>
      </p:sp>
      <p:sp>
        <p:nvSpPr>
          <p:cNvPr id="1246" name="Google Shape;1246;p111"/>
          <p:cNvSpPr txBox="1"/>
          <p:nvPr/>
        </p:nvSpPr>
        <p:spPr>
          <a:xfrm>
            <a:off x="4772263" y="34496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4</a:t>
            </a:r>
            <a:endParaRPr b="0" i="0" sz="4900" u="none" cap="none" strike="noStrike">
              <a:solidFill>
                <a:schemeClr val="accent1"/>
              </a:solidFill>
              <a:latin typeface="Inter Black"/>
              <a:ea typeface="Inter Black"/>
              <a:cs typeface="Inter Black"/>
              <a:sym typeface="Inter Black"/>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1 1 1">
  <p:cSld name="TITLE_2_2_1_1_1_1">
    <p:bg>
      <p:bgPr>
        <a:solidFill>
          <a:schemeClr val="dk2"/>
        </a:solidFill>
      </p:bgPr>
    </p:bg>
    <p:spTree>
      <p:nvGrpSpPr>
        <p:cNvPr id="1247" name="Shape 1247"/>
        <p:cNvGrpSpPr/>
        <p:nvPr/>
      </p:nvGrpSpPr>
      <p:grpSpPr>
        <a:xfrm>
          <a:off x="0" y="0"/>
          <a:ext cx="0" cy="0"/>
          <a:chOff x="0" y="0"/>
          <a:chExt cx="0" cy="0"/>
        </a:xfrm>
      </p:grpSpPr>
      <p:sp>
        <p:nvSpPr>
          <p:cNvPr id="1248" name="Google Shape;1248;p112"/>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112"/>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112"/>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251" name="Google Shape;1251;p112"/>
          <p:cNvSpPr/>
          <p:nvPr/>
        </p:nvSpPr>
        <p:spPr>
          <a:xfrm>
            <a:off x="345775" y="1327375"/>
            <a:ext cx="8287800" cy="3086400"/>
          </a:xfrm>
          <a:prstGeom prst="roundRect">
            <a:avLst>
              <a:gd fmla="val 6326"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52" name="Google Shape;1252;p112"/>
          <p:cNvPicPr preferRelativeResize="0"/>
          <p:nvPr/>
        </p:nvPicPr>
        <p:blipFill rotWithShape="1">
          <a:blip r:embed="rId2">
            <a:alphaModFix/>
          </a:blip>
          <a:srcRect b="0" l="0" r="0" t="0"/>
          <a:stretch/>
        </p:blipFill>
        <p:spPr>
          <a:xfrm>
            <a:off x="945191" y="1784041"/>
            <a:ext cx="628200" cy="628200"/>
          </a:xfrm>
          <a:prstGeom prst="ellipse">
            <a:avLst/>
          </a:prstGeom>
          <a:noFill/>
          <a:ln>
            <a:noFill/>
          </a:ln>
        </p:spPr>
      </p:pic>
      <p:sp>
        <p:nvSpPr>
          <p:cNvPr id="1253" name="Google Shape;1253;p112"/>
          <p:cNvSpPr txBox="1"/>
          <p:nvPr>
            <p:ph idx="1" type="body"/>
          </p:nvPr>
        </p:nvSpPr>
        <p:spPr>
          <a:xfrm>
            <a:off x="1693150" y="2069850"/>
            <a:ext cx="6183300" cy="1679100"/>
          </a:xfrm>
          <a:prstGeom prst="rect">
            <a:avLst/>
          </a:prstGeom>
          <a:noFill/>
          <a:ln>
            <a:noFill/>
          </a:ln>
        </p:spPr>
        <p:txBody>
          <a:bodyPr anchorCtr="0" anchor="t" bIns="91425" lIns="0" spcFirstLastPara="1" rIns="91425" wrap="square" tIns="0">
            <a:normAutofit/>
          </a:bodyPr>
          <a:lstStyle>
            <a:lvl1pPr indent="-317500" lvl="0" marL="457200" algn="l">
              <a:lnSpc>
                <a:spcPct val="100000"/>
              </a:lnSpc>
              <a:spcBef>
                <a:spcPts val="0"/>
              </a:spcBef>
              <a:spcAft>
                <a:spcPts val="0"/>
              </a:spcAft>
              <a:buSzPts val="1400"/>
              <a:buFont typeface="Inter Medium"/>
              <a:buChar char="●"/>
              <a:defRPr sz="1400">
                <a:latin typeface="Inter Medium"/>
                <a:ea typeface="Inter Medium"/>
                <a:cs typeface="Inter Medium"/>
                <a:sym typeface="Inter Medium"/>
              </a:defRPr>
            </a:lvl1pPr>
            <a:lvl2pPr indent="-317500" lvl="1" marL="9144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2pPr>
            <a:lvl3pPr indent="-317500" lvl="2" marL="13716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3pPr>
            <a:lvl4pPr indent="-317500" lvl="3" marL="18288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4pPr>
            <a:lvl5pPr indent="-317500" lvl="4" marL="22860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5pPr>
            <a:lvl6pPr indent="-317500" lvl="5" marL="27432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6pPr>
            <a:lvl7pPr indent="-317500" lvl="6" marL="32004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7pPr>
            <a:lvl8pPr indent="-317500" lvl="7" marL="36576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8pPr>
            <a:lvl9pPr indent="-317500" lvl="8" marL="41148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9pPr>
          </a:lstStyle>
          <a:p/>
        </p:txBody>
      </p:sp>
      <p:sp>
        <p:nvSpPr>
          <p:cNvPr id="1254" name="Google Shape;1254;p11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255" name="Google Shape;1255;p112"/>
          <p:cNvPicPr preferRelativeResize="0"/>
          <p:nvPr/>
        </p:nvPicPr>
        <p:blipFill rotWithShape="1">
          <a:blip r:embed="rId3">
            <a:alphaModFix/>
          </a:blip>
          <a:srcRect b="0" l="0" r="0" t="0"/>
          <a:stretch/>
        </p:blipFill>
        <p:spPr>
          <a:xfrm>
            <a:off x="7973350" y="229963"/>
            <a:ext cx="958101" cy="170225"/>
          </a:xfrm>
          <a:prstGeom prst="rect">
            <a:avLst/>
          </a:prstGeom>
          <a:noFill/>
          <a:ln>
            <a:noFill/>
          </a:ln>
        </p:spPr>
      </p:pic>
      <p:sp>
        <p:nvSpPr>
          <p:cNvPr id="1256" name="Google Shape;1256;p11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2">
  <p:cSld name="TITLE_2_1_1_1_1_2_1_1_1_1_1_1_1_1_1_1_1_1_1_2">
    <p:bg>
      <p:bgPr>
        <a:solidFill>
          <a:schemeClr val="accent1"/>
        </a:solidFill>
      </p:bgPr>
    </p:bg>
    <p:spTree>
      <p:nvGrpSpPr>
        <p:cNvPr id="1257" name="Shape 1257"/>
        <p:cNvGrpSpPr/>
        <p:nvPr/>
      </p:nvGrpSpPr>
      <p:grpSpPr>
        <a:xfrm>
          <a:off x="0" y="0"/>
          <a:ext cx="0" cy="0"/>
          <a:chOff x="0" y="0"/>
          <a:chExt cx="0" cy="0"/>
        </a:xfrm>
      </p:grpSpPr>
      <p:sp>
        <p:nvSpPr>
          <p:cNvPr id="1258" name="Google Shape;1258;p113"/>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113"/>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113"/>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1261" name="Google Shape;1261;p113"/>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113"/>
          <p:cNvSpPr txBox="1"/>
          <p:nvPr>
            <p:ph idx="2"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263" name="Google Shape;1263;p113"/>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264" name="Google Shape;1264;p11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265" name="Google Shape;1265;p11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266" name="Google Shape;1266;p11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3">
  <p:cSld name="TITLE_2_1_1_1_1_2_1_1_1_1_1_1_1_1_1_1_1_1_1_1_1_1_1_1_1_1_1_1_3">
    <p:bg>
      <p:bgPr>
        <a:solidFill>
          <a:schemeClr val="accent1"/>
        </a:solidFill>
      </p:bgPr>
    </p:bg>
    <p:spTree>
      <p:nvGrpSpPr>
        <p:cNvPr id="1267" name="Shape 1267"/>
        <p:cNvGrpSpPr/>
        <p:nvPr/>
      </p:nvGrpSpPr>
      <p:grpSpPr>
        <a:xfrm>
          <a:off x="0" y="0"/>
          <a:ext cx="0" cy="0"/>
          <a:chOff x="0" y="0"/>
          <a:chExt cx="0" cy="0"/>
        </a:xfrm>
      </p:grpSpPr>
      <p:sp>
        <p:nvSpPr>
          <p:cNvPr id="1268" name="Google Shape;1268;p114"/>
          <p:cNvSpPr txBox="1"/>
          <p:nvPr>
            <p:ph type="title"/>
          </p:nvPr>
        </p:nvSpPr>
        <p:spPr>
          <a:xfrm>
            <a:off x="182650" y="4522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269" name="Google Shape;1269;p114"/>
          <p:cNvSpPr/>
          <p:nvPr/>
        </p:nvSpPr>
        <p:spPr>
          <a:xfrm>
            <a:off x="2125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114"/>
          <p:cNvSpPr/>
          <p:nvPr/>
        </p:nvSpPr>
        <p:spPr>
          <a:xfrm>
            <a:off x="24364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114"/>
          <p:cNvSpPr/>
          <p:nvPr/>
        </p:nvSpPr>
        <p:spPr>
          <a:xfrm>
            <a:off x="46531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114"/>
          <p:cNvSpPr/>
          <p:nvPr/>
        </p:nvSpPr>
        <p:spPr>
          <a:xfrm>
            <a:off x="68770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114"/>
          <p:cNvSpPr txBox="1"/>
          <p:nvPr>
            <p:ph idx="1" type="body"/>
          </p:nvPr>
        </p:nvSpPr>
        <p:spPr>
          <a:xfrm>
            <a:off x="2758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274" name="Google Shape;1274;p114"/>
          <p:cNvSpPr txBox="1"/>
          <p:nvPr>
            <p:ph idx="2" type="subTitle"/>
          </p:nvPr>
        </p:nvSpPr>
        <p:spPr>
          <a:xfrm>
            <a:off x="2758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5" name="Google Shape;1275;p114"/>
          <p:cNvSpPr txBox="1"/>
          <p:nvPr>
            <p:ph idx="3" type="body"/>
          </p:nvPr>
        </p:nvSpPr>
        <p:spPr>
          <a:xfrm>
            <a:off x="25495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276" name="Google Shape;1276;p114"/>
          <p:cNvSpPr txBox="1"/>
          <p:nvPr>
            <p:ph idx="4" type="subTitle"/>
          </p:nvPr>
        </p:nvSpPr>
        <p:spPr>
          <a:xfrm>
            <a:off x="25495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7" name="Google Shape;1277;p114"/>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114"/>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114"/>
          <p:cNvSpPr txBox="1"/>
          <p:nvPr>
            <p:ph idx="5" type="body"/>
          </p:nvPr>
        </p:nvSpPr>
        <p:spPr>
          <a:xfrm>
            <a:off x="47745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280" name="Google Shape;1280;p114"/>
          <p:cNvSpPr txBox="1"/>
          <p:nvPr>
            <p:ph idx="6" type="subTitle"/>
          </p:nvPr>
        </p:nvSpPr>
        <p:spPr>
          <a:xfrm>
            <a:off x="47745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1" name="Google Shape;1281;p114"/>
          <p:cNvSpPr txBox="1"/>
          <p:nvPr>
            <p:ph idx="7" type="body"/>
          </p:nvPr>
        </p:nvSpPr>
        <p:spPr>
          <a:xfrm>
            <a:off x="70669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282" name="Google Shape;1282;p114"/>
          <p:cNvSpPr txBox="1"/>
          <p:nvPr>
            <p:ph idx="8" type="subTitle"/>
          </p:nvPr>
        </p:nvSpPr>
        <p:spPr>
          <a:xfrm>
            <a:off x="70669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3" name="Google Shape;1283;p11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284" name="Google Shape;1284;p11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285" name="Google Shape;1285;p11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3 1">
  <p:cSld name="TITLE_2_1_1_1_1_2_1_1_1_1_1_1_1_1_1_1_1_1_1_1_1_1_1_1_1_1_1_1_3_1">
    <p:bg>
      <p:bgPr>
        <a:solidFill>
          <a:schemeClr val="dk2"/>
        </a:solidFill>
      </p:bgPr>
    </p:bg>
    <p:spTree>
      <p:nvGrpSpPr>
        <p:cNvPr id="1286" name="Shape 1286"/>
        <p:cNvGrpSpPr/>
        <p:nvPr/>
      </p:nvGrpSpPr>
      <p:grpSpPr>
        <a:xfrm>
          <a:off x="0" y="0"/>
          <a:ext cx="0" cy="0"/>
          <a:chOff x="0" y="0"/>
          <a:chExt cx="0" cy="0"/>
        </a:xfrm>
      </p:grpSpPr>
      <p:sp>
        <p:nvSpPr>
          <p:cNvPr id="1287" name="Google Shape;1287;p115"/>
          <p:cNvSpPr txBox="1"/>
          <p:nvPr>
            <p:ph type="title"/>
          </p:nvPr>
        </p:nvSpPr>
        <p:spPr>
          <a:xfrm>
            <a:off x="182650" y="4522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288" name="Google Shape;1288;p115"/>
          <p:cNvSpPr/>
          <p:nvPr/>
        </p:nvSpPr>
        <p:spPr>
          <a:xfrm>
            <a:off x="2125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115"/>
          <p:cNvSpPr/>
          <p:nvPr/>
        </p:nvSpPr>
        <p:spPr>
          <a:xfrm>
            <a:off x="24364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115"/>
          <p:cNvSpPr/>
          <p:nvPr/>
        </p:nvSpPr>
        <p:spPr>
          <a:xfrm>
            <a:off x="46531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115"/>
          <p:cNvSpPr/>
          <p:nvPr/>
        </p:nvSpPr>
        <p:spPr>
          <a:xfrm>
            <a:off x="68770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115"/>
          <p:cNvSpPr txBox="1"/>
          <p:nvPr>
            <p:ph idx="1" type="body"/>
          </p:nvPr>
        </p:nvSpPr>
        <p:spPr>
          <a:xfrm>
            <a:off x="2758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293" name="Google Shape;1293;p115"/>
          <p:cNvSpPr txBox="1"/>
          <p:nvPr>
            <p:ph idx="2" type="subTitle"/>
          </p:nvPr>
        </p:nvSpPr>
        <p:spPr>
          <a:xfrm>
            <a:off x="2758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4" name="Google Shape;1294;p115"/>
          <p:cNvSpPr txBox="1"/>
          <p:nvPr>
            <p:ph idx="3" type="body"/>
          </p:nvPr>
        </p:nvSpPr>
        <p:spPr>
          <a:xfrm>
            <a:off x="25495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295" name="Google Shape;1295;p115"/>
          <p:cNvSpPr txBox="1"/>
          <p:nvPr>
            <p:ph idx="4" type="subTitle"/>
          </p:nvPr>
        </p:nvSpPr>
        <p:spPr>
          <a:xfrm>
            <a:off x="25495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6" name="Google Shape;1296;p115"/>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115"/>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115"/>
          <p:cNvSpPr txBox="1"/>
          <p:nvPr>
            <p:ph idx="5" type="body"/>
          </p:nvPr>
        </p:nvSpPr>
        <p:spPr>
          <a:xfrm>
            <a:off x="47745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299" name="Google Shape;1299;p115"/>
          <p:cNvSpPr txBox="1"/>
          <p:nvPr>
            <p:ph idx="6" type="subTitle"/>
          </p:nvPr>
        </p:nvSpPr>
        <p:spPr>
          <a:xfrm>
            <a:off x="47745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0" name="Google Shape;1300;p115"/>
          <p:cNvSpPr txBox="1"/>
          <p:nvPr>
            <p:ph idx="7" type="body"/>
          </p:nvPr>
        </p:nvSpPr>
        <p:spPr>
          <a:xfrm>
            <a:off x="70669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301" name="Google Shape;1301;p115"/>
          <p:cNvSpPr txBox="1"/>
          <p:nvPr>
            <p:ph idx="8" type="subTitle"/>
          </p:nvPr>
        </p:nvSpPr>
        <p:spPr>
          <a:xfrm>
            <a:off x="70669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2" name="Google Shape;1302;p11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303" name="Google Shape;1303;p11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304" name="Google Shape;1304;p11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2 1">
  <p:cSld name="TITLE_2_1_1_1_1_2_2_1">
    <p:bg>
      <p:bgPr>
        <a:solidFill>
          <a:schemeClr val="dk2"/>
        </a:solidFill>
      </p:bgPr>
    </p:bg>
    <p:spTree>
      <p:nvGrpSpPr>
        <p:cNvPr id="1305" name="Shape 1305"/>
        <p:cNvGrpSpPr/>
        <p:nvPr/>
      </p:nvGrpSpPr>
      <p:grpSpPr>
        <a:xfrm>
          <a:off x="0" y="0"/>
          <a:ext cx="0" cy="0"/>
          <a:chOff x="0" y="0"/>
          <a:chExt cx="0" cy="0"/>
        </a:xfrm>
      </p:grpSpPr>
      <p:sp>
        <p:nvSpPr>
          <p:cNvPr id="1306" name="Google Shape;1306;p116"/>
          <p:cNvSpPr txBox="1"/>
          <p:nvPr>
            <p:ph type="title"/>
          </p:nvPr>
        </p:nvSpPr>
        <p:spPr>
          <a:xfrm>
            <a:off x="163875" y="130130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9pPr>
          </a:lstStyle>
          <a:p/>
        </p:txBody>
      </p:sp>
      <p:sp>
        <p:nvSpPr>
          <p:cNvPr id="1307" name="Google Shape;1307;p116"/>
          <p:cNvSpPr txBox="1"/>
          <p:nvPr>
            <p:ph idx="1" type="body"/>
          </p:nvPr>
        </p:nvSpPr>
        <p:spPr>
          <a:xfrm>
            <a:off x="163875"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1308" name="Google Shape;1308;p116"/>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116"/>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116"/>
          <p:cNvSpPr txBox="1"/>
          <p:nvPr>
            <p:ph idx="2" type="subTitle"/>
          </p:nvPr>
        </p:nvSpPr>
        <p:spPr>
          <a:xfrm>
            <a:off x="163875"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311" name="Google Shape;1311;p116"/>
          <p:cNvSpPr/>
          <p:nvPr/>
        </p:nvSpPr>
        <p:spPr>
          <a:xfrm rot="-5400000">
            <a:off x="4432050" y="184050"/>
            <a:ext cx="4000500" cy="50040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11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313" name="Google Shape;1313;p11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314" name="Google Shape;1314;p11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2 1">
  <p:cSld name="TITLE_2_1_1_1_1_2_1_1_1_1_1_1_1_1_1_1_1_1_1_2_1">
    <p:bg>
      <p:bgPr>
        <a:solidFill>
          <a:schemeClr val="dk2"/>
        </a:solidFill>
      </p:bgPr>
    </p:bg>
    <p:spTree>
      <p:nvGrpSpPr>
        <p:cNvPr id="1315" name="Shape 1315"/>
        <p:cNvGrpSpPr/>
        <p:nvPr/>
      </p:nvGrpSpPr>
      <p:grpSpPr>
        <a:xfrm>
          <a:off x="0" y="0"/>
          <a:ext cx="0" cy="0"/>
          <a:chOff x="0" y="0"/>
          <a:chExt cx="0" cy="0"/>
        </a:xfrm>
      </p:grpSpPr>
      <p:sp>
        <p:nvSpPr>
          <p:cNvPr id="1316" name="Google Shape;1316;p117"/>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117"/>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117"/>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1319" name="Google Shape;1319;p117"/>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117"/>
          <p:cNvSpPr txBox="1"/>
          <p:nvPr>
            <p:ph idx="2"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321" name="Google Shape;1321;p117"/>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322" name="Google Shape;1322;p11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323" name="Google Shape;1323;p11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324" name="Google Shape;1324;p11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2 1">
  <p:cSld name="TITLE_2_1_1_1_1_2_1_1_1_1_1_1_1_1_1_1_1_1_1_1_1_1_2_1">
    <p:bg>
      <p:bgPr>
        <a:solidFill>
          <a:schemeClr val="dk2"/>
        </a:solidFill>
      </p:bgPr>
    </p:bg>
    <p:spTree>
      <p:nvGrpSpPr>
        <p:cNvPr id="1325" name="Shape 1325"/>
        <p:cNvGrpSpPr/>
        <p:nvPr/>
      </p:nvGrpSpPr>
      <p:grpSpPr>
        <a:xfrm>
          <a:off x="0" y="0"/>
          <a:ext cx="0" cy="0"/>
          <a:chOff x="0" y="0"/>
          <a:chExt cx="0" cy="0"/>
        </a:xfrm>
      </p:grpSpPr>
      <p:sp>
        <p:nvSpPr>
          <p:cNvPr id="1326" name="Google Shape;1326;p118"/>
          <p:cNvSpPr/>
          <p:nvPr>
            <p:ph idx="2" type="pic"/>
          </p:nvPr>
        </p:nvSpPr>
        <p:spPr>
          <a:xfrm>
            <a:off x="3041775" y="861525"/>
            <a:ext cx="1193100" cy="1126800"/>
          </a:xfrm>
          <a:prstGeom prst="roundRect">
            <a:avLst>
              <a:gd fmla="val 50000" name="adj"/>
            </a:avLst>
          </a:prstGeom>
          <a:noFill/>
          <a:ln>
            <a:noFill/>
          </a:ln>
        </p:spPr>
      </p:sp>
      <p:sp>
        <p:nvSpPr>
          <p:cNvPr id="1327" name="Google Shape;1327;p118"/>
          <p:cNvSpPr/>
          <p:nvPr>
            <p:ph idx="3" type="pic"/>
          </p:nvPr>
        </p:nvSpPr>
        <p:spPr>
          <a:xfrm>
            <a:off x="4470650" y="861525"/>
            <a:ext cx="1193100" cy="1126800"/>
          </a:xfrm>
          <a:prstGeom prst="roundRect">
            <a:avLst>
              <a:gd fmla="val 50000" name="adj"/>
            </a:avLst>
          </a:prstGeom>
          <a:noFill/>
          <a:ln>
            <a:noFill/>
          </a:ln>
        </p:spPr>
      </p:sp>
      <p:sp>
        <p:nvSpPr>
          <p:cNvPr id="1328" name="Google Shape;1328;p118"/>
          <p:cNvSpPr/>
          <p:nvPr>
            <p:ph idx="4" type="pic"/>
          </p:nvPr>
        </p:nvSpPr>
        <p:spPr>
          <a:xfrm>
            <a:off x="5888575" y="861525"/>
            <a:ext cx="1193100" cy="1126800"/>
          </a:xfrm>
          <a:prstGeom prst="roundRect">
            <a:avLst>
              <a:gd fmla="val 50000" name="adj"/>
            </a:avLst>
          </a:prstGeom>
          <a:noFill/>
          <a:ln>
            <a:noFill/>
          </a:ln>
        </p:spPr>
      </p:sp>
      <p:sp>
        <p:nvSpPr>
          <p:cNvPr id="1329" name="Google Shape;1329;p118"/>
          <p:cNvSpPr/>
          <p:nvPr>
            <p:ph idx="5" type="pic"/>
          </p:nvPr>
        </p:nvSpPr>
        <p:spPr>
          <a:xfrm>
            <a:off x="7306500" y="861525"/>
            <a:ext cx="1193100" cy="1126800"/>
          </a:xfrm>
          <a:prstGeom prst="roundRect">
            <a:avLst>
              <a:gd fmla="val 50000" name="adj"/>
            </a:avLst>
          </a:prstGeom>
          <a:noFill/>
          <a:ln>
            <a:noFill/>
          </a:ln>
        </p:spPr>
      </p:sp>
      <p:sp>
        <p:nvSpPr>
          <p:cNvPr id="1330" name="Google Shape;1330;p118"/>
          <p:cNvSpPr/>
          <p:nvPr>
            <p:ph idx="6" type="pic"/>
          </p:nvPr>
        </p:nvSpPr>
        <p:spPr>
          <a:xfrm>
            <a:off x="3041775" y="2831725"/>
            <a:ext cx="1193100" cy="1126800"/>
          </a:xfrm>
          <a:prstGeom prst="roundRect">
            <a:avLst>
              <a:gd fmla="val 50000" name="adj"/>
            </a:avLst>
          </a:prstGeom>
          <a:noFill/>
          <a:ln>
            <a:noFill/>
          </a:ln>
        </p:spPr>
      </p:sp>
      <p:sp>
        <p:nvSpPr>
          <p:cNvPr id="1331" name="Google Shape;1331;p118"/>
          <p:cNvSpPr/>
          <p:nvPr>
            <p:ph idx="7" type="pic"/>
          </p:nvPr>
        </p:nvSpPr>
        <p:spPr>
          <a:xfrm>
            <a:off x="4470650" y="2831725"/>
            <a:ext cx="1193100" cy="1126800"/>
          </a:xfrm>
          <a:prstGeom prst="roundRect">
            <a:avLst>
              <a:gd fmla="val 50000" name="adj"/>
            </a:avLst>
          </a:prstGeom>
          <a:noFill/>
          <a:ln>
            <a:noFill/>
          </a:ln>
        </p:spPr>
      </p:sp>
      <p:sp>
        <p:nvSpPr>
          <p:cNvPr id="1332" name="Google Shape;1332;p118"/>
          <p:cNvSpPr/>
          <p:nvPr>
            <p:ph idx="8" type="pic"/>
          </p:nvPr>
        </p:nvSpPr>
        <p:spPr>
          <a:xfrm>
            <a:off x="5888575" y="2831725"/>
            <a:ext cx="1193100" cy="1126800"/>
          </a:xfrm>
          <a:prstGeom prst="roundRect">
            <a:avLst>
              <a:gd fmla="val 50000" name="adj"/>
            </a:avLst>
          </a:prstGeom>
          <a:noFill/>
          <a:ln>
            <a:noFill/>
          </a:ln>
        </p:spPr>
      </p:sp>
      <p:sp>
        <p:nvSpPr>
          <p:cNvPr id="1333" name="Google Shape;1333;p118"/>
          <p:cNvSpPr/>
          <p:nvPr>
            <p:ph idx="9" type="pic"/>
          </p:nvPr>
        </p:nvSpPr>
        <p:spPr>
          <a:xfrm>
            <a:off x="7306500" y="2831725"/>
            <a:ext cx="1193100" cy="1126800"/>
          </a:xfrm>
          <a:prstGeom prst="roundRect">
            <a:avLst>
              <a:gd fmla="val 50000" name="adj"/>
            </a:avLst>
          </a:prstGeom>
          <a:noFill/>
          <a:ln>
            <a:noFill/>
          </a:ln>
        </p:spPr>
      </p:sp>
      <p:sp>
        <p:nvSpPr>
          <p:cNvPr id="1334" name="Google Shape;1334;p118"/>
          <p:cNvSpPr txBox="1"/>
          <p:nvPr>
            <p:ph idx="1" type="subTitle"/>
          </p:nvPr>
        </p:nvSpPr>
        <p:spPr>
          <a:xfrm>
            <a:off x="2764725" y="2116175"/>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1335" name="Google Shape;1335;p118"/>
          <p:cNvSpPr txBox="1"/>
          <p:nvPr>
            <p:ph idx="13" type="subTitle"/>
          </p:nvPr>
        </p:nvSpPr>
        <p:spPr>
          <a:xfrm>
            <a:off x="2764725" y="2262850"/>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36" name="Google Shape;1336;p118"/>
          <p:cNvSpPr txBox="1"/>
          <p:nvPr>
            <p:ph idx="14" type="subTitle"/>
          </p:nvPr>
        </p:nvSpPr>
        <p:spPr>
          <a:xfrm>
            <a:off x="4193600" y="2116175"/>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1337" name="Google Shape;1337;p118"/>
          <p:cNvSpPr txBox="1"/>
          <p:nvPr>
            <p:ph idx="15" type="subTitle"/>
          </p:nvPr>
        </p:nvSpPr>
        <p:spPr>
          <a:xfrm>
            <a:off x="4193600" y="2262850"/>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38" name="Google Shape;1338;p118"/>
          <p:cNvSpPr txBox="1"/>
          <p:nvPr>
            <p:ph idx="16" type="subTitle"/>
          </p:nvPr>
        </p:nvSpPr>
        <p:spPr>
          <a:xfrm>
            <a:off x="5611525" y="2116163"/>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1339" name="Google Shape;1339;p118"/>
          <p:cNvSpPr txBox="1"/>
          <p:nvPr>
            <p:ph idx="17" type="subTitle"/>
          </p:nvPr>
        </p:nvSpPr>
        <p:spPr>
          <a:xfrm>
            <a:off x="5611525" y="2262838"/>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40" name="Google Shape;1340;p118"/>
          <p:cNvSpPr txBox="1"/>
          <p:nvPr>
            <p:ph idx="18" type="subTitle"/>
          </p:nvPr>
        </p:nvSpPr>
        <p:spPr>
          <a:xfrm>
            <a:off x="7029450" y="2116175"/>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1341" name="Google Shape;1341;p118"/>
          <p:cNvSpPr txBox="1"/>
          <p:nvPr>
            <p:ph idx="19" type="subTitle"/>
          </p:nvPr>
        </p:nvSpPr>
        <p:spPr>
          <a:xfrm>
            <a:off x="7029450" y="2262850"/>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42" name="Google Shape;1342;p118"/>
          <p:cNvSpPr txBox="1"/>
          <p:nvPr>
            <p:ph idx="20" type="subTitle"/>
          </p:nvPr>
        </p:nvSpPr>
        <p:spPr>
          <a:xfrm>
            <a:off x="4193600" y="4082000"/>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1343" name="Google Shape;1343;p118"/>
          <p:cNvSpPr txBox="1"/>
          <p:nvPr>
            <p:ph idx="21" type="subTitle"/>
          </p:nvPr>
        </p:nvSpPr>
        <p:spPr>
          <a:xfrm>
            <a:off x="4193600" y="4228675"/>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44" name="Google Shape;1344;p118"/>
          <p:cNvSpPr txBox="1"/>
          <p:nvPr>
            <p:ph idx="22" type="subTitle"/>
          </p:nvPr>
        </p:nvSpPr>
        <p:spPr>
          <a:xfrm>
            <a:off x="5611525" y="4081988"/>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1345" name="Google Shape;1345;p118"/>
          <p:cNvSpPr txBox="1"/>
          <p:nvPr>
            <p:ph idx="23" type="subTitle"/>
          </p:nvPr>
        </p:nvSpPr>
        <p:spPr>
          <a:xfrm>
            <a:off x="5611525" y="4228663"/>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46" name="Google Shape;1346;p118"/>
          <p:cNvSpPr txBox="1"/>
          <p:nvPr>
            <p:ph idx="24" type="subTitle"/>
          </p:nvPr>
        </p:nvSpPr>
        <p:spPr>
          <a:xfrm>
            <a:off x="7029450" y="4082000"/>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1347" name="Google Shape;1347;p118"/>
          <p:cNvSpPr txBox="1"/>
          <p:nvPr>
            <p:ph idx="25" type="subTitle"/>
          </p:nvPr>
        </p:nvSpPr>
        <p:spPr>
          <a:xfrm>
            <a:off x="7029450" y="4228675"/>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48" name="Google Shape;1348;p118"/>
          <p:cNvSpPr txBox="1"/>
          <p:nvPr>
            <p:ph idx="26" type="subTitle"/>
          </p:nvPr>
        </p:nvSpPr>
        <p:spPr>
          <a:xfrm>
            <a:off x="2764725" y="4081988"/>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1349" name="Google Shape;1349;p118"/>
          <p:cNvSpPr txBox="1"/>
          <p:nvPr>
            <p:ph idx="27" type="subTitle"/>
          </p:nvPr>
        </p:nvSpPr>
        <p:spPr>
          <a:xfrm>
            <a:off x="2764725" y="4228663"/>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50" name="Google Shape;1350;p118"/>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118"/>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11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353" name="Google Shape;1353;p11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354" name="Google Shape;1354;p11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355" name="Google Shape;1355;p118"/>
          <p:cNvSpPr/>
          <p:nvPr/>
        </p:nvSpPr>
        <p:spPr>
          <a:xfrm>
            <a:off x="212550" y="861513"/>
            <a:ext cx="2415900" cy="3692100"/>
          </a:xfrm>
          <a:prstGeom prst="roundRect">
            <a:avLst>
              <a:gd fmla="val 540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118"/>
          <p:cNvSpPr txBox="1"/>
          <p:nvPr>
            <p:ph type="title"/>
          </p:nvPr>
        </p:nvSpPr>
        <p:spPr>
          <a:xfrm>
            <a:off x="445450" y="1175063"/>
            <a:ext cx="20088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600"/>
              <a:buFont typeface="Inter Tight Black"/>
              <a:buNone/>
              <a:defRPr sz="36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600"/>
              <a:buNone/>
              <a:defRPr sz="3600">
                <a:solidFill>
                  <a:schemeClr val="accent1"/>
                </a:solidFill>
              </a:defRPr>
            </a:lvl2pPr>
            <a:lvl3pPr lvl="2" algn="l">
              <a:lnSpc>
                <a:spcPct val="70000"/>
              </a:lnSpc>
              <a:spcBef>
                <a:spcPts val="0"/>
              </a:spcBef>
              <a:spcAft>
                <a:spcPts val="0"/>
              </a:spcAft>
              <a:buClr>
                <a:schemeClr val="accent1"/>
              </a:buClr>
              <a:buSzPts val="3600"/>
              <a:buNone/>
              <a:defRPr sz="3600">
                <a:solidFill>
                  <a:schemeClr val="accent1"/>
                </a:solidFill>
              </a:defRPr>
            </a:lvl3pPr>
            <a:lvl4pPr lvl="3" algn="l">
              <a:lnSpc>
                <a:spcPct val="70000"/>
              </a:lnSpc>
              <a:spcBef>
                <a:spcPts val="0"/>
              </a:spcBef>
              <a:spcAft>
                <a:spcPts val="0"/>
              </a:spcAft>
              <a:buClr>
                <a:schemeClr val="accent1"/>
              </a:buClr>
              <a:buSzPts val="3600"/>
              <a:buNone/>
              <a:defRPr sz="3600">
                <a:solidFill>
                  <a:schemeClr val="accent1"/>
                </a:solidFill>
              </a:defRPr>
            </a:lvl4pPr>
            <a:lvl5pPr lvl="4" algn="l">
              <a:lnSpc>
                <a:spcPct val="70000"/>
              </a:lnSpc>
              <a:spcBef>
                <a:spcPts val="0"/>
              </a:spcBef>
              <a:spcAft>
                <a:spcPts val="0"/>
              </a:spcAft>
              <a:buClr>
                <a:schemeClr val="accent1"/>
              </a:buClr>
              <a:buSzPts val="3600"/>
              <a:buNone/>
              <a:defRPr sz="3600">
                <a:solidFill>
                  <a:schemeClr val="accent1"/>
                </a:solidFill>
              </a:defRPr>
            </a:lvl5pPr>
            <a:lvl6pPr lvl="5" algn="l">
              <a:lnSpc>
                <a:spcPct val="70000"/>
              </a:lnSpc>
              <a:spcBef>
                <a:spcPts val="0"/>
              </a:spcBef>
              <a:spcAft>
                <a:spcPts val="0"/>
              </a:spcAft>
              <a:buClr>
                <a:schemeClr val="accent1"/>
              </a:buClr>
              <a:buSzPts val="3600"/>
              <a:buNone/>
              <a:defRPr sz="3600">
                <a:solidFill>
                  <a:schemeClr val="accent1"/>
                </a:solidFill>
              </a:defRPr>
            </a:lvl6pPr>
            <a:lvl7pPr lvl="6" algn="l">
              <a:lnSpc>
                <a:spcPct val="70000"/>
              </a:lnSpc>
              <a:spcBef>
                <a:spcPts val="0"/>
              </a:spcBef>
              <a:spcAft>
                <a:spcPts val="0"/>
              </a:spcAft>
              <a:buClr>
                <a:schemeClr val="accent1"/>
              </a:buClr>
              <a:buSzPts val="3600"/>
              <a:buNone/>
              <a:defRPr sz="3600">
                <a:solidFill>
                  <a:schemeClr val="accent1"/>
                </a:solidFill>
              </a:defRPr>
            </a:lvl7pPr>
            <a:lvl8pPr lvl="7" algn="l">
              <a:lnSpc>
                <a:spcPct val="70000"/>
              </a:lnSpc>
              <a:spcBef>
                <a:spcPts val="0"/>
              </a:spcBef>
              <a:spcAft>
                <a:spcPts val="0"/>
              </a:spcAft>
              <a:buClr>
                <a:schemeClr val="accent1"/>
              </a:buClr>
              <a:buSzPts val="3600"/>
              <a:buNone/>
              <a:defRPr sz="3600">
                <a:solidFill>
                  <a:schemeClr val="accent1"/>
                </a:solidFill>
              </a:defRPr>
            </a:lvl8pPr>
            <a:lvl9pPr lvl="8" algn="l">
              <a:lnSpc>
                <a:spcPct val="70000"/>
              </a:lnSpc>
              <a:spcBef>
                <a:spcPts val="0"/>
              </a:spcBef>
              <a:spcAft>
                <a:spcPts val="0"/>
              </a:spcAft>
              <a:buClr>
                <a:schemeClr val="accent1"/>
              </a:buClr>
              <a:buSzPts val="3600"/>
              <a:buNone/>
              <a:defRPr sz="3600">
                <a:solidFill>
                  <a:schemeClr val="accent1"/>
                </a:solidFill>
              </a:defRPr>
            </a:lvl9pPr>
          </a:lstStyle>
          <a:p/>
        </p:txBody>
      </p:sp>
      <p:sp>
        <p:nvSpPr>
          <p:cNvPr id="1357" name="Google Shape;1357;p118"/>
          <p:cNvSpPr txBox="1"/>
          <p:nvPr>
            <p:ph idx="28" type="body"/>
          </p:nvPr>
        </p:nvSpPr>
        <p:spPr>
          <a:xfrm>
            <a:off x="445450" y="2773038"/>
            <a:ext cx="2008800" cy="1448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1pPr>
            <a:lvl2pPr indent="-304800" lvl="1" marL="914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2pPr>
            <a:lvl3pPr indent="-304800" lvl="2" marL="1371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3pPr>
            <a:lvl4pPr indent="-304800" lvl="3" marL="1828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4pPr>
            <a:lvl5pPr indent="-304800" lvl="4" marL="22860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5pPr>
            <a:lvl6pPr indent="-304800" lvl="5" marL="2743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6pPr>
            <a:lvl7pPr indent="-304800" lvl="6" marL="3200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7pPr>
            <a:lvl8pPr indent="-304800" lvl="7" marL="3657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8pPr>
            <a:lvl9pPr indent="-304800" lvl="8" marL="4114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9pPr>
          </a:lstStyle>
          <a:p/>
        </p:txBody>
      </p:sp>
      <p:sp>
        <p:nvSpPr>
          <p:cNvPr id="1358" name="Google Shape;1358;p118"/>
          <p:cNvSpPr txBox="1"/>
          <p:nvPr>
            <p:ph idx="29" type="subTitle"/>
          </p:nvPr>
        </p:nvSpPr>
        <p:spPr>
          <a:xfrm>
            <a:off x="445450" y="2380213"/>
            <a:ext cx="20088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accent1"/>
              </a:buClr>
              <a:buSzPts val="1200"/>
              <a:buFont typeface="Inter"/>
              <a:buNone/>
              <a:defRPr b="1" sz="12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400"/>
              <a:buNone/>
              <a:defRPr>
                <a:solidFill>
                  <a:schemeClr val="accent1"/>
                </a:solidFill>
              </a:defRPr>
            </a:lvl2pPr>
            <a:lvl3pPr lvl="2" algn="l">
              <a:lnSpc>
                <a:spcPct val="115000"/>
              </a:lnSpc>
              <a:spcBef>
                <a:spcPts val="0"/>
              </a:spcBef>
              <a:spcAft>
                <a:spcPts val="0"/>
              </a:spcAft>
              <a:buClr>
                <a:schemeClr val="accent1"/>
              </a:buClr>
              <a:buSzPts val="1400"/>
              <a:buNone/>
              <a:defRPr>
                <a:solidFill>
                  <a:schemeClr val="accent1"/>
                </a:solidFill>
              </a:defRPr>
            </a:lvl3pPr>
            <a:lvl4pPr lvl="3" algn="l">
              <a:lnSpc>
                <a:spcPct val="115000"/>
              </a:lnSpc>
              <a:spcBef>
                <a:spcPts val="0"/>
              </a:spcBef>
              <a:spcAft>
                <a:spcPts val="0"/>
              </a:spcAft>
              <a:buClr>
                <a:schemeClr val="accent1"/>
              </a:buClr>
              <a:buSzPts val="1400"/>
              <a:buNone/>
              <a:defRPr>
                <a:solidFill>
                  <a:schemeClr val="accent1"/>
                </a:solidFill>
              </a:defRPr>
            </a:lvl4pPr>
            <a:lvl5pPr lvl="4" algn="l">
              <a:lnSpc>
                <a:spcPct val="115000"/>
              </a:lnSpc>
              <a:spcBef>
                <a:spcPts val="0"/>
              </a:spcBef>
              <a:spcAft>
                <a:spcPts val="0"/>
              </a:spcAft>
              <a:buClr>
                <a:schemeClr val="accent1"/>
              </a:buClr>
              <a:buSzPts val="1400"/>
              <a:buNone/>
              <a:defRPr>
                <a:solidFill>
                  <a:schemeClr val="accent1"/>
                </a:solidFill>
              </a:defRPr>
            </a:lvl5pPr>
            <a:lvl6pPr lvl="5" algn="l">
              <a:lnSpc>
                <a:spcPct val="115000"/>
              </a:lnSpc>
              <a:spcBef>
                <a:spcPts val="0"/>
              </a:spcBef>
              <a:spcAft>
                <a:spcPts val="0"/>
              </a:spcAft>
              <a:buClr>
                <a:schemeClr val="accent1"/>
              </a:buClr>
              <a:buSzPts val="1400"/>
              <a:buNone/>
              <a:defRPr>
                <a:solidFill>
                  <a:schemeClr val="accent1"/>
                </a:solidFill>
              </a:defRPr>
            </a:lvl6pPr>
            <a:lvl7pPr lvl="6" algn="l">
              <a:lnSpc>
                <a:spcPct val="115000"/>
              </a:lnSpc>
              <a:spcBef>
                <a:spcPts val="0"/>
              </a:spcBef>
              <a:spcAft>
                <a:spcPts val="0"/>
              </a:spcAft>
              <a:buClr>
                <a:schemeClr val="accent1"/>
              </a:buClr>
              <a:buSzPts val="1400"/>
              <a:buNone/>
              <a:defRPr>
                <a:solidFill>
                  <a:schemeClr val="accent1"/>
                </a:solidFill>
              </a:defRPr>
            </a:lvl7pPr>
            <a:lvl8pPr lvl="7" algn="l">
              <a:lnSpc>
                <a:spcPct val="115000"/>
              </a:lnSpc>
              <a:spcBef>
                <a:spcPts val="0"/>
              </a:spcBef>
              <a:spcAft>
                <a:spcPts val="0"/>
              </a:spcAft>
              <a:buClr>
                <a:schemeClr val="accent1"/>
              </a:buClr>
              <a:buSzPts val="1400"/>
              <a:buNone/>
              <a:defRPr>
                <a:solidFill>
                  <a:schemeClr val="accent1"/>
                </a:solidFill>
              </a:defRPr>
            </a:lvl8pPr>
            <a:lvl9pPr lvl="8" algn="l">
              <a:lnSpc>
                <a:spcPct val="115000"/>
              </a:lnSpc>
              <a:spcBef>
                <a:spcPts val="0"/>
              </a:spcBef>
              <a:spcAft>
                <a:spcPts val="0"/>
              </a:spcAft>
              <a:buClr>
                <a:schemeClr val="accent1"/>
              </a:buClr>
              <a:buSzPts val="1400"/>
              <a:buNone/>
              <a:defRPr>
                <a:solidFill>
                  <a:schemeClr val="accent1"/>
                </a:solidFill>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3 1">
  <p:cSld name="TITLE_2_1_1_1_1_2_1_1_1_1_1_1_1_1_1_1_1_1_1_1_1_3_1">
    <p:bg>
      <p:bgPr>
        <a:solidFill>
          <a:schemeClr val="dk2"/>
        </a:solidFill>
      </p:bgPr>
    </p:bg>
    <p:spTree>
      <p:nvGrpSpPr>
        <p:cNvPr id="1359" name="Shape 1359"/>
        <p:cNvGrpSpPr/>
        <p:nvPr/>
      </p:nvGrpSpPr>
      <p:grpSpPr>
        <a:xfrm>
          <a:off x="0" y="0"/>
          <a:ext cx="0" cy="0"/>
          <a:chOff x="0" y="0"/>
          <a:chExt cx="0" cy="0"/>
        </a:xfrm>
      </p:grpSpPr>
      <p:sp>
        <p:nvSpPr>
          <p:cNvPr id="1360" name="Google Shape;1360;p119"/>
          <p:cNvSpPr/>
          <p:nvPr>
            <p:ph idx="2" type="pic"/>
          </p:nvPr>
        </p:nvSpPr>
        <p:spPr>
          <a:xfrm>
            <a:off x="3541550" y="3587875"/>
            <a:ext cx="932400" cy="880500"/>
          </a:xfrm>
          <a:prstGeom prst="roundRect">
            <a:avLst>
              <a:gd fmla="val 18700" name="adj"/>
            </a:avLst>
          </a:prstGeom>
          <a:noFill/>
          <a:ln>
            <a:noFill/>
          </a:ln>
        </p:spPr>
      </p:sp>
      <p:sp>
        <p:nvSpPr>
          <p:cNvPr id="1361" name="Google Shape;1361;p119"/>
          <p:cNvSpPr/>
          <p:nvPr>
            <p:ph idx="3" type="pic"/>
          </p:nvPr>
        </p:nvSpPr>
        <p:spPr>
          <a:xfrm>
            <a:off x="3541700" y="2650075"/>
            <a:ext cx="932400" cy="880500"/>
          </a:xfrm>
          <a:prstGeom prst="roundRect">
            <a:avLst>
              <a:gd fmla="val 18700" name="adj"/>
            </a:avLst>
          </a:prstGeom>
          <a:noFill/>
          <a:ln>
            <a:noFill/>
          </a:ln>
        </p:spPr>
      </p:sp>
      <p:sp>
        <p:nvSpPr>
          <p:cNvPr id="1362" name="Google Shape;1362;p119"/>
          <p:cNvSpPr/>
          <p:nvPr>
            <p:ph idx="4" type="pic"/>
          </p:nvPr>
        </p:nvSpPr>
        <p:spPr>
          <a:xfrm>
            <a:off x="3541700" y="1700763"/>
            <a:ext cx="932400" cy="880500"/>
          </a:xfrm>
          <a:prstGeom prst="roundRect">
            <a:avLst>
              <a:gd fmla="val 18700" name="adj"/>
            </a:avLst>
          </a:prstGeom>
          <a:noFill/>
          <a:ln>
            <a:noFill/>
          </a:ln>
        </p:spPr>
      </p:sp>
      <p:sp>
        <p:nvSpPr>
          <p:cNvPr id="1363" name="Google Shape;1363;p119"/>
          <p:cNvSpPr/>
          <p:nvPr>
            <p:ph idx="5" type="pic"/>
          </p:nvPr>
        </p:nvSpPr>
        <p:spPr>
          <a:xfrm>
            <a:off x="3541700" y="768725"/>
            <a:ext cx="932400" cy="880500"/>
          </a:xfrm>
          <a:prstGeom prst="roundRect">
            <a:avLst>
              <a:gd fmla="val 18700" name="adj"/>
            </a:avLst>
          </a:prstGeom>
          <a:noFill/>
          <a:ln>
            <a:noFill/>
          </a:ln>
        </p:spPr>
      </p:sp>
      <p:sp>
        <p:nvSpPr>
          <p:cNvPr id="1364" name="Google Shape;1364;p119"/>
          <p:cNvSpPr/>
          <p:nvPr>
            <p:ph idx="6" type="pic"/>
          </p:nvPr>
        </p:nvSpPr>
        <p:spPr>
          <a:xfrm>
            <a:off x="6108575" y="3587875"/>
            <a:ext cx="932400" cy="880500"/>
          </a:xfrm>
          <a:prstGeom prst="roundRect">
            <a:avLst>
              <a:gd fmla="val 18700" name="adj"/>
            </a:avLst>
          </a:prstGeom>
          <a:noFill/>
          <a:ln>
            <a:noFill/>
          </a:ln>
        </p:spPr>
      </p:sp>
      <p:sp>
        <p:nvSpPr>
          <p:cNvPr id="1365" name="Google Shape;1365;p119"/>
          <p:cNvSpPr/>
          <p:nvPr>
            <p:ph idx="7" type="pic"/>
          </p:nvPr>
        </p:nvSpPr>
        <p:spPr>
          <a:xfrm>
            <a:off x="6108725" y="2650075"/>
            <a:ext cx="932400" cy="880500"/>
          </a:xfrm>
          <a:prstGeom prst="roundRect">
            <a:avLst>
              <a:gd fmla="val 18700" name="adj"/>
            </a:avLst>
          </a:prstGeom>
          <a:noFill/>
          <a:ln>
            <a:noFill/>
          </a:ln>
        </p:spPr>
      </p:sp>
      <p:sp>
        <p:nvSpPr>
          <p:cNvPr id="1366" name="Google Shape;1366;p119"/>
          <p:cNvSpPr/>
          <p:nvPr>
            <p:ph idx="8" type="pic"/>
          </p:nvPr>
        </p:nvSpPr>
        <p:spPr>
          <a:xfrm>
            <a:off x="6108725" y="1700763"/>
            <a:ext cx="932400" cy="880500"/>
          </a:xfrm>
          <a:prstGeom prst="roundRect">
            <a:avLst>
              <a:gd fmla="val 18700" name="adj"/>
            </a:avLst>
          </a:prstGeom>
          <a:noFill/>
          <a:ln>
            <a:noFill/>
          </a:ln>
        </p:spPr>
      </p:sp>
      <p:sp>
        <p:nvSpPr>
          <p:cNvPr id="1367" name="Google Shape;1367;p119"/>
          <p:cNvSpPr/>
          <p:nvPr>
            <p:ph idx="9" type="pic"/>
          </p:nvPr>
        </p:nvSpPr>
        <p:spPr>
          <a:xfrm>
            <a:off x="6108725" y="768725"/>
            <a:ext cx="932400" cy="880500"/>
          </a:xfrm>
          <a:prstGeom prst="roundRect">
            <a:avLst>
              <a:gd fmla="val 18700" name="adj"/>
            </a:avLst>
          </a:prstGeom>
          <a:noFill/>
          <a:ln>
            <a:noFill/>
          </a:ln>
        </p:spPr>
      </p:sp>
      <p:sp>
        <p:nvSpPr>
          <p:cNvPr id="1368" name="Google Shape;1368;p119"/>
          <p:cNvSpPr txBox="1"/>
          <p:nvPr>
            <p:ph idx="1" type="subTitle"/>
          </p:nvPr>
        </p:nvSpPr>
        <p:spPr>
          <a:xfrm>
            <a:off x="4578250" y="10773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369" name="Google Shape;1369;p119"/>
          <p:cNvSpPr txBox="1"/>
          <p:nvPr>
            <p:ph idx="13" type="subTitle"/>
          </p:nvPr>
        </p:nvSpPr>
        <p:spPr>
          <a:xfrm>
            <a:off x="4578250" y="12240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70" name="Google Shape;1370;p119"/>
          <p:cNvSpPr txBox="1"/>
          <p:nvPr>
            <p:ph type="title"/>
          </p:nvPr>
        </p:nvSpPr>
        <p:spPr>
          <a:xfrm>
            <a:off x="2125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371" name="Google Shape;1371;p119"/>
          <p:cNvSpPr txBox="1"/>
          <p:nvPr>
            <p:ph idx="14" type="subTitle"/>
          </p:nvPr>
        </p:nvSpPr>
        <p:spPr>
          <a:xfrm>
            <a:off x="4578250" y="19714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372" name="Google Shape;1372;p119"/>
          <p:cNvSpPr txBox="1"/>
          <p:nvPr>
            <p:ph idx="15" type="subTitle"/>
          </p:nvPr>
        </p:nvSpPr>
        <p:spPr>
          <a:xfrm>
            <a:off x="4578250" y="21181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73" name="Google Shape;1373;p119"/>
          <p:cNvSpPr txBox="1"/>
          <p:nvPr>
            <p:ph idx="16" type="subTitle"/>
          </p:nvPr>
        </p:nvSpPr>
        <p:spPr>
          <a:xfrm>
            <a:off x="4578250" y="29092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374" name="Google Shape;1374;p119"/>
          <p:cNvSpPr txBox="1"/>
          <p:nvPr>
            <p:ph idx="17" type="subTitle"/>
          </p:nvPr>
        </p:nvSpPr>
        <p:spPr>
          <a:xfrm>
            <a:off x="4578250" y="305596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75" name="Google Shape;1375;p119"/>
          <p:cNvSpPr txBox="1"/>
          <p:nvPr>
            <p:ph idx="18" type="subTitle"/>
          </p:nvPr>
        </p:nvSpPr>
        <p:spPr>
          <a:xfrm>
            <a:off x="4578250" y="3847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376" name="Google Shape;1376;p119"/>
          <p:cNvSpPr txBox="1"/>
          <p:nvPr>
            <p:ph idx="19" type="subTitle"/>
          </p:nvPr>
        </p:nvSpPr>
        <p:spPr>
          <a:xfrm>
            <a:off x="4578250" y="3993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77" name="Google Shape;1377;p119"/>
          <p:cNvSpPr txBox="1"/>
          <p:nvPr>
            <p:ph idx="20" type="subTitle"/>
          </p:nvPr>
        </p:nvSpPr>
        <p:spPr>
          <a:xfrm>
            <a:off x="7152650" y="10773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378" name="Google Shape;1378;p119"/>
          <p:cNvSpPr txBox="1"/>
          <p:nvPr>
            <p:ph idx="21" type="subTitle"/>
          </p:nvPr>
        </p:nvSpPr>
        <p:spPr>
          <a:xfrm>
            <a:off x="7152650" y="12240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79" name="Google Shape;1379;p119"/>
          <p:cNvSpPr txBox="1"/>
          <p:nvPr>
            <p:ph idx="22" type="subTitle"/>
          </p:nvPr>
        </p:nvSpPr>
        <p:spPr>
          <a:xfrm>
            <a:off x="7152650" y="19714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380" name="Google Shape;1380;p119"/>
          <p:cNvSpPr txBox="1"/>
          <p:nvPr>
            <p:ph idx="23" type="subTitle"/>
          </p:nvPr>
        </p:nvSpPr>
        <p:spPr>
          <a:xfrm>
            <a:off x="7152650" y="21181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81" name="Google Shape;1381;p119"/>
          <p:cNvSpPr txBox="1"/>
          <p:nvPr>
            <p:ph idx="24" type="subTitle"/>
          </p:nvPr>
        </p:nvSpPr>
        <p:spPr>
          <a:xfrm>
            <a:off x="7152650" y="29092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382" name="Google Shape;1382;p119"/>
          <p:cNvSpPr txBox="1"/>
          <p:nvPr>
            <p:ph idx="25" type="subTitle"/>
          </p:nvPr>
        </p:nvSpPr>
        <p:spPr>
          <a:xfrm>
            <a:off x="7152650" y="305596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83" name="Google Shape;1383;p119"/>
          <p:cNvSpPr txBox="1"/>
          <p:nvPr>
            <p:ph idx="26" type="subTitle"/>
          </p:nvPr>
        </p:nvSpPr>
        <p:spPr>
          <a:xfrm>
            <a:off x="7152650" y="3847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384" name="Google Shape;1384;p119"/>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119"/>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119"/>
          <p:cNvSpPr txBox="1"/>
          <p:nvPr>
            <p:ph idx="27" type="subTitle"/>
          </p:nvPr>
        </p:nvSpPr>
        <p:spPr>
          <a:xfrm>
            <a:off x="7152650" y="3993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387" name="Google Shape;1387;p11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388" name="Google Shape;1388;p11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389" name="Google Shape;1389;p11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2 1 1">
  <p:cSld name="TITLE_2_1_1_1_1_2_1_1_1_1_1_1_1_1_1_1_1_1_1_1_1_1_2_1_1">
    <p:bg>
      <p:bgPr>
        <a:solidFill>
          <a:schemeClr val="accent1"/>
        </a:solidFill>
      </p:bgPr>
    </p:bg>
    <p:spTree>
      <p:nvGrpSpPr>
        <p:cNvPr id="1390" name="Shape 1390"/>
        <p:cNvGrpSpPr/>
        <p:nvPr/>
      </p:nvGrpSpPr>
      <p:grpSpPr>
        <a:xfrm>
          <a:off x="0" y="0"/>
          <a:ext cx="0" cy="0"/>
          <a:chOff x="0" y="0"/>
          <a:chExt cx="0" cy="0"/>
        </a:xfrm>
      </p:grpSpPr>
      <p:sp>
        <p:nvSpPr>
          <p:cNvPr id="1391" name="Google Shape;1391;p120"/>
          <p:cNvSpPr/>
          <p:nvPr>
            <p:ph idx="2" type="pic"/>
          </p:nvPr>
        </p:nvSpPr>
        <p:spPr>
          <a:xfrm>
            <a:off x="1034787" y="1612900"/>
            <a:ext cx="2159700" cy="2039700"/>
          </a:xfrm>
          <a:prstGeom prst="roundRect">
            <a:avLst>
              <a:gd fmla="val 18141" name="adj"/>
            </a:avLst>
          </a:prstGeom>
          <a:noFill/>
          <a:ln>
            <a:noFill/>
          </a:ln>
        </p:spPr>
      </p:sp>
      <p:sp>
        <p:nvSpPr>
          <p:cNvPr id="1392" name="Google Shape;1392;p120"/>
          <p:cNvSpPr txBox="1"/>
          <p:nvPr>
            <p:ph idx="1" type="subTitle"/>
          </p:nvPr>
        </p:nvSpPr>
        <p:spPr>
          <a:xfrm>
            <a:off x="1211475" y="3866325"/>
            <a:ext cx="1806300" cy="3900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1393" name="Google Shape;1393;p120"/>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120"/>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95" name="Google Shape;1395;p12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396" name="Google Shape;1396;p12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397" name="Google Shape;1397;p120"/>
          <p:cNvSpPr txBox="1"/>
          <p:nvPr>
            <p:ph type="title"/>
          </p:nvPr>
        </p:nvSpPr>
        <p:spPr>
          <a:xfrm>
            <a:off x="4847850" y="1770400"/>
            <a:ext cx="2778300" cy="1724700"/>
          </a:xfrm>
          <a:prstGeom prst="rect">
            <a:avLst/>
          </a:prstGeom>
          <a:noFill/>
          <a:ln>
            <a:noFill/>
          </a:ln>
        </p:spPr>
        <p:txBody>
          <a:bodyPr anchorCtr="0" anchor="ctr" bIns="91425" lIns="0" spcFirstLastPara="1" rIns="91425" wrap="square" tIns="91425">
            <a:normAutofit/>
          </a:bodyPr>
          <a:lstStyle>
            <a:lvl1pPr lvl="0" algn="ctr">
              <a:lnSpc>
                <a:spcPct val="70000"/>
              </a:lnSpc>
              <a:spcBef>
                <a:spcPts val="0"/>
              </a:spcBef>
              <a:spcAft>
                <a:spcPts val="0"/>
              </a:spcAft>
              <a:buClr>
                <a:schemeClr val="lt1"/>
              </a:buClr>
              <a:buSzPts val="2200"/>
              <a:buFont typeface="Inter Tight Black"/>
              <a:buNone/>
              <a:defRPr sz="2200">
                <a:solidFill>
                  <a:schemeClr val="lt1"/>
                </a:solidFill>
                <a:latin typeface="Inter Tight Black"/>
                <a:ea typeface="Inter Tight Black"/>
                <a:cs typeface="Inter Tight Black"/>
                <a:sym typeface="Inter Tight Black"/>
              </a:defRPr>
            </a:lvl1pPr>
            <a:lvl2pPr lvl="1"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2pPr>
            <a:lvl3pPr lvl="2"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3pPr>
            <a:lvl4pPr lvl="3"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4pPr>
            <a:lvl5pPr lvl="4"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5pPr>
            <a:lvl6pPr lvl="5"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6pPr>
            <a:lvl7pPr lvl="6"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7pPr>
            <a:lvl8pPr lvl="7"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8pPr>
            <a:lvl9pPr lvl="8"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9pPr>
          </a:lstStyle>
          <a:p/>
        </p:txBody>
      </p:sp>
      <p:pic>
        <p:nvPicPr>
          <p:cNvPr id="1398" name="Google Shape;1398;p120"/>
          <p:cNvPicPr preferRelativeResize="0"/>
          <p:nvPr/>
        </p:nvPicPr>
        <p:blipFill rotWithShape="1">
          <a:blip r:embed="rId3">
            <a:alphaModFix/>
          </a:blip>
          <a:srcRect b="0" l="0" r="0" t="0"/>
          <a:stretch/>
        </p:blipFill>
        <p:spPr>
          <a:xfrm>
            <a:off x="4496675" y="1487800"/>
            <a:ext cx="351170" cy="282600"/>
          </a:xfrm>
          <a:prstGeom prst="rect">
            <a:avLst/>
          </a:prstGeom>
          <a:noFill/>
          <a:ln>
            <a:noFill/>
          </a:ln>
        </p:spPr>
      </p:pic>
      <p:pic>
        <p:nvPicPr>
          <p:cNvPr id="1399" name="Google Shape;1399;p120"/>
          <p:cNvPicPr preferRelativeResize="0"/>
          <p:nvPr/>
        </p:nvPicPr>
        <p:blipFill rotWithShape="1">
          <a:blip r:embed="rId3">
            <a:alphaModFix/>
          </a:blip>
          <a:srcRect b="0" l="0" r="0" t="0"/>
          <a:stretch/>
        </p:blipFill>
        <p:spPr>
          <a:xfrm rot="10800000">
            <a:off x="7497975" y="3583725"/>
            <a:ext cx="351170" cy="282600"/>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2 1 1 1">
  <p:cSld name="TITLE_2_1_1_1_1_2_1_1_1_1_1_1_1_1_1_1_1_1_1_1_1_1_2_1_1_1">
    <p:bg>
      <p:bgPr>
        <a:solidFill>
          <a:schemeClr val="dk2"/>
        </a:solidFill>
      </p:bgPr>
    </p:bg>
    <p:spTree>
      <p:nvGrpSpPr>
        <p:cNvPr id="1400" name="Shape 1400"/>
        <p:cNvGrpSpPr/>
        <p:nvPr/>
      </p:nvGrpSpPr>
      <p:grpSpPr>
        <a:xfrm>
          <a:off x="0" y="0"/>
          <a:ext cx="0" cy="0"/>
          <a:chOff x="0" y="0"/>
          <a:chExt cx="0" cy="0"/>
        </a:xfrm>
      </p:grpSpPr>
      <p:sp>
        <p:nvSpPr>
          <p:cNvPr id="1401" name="Google Shape;1401;p121"/>
          <p:cNvSpPr/>
          <p:nvPr>
            <p:ph idx="2" type="pic"/>
          </p:nvPr>
        </p:nvSpPr>
        <p:spPr>
          <a:xfrm>
            <a:off x="1034787" y="1612900"/>
            <a:ext cx="2159700" cy="2039700"/>
          </a:xfrm>
          <a:prstGeom prst="roundRect">
            <a:avLst>
              <a:gd fmla="val 18141" name="adj"/>
            </a:avLst>
          </a:prstGeom>
          <a:noFill/>
          <a:ln>
            <a:noFill/>
          </a:ln>
        </p:spPr>
      </p:sp>
      <p:sp>
        <p:nvSpPr>
          <p:cNvPr id="1402" name="Google Shape;1402;p121"/>
          <p:cNvSpPr txBox="1"/>
          <p:nvPr>
            <p:ph idx="1" type="subTitle"/>
          </p:nvPr>
        </p:nvSpPr>
        <p:spPr>
          <a:xfrm>
            <a:off x="1211475" y="3866325"/>
            <a:ext cx="1806300" cy="390000"/>
          </a:xfrm>
          <a:prstGeom prst="rect">
            <a:avLst/>
          </a:prstGeom>
          <a:noFill/>
          <a:ln>
            <a:noFill/>
          </a:ln>
        </p:spPr>
        <p:txBody>
          <a:bodyPr anchorCtr="0" anchor="ctr" bIns="91425" lIns="0" spcFirstLastPara="1" rIns="91425" wrap="square" tIns="91425">
            <a:sp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1403" name="Google Shape;1403;p121"/>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121"/>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05" name="Google Shape;1405;p12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406" name="Google Shape;1406;p12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407" name="Google Shape;1407;p121"/>
          <p:cNvSpPr txBox="1"/>
          <p:nvPr>
            <p:ph type="title"/>
          </p:nvPr>
        </p:nvSpPr>
        <p:spPr>
          <a:xfrm>
            <a:off x="4847850" y="1770400"/>
            <a:ext cx="2778300" cy="1724700"/>
          </a:xfrm>
          <a:prstGeom prst="rect">
            <a:avLst/>
          </a:prstGeom>
          <a:noFill/>
          <a:ln>
            <a:noFill/>
          </a:ln>
        </p:spPr>
        <p:txBody>
          <a:bodyPr anchorCtr="0" anchor="ctr" bIns="91425" lIns="0" spcFirstLastPara="1" rIns="91425" wrap="square" tIns="91425">
            <a:normAutofit/>
          </a:bodyPr>
          <a:lstStyle>
            <a:lvl1pPr lvl="0" algn="ctr">
              <a:lnSpc>
                <a:spcPct val="70000"/>
              </a:lnSpc>
              <a:spcBef>
                <a:spcPts val="0"/>
              </a:spcBef>
              <a:spcAft>
                <a:spcPts val="0"/>
              </a:spcAft>
              <a:buClr>
                <a:schemeClr val="lt1"/>
              </a:buClr>
              <a:buSzPts val="2200"/>
              <a:buFont typeface="Inter Tight Black"/>
              <a:buNone/>
              <a:defRPr sz="2200">
                <a:solidFill>
                  <a:schemeClr val="lt1"/>
                </a:solidFill>
                <a:latin typeface="Inter Tight Black"/>
                <a:ea typeface="Inter Tight Black"/>
                <a:cs typeface="Inter Tight Black"/>
                <a:sym typeface="Inter Tight Black"/>
              </a:defRPr>
            </a:lvl1pPr>
            <a:lvl2pPr lvl="1"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2pPr>
            <a:lvl3pPr lvl="2"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3pPr>
            <a:lvl4pPr lvl="3"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4pPr>
            <a:lvl5pPr lvl="4"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5pPr>
            <a:lvl6pPr lvl="5"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6pPr>
            <a:lvl7pPr lvl="6"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7pPr>
            <a:lvl8pPr lvl="7"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8pPr>
            <a:lvl9pPr lvl="8"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9pPr>
          </a:lstStyle>
          <a:p/>
        </p:txBody>
      </p:sp>
      <p:pic>
        <p:nvPicPr>
          <p:cNvPr id="1408" name="Google Shape;1408;p121"/>
          <p:cNvPicPr preferRelativeResize="0"/>
          <p:nvPr/>
        </p:nvPicPr>
        <p:blipFill rotWithShape="1">
          <a:blip r:embed="rId3">
            <a:alphaModFix/>
          </a:blip>
          <a:srcRect b="0" l="0" r="0" t="0"/>
          <a:stretch/>
        </p:blipFill>
        <p:spPr>
          <a:xfrm>
            <a:off x="4496675" y="1487800"/>
            <a:ext cx="351170" cy="282600"/>
          </a:xfrm>
          <a:prstGeom prst="rect">
            <a:avLst/>
          </a:prstGeom>
          <a:noFill/>
          <a:ln>
            <a:noFill/>
          </a:ln>
        </p:spPr>
      </p:pic>
      <p:pic>
        <p:nvPicPr>
          <p:cNvPr id="1409" name="Google Shape;1409;p121"/>
          <p:cNvPicPr preferRelativeResize="0"/>
          <p:nvPr/>
        </p:nvPicPr>
        <p:blipFill rotWithShape="1">
          <a:blip r:embed="rId3">
            <a:alphaModFix/>
          </a:blip>
          <a:srcRect b="0" l="0" r="0" t="0"/>
          <a:stretch/>
        </p:blipFill>
        <p:spPr>
          <a:xfrm rot="10800000">
            <a:off x="7497975" y="3583725"/>
            <a:ext cx="351170" cy="282600"/>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2">
  <p:cSld name="TITLE_2_1_1_1_1_2_1_1_1_1_1_1_1_1_1_1_1_1_1_1_2">
    <p:bg>
      <p:bgPr>
        <a:solidFill>
          <a:schemeClr val="accent1"/>
        </a:solidFill>
      </p:bgPr>
    </p:bg>
    <p:spTree>
      <p:nvGrpSpPr>
        <p:cNvPr id="1410" name="Shape 1410"/>
        <p:cNvGrpSpPr/>
        <p:nvPr/>
      </p:nvGrpSpPr>
      <p:grpSpPr>
        <a:xfrm>
          <a:off x="0" y="0"/>
          <a:ext cx="0" cy="0"/>
          <a:chOff x="0" y="0"/>
          <a:chExt cx="0" cy="0"/>
        </a:xfrm>
      </p:grpSpPr>
      <p:sp>
        <p:nvSpPr>
          <p:cNvPr id="1411" name="Google Shape;1411;p122"/>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122"/>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122"/>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12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415" name="Google Shape;1415;p12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416" name="Google Shape;1416;p12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417" name="Google Shape;1417;p122"/>
          <p:cNvSpPr txBox="1"/>
          <p:nvPr>
            <p:ph type="title"/>
          </p:nvPr>
        </p:nvSpPr>
        <p:spPr>
          <a:xfrm>
            <a:off x="405250" y="935475"/>
            <a:ext cx="4167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418" name="Google Shape;1418;p122"/>
          <p:cNvSpPr txBox="1"/>
          <p:nvPr>
            <p:ph idx="1" type="body"/>
          </p:nvPr>
        </p:nvSpPr>
        <p:spPr>
          <a:xfrm>
            <a:off x="405250" y="2447500"/>
            <a:ext cx="39126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419" name="Google Shape;1419;p122"/>
          <p:cNvSpPr txBox="1"/>
          <p:nvPr>
            <p:ph idx="2" type="subTitle"/>
          </p:nvPr>
        </p:nvSpPr>
        <p:spPr>
          <a:xfrm>
            <a:off x="405250" y="2082650"/>
            <a:ext cx="33471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4 1">
  <p:cSld name="TITLE_2_1_1_1_1_5_1">
    <p:bg>
      <p:bgPr>
        <a:solidFill>
          <a:schemeClr val="dk2"/>
        </a:solidFill>
      </p:bgPr>
    </p:bg>
    <p:spTree>
      <p:nvGrpSpPr>
        <p:cNvPr id="1420" name="Shape 1420"/>
        <p:cNvGrpSpPr/>
        <p:nvPr/>
      </p:nvGrpSpPr>
      <p:grpSpPr>
        <a:xfrm>
          <a:off x="0" y="0"/>
          <a:ext cx="0" cy="0"/>
          <a:chOff x="0" y="0"/>
          <a:chExt cx="0" cy="0"/>
        </a:xfrm>
      </p:grpSpPr>
      <p:sp>
        <p:nvSpPr>
          <p:cNvPr id="1421" name="Google Shape;1421;p12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123"/>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12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424" name="Google Shape;1424;p12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425" name="Google Shape;1425;p12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426" name="Google Shape;1426;p123"/>
          <p:cNvSpPr/>
          <p:nvPr/>
        </p:nvSpPr>
        <p:spPr>
          <a:xfrm rot="-5400000">
            <a:off x="4432050" y="184050"/>
            <a:ext cx="4000500" cy="50040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1 1 1 1 2">
  <p:cSld name="TITLE_2_1_1_1_1_2_1_1_1_1_1_1_1_1_1_1_1_1_1_1_1_1_1_1_1_1_1_1_1_1_1_1_1_1_1_1_1_1_1_2">
    <p:bg>
      <p:bgPr>
        <a:solidFill>
          <a:schemeClr val="accent1"/>
        </a:solidFill>
      </p:bgPr>
    </p:bg>
    <p:spTree>
      <p:nvGrpSpPr>
        <p:cNvPr id="1427" name="Shape 1427"/>
        <p:cNvGrpSpPr/>
        <p:nvPr/>
      </p:nvGrpSpPr>
      <p:grpSpPr>
        <a:xfrm>
          <a:off x="0" y="0"/>
          <a:ext cx="0" cy="0"/>
          <a:chOff x="0" y="0"/>
          <a:chExt cx="0" cy="0"/>
        </a:xfrm>
      </p:grpSpPr>
      <p:sp>
        <p:nvSpPr>
          <p:cNvPr id="1428" name="Google Shape;1428;p124"/>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124"/>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124"/>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12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432" name="Google Shape;1432;p12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433" name="Google Shape;1433;p12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434" name="Google Shape;1434;p124"/>
          <p:cNvSpPr txBox="1"/>
          <p:nvPr>
            <p:ph type="title"/>
          </p:nvPr>
        </p:nvSpPr>
        <p:spPr>
          <a:xfrm>
            <a:off x="345775" y="9327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2 1">
  <p:cSld name="TITLE_2_1_1_1_1_2_1_1_1_1_1_1_1_1_1_1_1_1_1_1_1_2_1">
    <p:bg>
      <p:bgPr>
        <a:solidFill>
          <a:schemeClr val="dk2"/>
        </a:solidFill>
      </p:bgPr>
    </p:bg>
    <p:spTree>
      <p:nvGrpSpPr>
        <p:cNvPr id="1435" name="Shape 1435"/>
        <p:cNvGrpSpPr/>
        <p:nvPr/>
      </p:nvGrpSpPr>
      <p:grpSpPr>
        <a:xfrm>
          <a:off x="0" y="0"/>
          <a:ext cx="0" cy="0"/>
          <a:chOff x="0" y="0"/>
          <a:chExt cx="0" cy="0"/>
        </a:xfrm>
      </p:grpSpPr>
      <p:sp>
        <p:nvSpPr>
          <p:cNvPr id="1436" name="Google Shape;1436;p125"/>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437" name="Google Shape;1437;p125"/>
          <p:cNvSpPr txBox="1"/>
          <p:nvPr>
            <p:ph idx="1"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1438" name="Google Shape;1438;p125"/>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125"/>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125"/>
          <p:cNvSpPr txBox="1"/>
          <p:nvPr>
            <p:ph idx="2"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1441" name="Google Shape;1441;p12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442" name="Google Shape;1442;p12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443" name="Google Shape;1443;p12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p:cSld name="TITLE_2_1_1_1_1_2_1_1_1_1_1_1_1_1_1_1_1_1_1_1_1_1_3">
    <p:bg>
      <p:bgPr>
        <a:solidFill>
          <a:schemeClr val="accent1"/>
        </a:solidFill>
      </p:bgPr>
    </p:bg>
    <p:spTree>
      <p:nvGrpSpPr>
        <p:cNvPr id="1444" name="Shape 1444"/>
        <p:cNvGrpSpPr/>
        <p:nvPr/>
      </p:nvGrpSpPr>
      <p:grpSpPr>
        <a:xfrm>
          <a:off x="0" y="0"/>
          <a:ext cx="0" cy="0"/>
          <a:chOff x="0" y="0"/>
          <a:chExt cx="0" cy="0"/>
        </a:xfrm>
      </p:grpSpPr>
      <p:sp>
        <p:nvSpPr>
          <p:cNvPr id="1445" name="Google Shape;1445;p12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12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126"/>
          <p:cNvSpPr/>
          <p:nvPr/>
        </p:nvSpPr>
        <p:spPr>
          <a:xfrm>
            <a:off x="2439375" y="621475"/>
            <a:ext cx="6492000" cy="4095300"/>
          </a:xfrm>
          <a:prstGeom prst="roundRect">
            <a:avLst>
              <a:gd fmla="val 359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126"/>
          <p:cNvSpPr/>
          <p:nvPr/>
        </p:nvSpPr>
        <p:spPr>
          <a:xfrm>
            <a:off x="212550" y="1144788"/>
            <a:ext cx="2415900" cy="3692100"/>
          </a:xfrm>
          <a:prstGeom prst="roundRect">
            <a:avLst>
              <a:gd fmla="val 540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126"/>
          <p:cNvSpPr txBox="1"/>
          <p:nvPr>
            <p:ph type="title"/>
          </p:nvPr>
        </p:nvSpPr>
        <p:spPr>
          <a:xfrm>
            <a:off x="445450" y="1458338"/>
            <a:ext cx="20088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600"/>
              <a:buFont typeface="Inter Tight Black"/>
              <a:buNone/>
              <a:defRPr sz="36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600"/>
              <a:buNone/>
              <a:defRPr sz="3600">
                <a:solidFill>
                  <a:schemeClr val="accent1"/>
                </a:solidFill>
              </a:defRPr>
            </a:lvl2pPr>
            <a:lvl3pPr lvl="2" algn="l">
              <a:lnSpc>
                <a:spcPct val="70000"/>
              </a:lnSpc>
              <a:spcBef>
                <a:spcPts val="0"/>
              </a:spcBef>
              <a:spcAft>
                <a:spcPts val="0"/>
              </a:spcAft>
              <a:buClr>
                <a:schemeClr val="accent1"/>
              </a:buClr>
              <a:buSzPts val="3600"/>
              <a:buNone/>
              <a:defRPr sz="3600">
                <a:solidFill>
                  <a:schemeClr val="accent1"/>
                </a:solidFill>
              </a:defRPr>
            </a:lvl3pPr>
            <a:lvl4pPr lvl="3" algn="l">
              <a:lnSpc>
                <a:spcPct val="70000"/>
              </a:lnSpc>
              <a:spcBef>
                <a:spcPts val="0"/>
              </a:spcBef>
              <a:spcAft>
                <a:spcPts val="0"/>
              </a:spcAft>
              <a:buClr>
                <a:schemeClr val="accent1"/>
              </a:buClr>
              <a:buSzPts val="3600"/>
              <a:buNone/>
              <a:defRPr sz="3600">
                <a:solidFill>
                  <a:schemeClr val="accent1"/>
                </a:solidFill>
              </a:defRPr>
            </a:lvl4pPr>
            <a:lvl5pPr lvl="4" algn="l">
              <a:lnSpc>
                <a:spcPct val="70000"/>
              </a:lnSpc>
              <a:spcBef>
                <a:spcPts val="0"/>
              </a:spcBef>
              <a:spcAft>
                <a:spcPts val="0"/>
              </a:spcAft>
              <a:buClr>
                <a:schemeClr val="accent1"/>
              </a:buClr>
              <a:buSzPts val="3600"/>
              <a:buNone/>
              <a:defRPr sz="3600">
                <a:solidFill>
                  <a:schemeClr val="accent1"/>
                </a:solidFill>
              </a:defRPr>
            </a:lvl5pPr>
            <a:lvl6pPr lvl="5" algn="l">
              <a:lnSpc>
                <a:spcPct val="70000"/>
              </a:lnSpc>
              <a:spcBef>
                <a:spcPts val="0"/>
              </a:spcBef>
              <a:spcAft>
                <a:spcPts val="0"/>
              </a:spcAft>
              <a:buClr>
                <a:schemeClr val="accent1"/>
              </a:buClr>
              <a:buSzPts val="3600"/>
              <a:buNone/>
              <a:defRPr sz="3600">
                <a:solidFill>
                  <a:schemeClr val="accent1"/>
                </a:solidFill>
              </a:defRPr>
            </a:lvl6pPr>
            <a:lvl7pPr lvl="6" algn="l">
              <a:lnSpc>
                <a:spcPct val="70000"/>
              </a:lnSpc>
              <a:spcBef>
                <a:spcPts val="0"/>
              </a:spcBef>
              <a:spcAft>
                <a:spcPts val="0"/>
              </a:spcAft>
              <a:buClr>
                <a:schemeClr val="accent1"/>
              </a:buClr>
              <a:buSzPts val="3600"/>
              <a:buNone/>
              <a:defRPr sz="3600">
                <a:solidFill>
                  <a:schemeClr val="accent1"/>
                </a:solidFill>
              </a:defRPr>
            </a:lvl7pPr>
            <a:lvl8pPr lvl="7" algn="l">
              <a:lnSpc>
                <a:spcPct val="70000"/>
              </a:lnSpc>
              <a:spcBef>
                <a:spcPts val="0"/>
              </a:spcBef>
              <a:spcAft>
                <a:spcPts val="0"/>
              </a:spcAft>
              <a:buClr>
                <a:schemeClr val="accent1"/>
              </a:buClr>
              <a:buSzPts val="3600"/>
              <a:buNone/>
              <a:defRPr sz="3600">
                <a:solidFill>
                  <a:schemeClr val="accent1"/>
                </a:solidFill>
              </a:defRPr>
            </a:lvl8pPr>
            <a:lvl9pPr lvl="8" algn="l">
              <a:lnSpc>
                <a:spcPct val="70000"/>
              </a:lnSpc>
              <a:spcBef>
                <a:spcPts val="0"/>
              </a:spcBef>
              <a:spcAft>
                <a:spcPts val="0"/>
              </a:spcAft>
              <a:buClr>
                <a:schemeClr val="accent1"/>
              </a:buClr>
              <a:buSzPts val="3600"/>
              <a:buNone/>
              <a:defRPr sz="3600">
                <a:solidFill>
                  <a:schemeClr val="accent1"/>
                </a:solidFill>
              </a:defRPr>
            </a:lvl9pPr>
          </a:lstStyle>
          <a:p/>
        </p:txBody>
      </p:sp>
      <p:sp>
        <p:nvSpPr>
          <p:cNvPr id="1450" name="Google Shape;1450;p126"/>
          <p:cNvSpPr txBox="1"/>
          <p:nvPr>
            <p:ph idx="1" type="body"/>
          </p:nvPr>
        </p:nvSpPr>
        <p:spPr>
          <a:xfrm>
            <a:off x="445450" y="3056313"/>
            <a:ext cx="2008800" cy="1448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1pPr>
            <a:lvl2pPr indent="-304800" lvl="1" marL="914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2pPr>
            <a:lvl3pPr indent="-304800" lvl="2" marL="1371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3pPr>
            <a:lvl4pPr indent="-304800" lvl="3" marL="1828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4pPr>
            <a:lvl5pPr indent="-304800" lvl="4" marL="22860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5pPr>
            <a:lvl6pPr indent="-304800" lvl="5" marL="2743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6pPr>
            <a:lvl7pPr indent="-304800" lvl="6" marL="3200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7pPr>
            <a:lvl8pPr indent="-304800" lvl="7" marL="3657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8pPr>
            <a:lvl9pPr indent="-304800" lvl="8" marL="4114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9pPr>
          </a:lstStyle>
          <a:p/>
        </p:txBody>
      </p:sp>
      <p:sp>
        <p:nvSpPr>
          <p:cNvPr id="1451" name="Google Shape;1451;p126"/>
          <p:cNvSpPr txBox="1"/>
          <p:nvPr>
            <p:ph idx="2" type="subTitle"/>
          </p:nvPr>
        </p:nvSpPr>
        <p:spPr>
          <a:xfrm>
            <a:off x="445450" y="2663488"/>
            <a:ext cx="20088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accent1"/>
              </a:buClr>
              <a:buSzPts val="1200"/>
              <a:buFont typeface="Inter"/>
              <a:buNone/>
              <a:defRPr b="1" sz="12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400"/>
              <a:buNone/>
              <a:defRPr>
                <a:solidFill>
                  <a:schemeClr val="accent1"/>
                </a:solidFill>
              </a:defRPr>
            </a:lvl2pPr>
            <a:lvl3pPr lvl="2" algn="l">
              <a:lnSpc>
                <a:spcPct val="115000"/>
              </a:lnSpc>
              <a:spcBef>
                <a:spcPts val="0"/>
              </a:spcBef>
              <a:spcAft>
                <a:spcPts val="0"/>
              </a:spcAft>
              <a:buClr>
                <a:schemeClr val="accent1"/>
              </a:buClr>
              <a:buSzPts val="1400"/>
              <a:buNone/>
              <a:defRPr>
                <a:solidFill>
                  <a:schemeClr val="accent1"/>
                </a:solidFill>
              </a:defRPr>
            </a:lvl3pPr>
            <a:lvl4pPr lvl="3" algn="l">
              <a:lnSpc>
                <a:spcPct val="115000"/>
              </a:lnSpc>
              <a:spcBef>
                <a:spcPts val="0"/>
              </a:spcBef>
              <a:spcAft>
                <a:spcPts val="0"/>
              </a:spcAft>
              <a:buClr>
                <a:schemeClr val="accent1"/>
              </a:buClr>
              <a:buSzPts val="1400"/>
              <a:buNone/>
              <a:defRPr>
                <a:solidFill>
                  <a:schemeClr val="accent1"/>
                </a:solidFill>
              </a:defRPr>
            </a:lvl4pPr>
            <a:lvl5pPr lvl="4" algn="l">
              <a:lnSpc>
                <a:spcPct val="115000"/>
              </a:lnSpc>
              <a:spcBef>
                <a:spcPts val="0"/>
              </a:spcBef>
              <a:spcAft>
                <a:spcPts val="0"/>
              </a:spcAft>
              <a:buClr>
                <a:schemeClr val="accent1"/>
              </a:buClr>
              <a:buSzPts val="1400"/>
              <a:buNone/>
              <a:defRPr>
                <a:solidFill>
                  <a:schemeClr val="accent1"/>
                </a:solidFill>
              </a:defRPr>
            </a:lvl5pPr>
            <a:lvl6pPr lvl="5" algn="l">
              <a:lnSpc>
                <a:spcPct val="115000"/>
              </a:lnSpc>
              <a:spcBef>
                <a:spcPts val="0"/>
              </a:spcBef>
              <a:spcAft>
                <a:spcPts val="0"/>
              </a:spcAft>
              <a:buClr>
                <a:schemeClr val="accent1"/>
              </a:buClr>
              <a:buSzPts val="1400"/>
              <a:buNone/>
              <a:defRPr>
                <a:solidFill>
                  <a:schemeClr val="accent1"/>
                </a:solidFill>
              </a:defRPr>
            </a:lvl6pPr>
            <a:lvl7pPr lvl="6" algn="l">
              <a:lnSpc>
                <a:spcPct val="115000"/>
              </a:lnSpc>
              <a:spcBef>
                <a:spcPts val="0"/>
              </a:spcBef>
              <a:spcAft>
                <a:spcPts val="0"/>
              </a:spcAft>
              <a:buClr>
                <a:schemeClr val="accent1"/>
              </a:buClr>
              <a:buSzPts val="1400"/>
              <a:buNone/>
              <a:defRPr>
                <a:solidFill>
                  <a:schemeClr val="accent1"/>
                </a:solidFill>
              </a:defRPr>
            </a:lvl7pPr>
            <a:lvl8pPr lvl="7" algn="l">
              <a:lnSpc>
                <a:spcPct val="115000"/>
              </a:lnSpc>
              <a:spcBef>
                <a:spcPts val="0"/>
              </a:spcBef>
              <a:spcAft>
                <a:spcPts val="0"/>
              </a:spcAft>
              <a:buClr>
                <a:schemeClr val="accent1"/>
              </a:buClr>
              <a:buSzPts val="1400"/>
              <a:buNone/>
              <a:defRPr>
                <a:solidFill>
                  <a:schemeClr val="accent1"/>
                </a:solidFill>
              </a:defRPr>
            </a:lvl8pPr>
            <a:lvl9pPr lvl="8" algn="l">
              <a:lnSpc>
                <a:spcPct val="115000"/>
              </a:lnSpc>
              <a:spcBef>
                <a:spcPts val="0"/>
              </a:spcBef>
              <a:spcAft>
                <a:spcPts val="0"/>
              </a:spcAft>
              <a:buClr>
                <a:schemeClr val="accent1"/>
              </a:buClr>
              <a:buSzPts val="1400"/>
              <a:buNone/>
              <a:defRPr>
                <a:solidFill>
                  <a:schemeClr val="accent1"/>
                </a:solidFill>
              </a:defRPr>
            </a:lvl9pPr>
          </a:lstStyle>
          <a:p/>
        </p:txBody>
      </p:sp>
      <p:sp>
        <p:nvSpPr>
          <p:cNvPr id="1452" name="Google Shape;1452;p12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453" name="Google Shape;1453;p12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454" name="Google Shape;1454;p12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3">
  <p:cSld name="TITLE_2_1_1_1_1_2_3">
    <p:bg>
      <p:bgPr>
        <a:solidFill>
          <a:schemeClr val="accent1"/>
        </a:solidFill>
      </p:bgPr>
    </p:bg>
    <p:spTree>
      <p:nvGrpSpPr>
        <p:cNvPr id="1455" name="Shape 1455"/>
        <p:cNvGrpSpPr/>
        <p:nvPr/>
      </p:nvGrpSpPr>
      <p:grpSpPr>
        <a:xfrm>
          <a:off x="0" y="0"/>
          <a:ext cx="0" cy="0"/>
          <a:chOff x="0" y="0"/>
          <a:chExt cx="0" cy="0"/>
        </a:xfrm>
      </p:grpSpPr>
      <p:sp>
        <p:nvSpPr>
          <p:cNvPr id="1456" name="Google Shape;1456;p127"/>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127"/>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127"/>
          <p:cNvSpPr txBox="1"/>
          <p:nvPr>
            <p:ph type="title"/>
          </p:nvPr>
        </p:nvSpPr>
        <p:spPr>
          <a:xfrm>
            <a:off x="381850" y="10618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9pPr>
          </a:lstStyle>
          <a:p/>
        </p:txBody>
      </p:sp>
      <p:sp>
        <p:nvSpPr>
          <p:cNvPr id="1459" name="Google Shape;1459;p127"/>
          <p:cNvSpPr txBox="1"/>
          <p:nvPr>
            <p:ph idx="1" type="body"/>
          </p:nvPr>
        </p:nvSpPr>
        <p:spPr>
          <a:xfrm>
            <a:off x="381850"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1460" name="Google Shape;1460;p127"/>
          <p:cNvSpPr txBox="1"/>
          <p:nvPr>
            <p:ph idx="2" type="subTitle"/>
          </p:nvPr>
        </p:nvSpPr>
        <p:spPr>
          <a:xfrm>
            <a:off x="381850"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61" name="Google Shape;1461;p127"/>
          <p:cNvSpPr/>
          <p:nvPr/>
        </p:nvSpPr>
        <p:spPr>
          <a:xfrm rot="-5400000">
            <a:off x="4386425" y="249325"/>
            <a:ext cx="4173900" cy="49095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12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463" name="Google Shape;1463;p12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464" name="Google Shape;1464;p12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3">
  <p:cSld name="TITLE_2_1_1_1_1_4">
    <p:bg>
      <p:bgPr>
        <a:solidFill>
          <a:schemeClr val="dk2"/>
        </a:solidFill>
      </p:bgPr>
    </p:bg>
    <p:spTree>
      <p:nvGrpSpPr>
        <p:cNvPr id="1465" name="Shape 1465"/>
        <p:cNvGrpSpPr/>
        <p:nvPr/>
      </p:nvGrpSpPr>
      <p:grpSpPr>
        <a:xfrm>
          <a:off x="0" y="0"/>
          <a:ext cx="0" cy="0"/>
          <a:chOff x="0" y="0"/>
          <a:chExt cx="0" cy="0"/>
        </a:xfrm>
      </p:grpSpPr>
      <p:sp>
        <p:nvSpPr>
          <p:cNvPr id="1466" name="Google Shape;1466;p128"/>
          <p:cNvSpPr/>
          <p:nvPr/>
        </p:nvSpPr>
        <p:spPr>
          <a:xfrm rot="-5400000">
            <a:off x="4325400" y="17575"/>
            <a:ext cx="4423500" cy="5213700"/>
          </a:xfrm>
          <a:prstGeom prst="round2SameRect">
            <a:avLst>
              <a:gd fmla="val 3746"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67" name="Google Shape;1467;p128"/>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468" name="Google Shape;1468;p128"/>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469" name="Google Shape;1469;p128"/>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470" name="Google Shape;1470;p128"/>
          <p:cNvSpPr txBox="1"/>
          <p:nvPr>
            <p:ph type="title"/>
          </p:nvPr>
        </p:nvSpPr>
        <p:spPr>
          <a:xfrm>
            <a:off x="163875" y="130130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None/>
              <a:defRPr sz="3800">
                <a:solidFill>
                  <a:schemeClr val="lt2"/>
                </a:solidFill>
              </a:defRPr>
            </a:lvl2pPr>
            <a:lvl3pPr lvl="2" algn="l">
              <a:lnSpc>
                <a:spcPct val="70000"/>
              </a:lnSpc>
              <a:spcBef>
                <a:spcPts val="0"/>
              </a:spcBef>
              <a:spcAft>
                <a:spcPts val="0"/>
              </a:spcAft>
              <a:buClr>
                <a:schemeClr val="lt2"/>
              </a:buClr>
              <a:buSzPts val="3800"/>
              <a:buNone/>
              <a:defRPr sz="3800">
                <a:solidFill>
                  <a:schemeClr val="lt2"/>
                </a:solidFill>
              </a:defRPr>
            </a:lvl3pPr>
            <a:lvl4pPr lvl="3" algn="l">
              <a:lnSpc>
                <a:spcPct val="70000"/>
              </a:lnSpc>
              <a:spcBef>
                <a:spcPts val="0"/>
              </a:spcBef>
              <a:spcAft>
                <a:spcPts val="0"/>
              </a:spcAft>
              <a:buClr>
                <a:schemeClr val="lt2"/>
              </a:buClr>
              <a:buSzPts val="3800"/>
              <a:buNone/>
              <a:defRPr sz="3800">
                <a:solidFill>
                  <a:schemeClr val="lt2"/>
                </a:solidFill>
              </a:defRPr>
            </a:lvl4pPr>
            <a:lvl5pPr lvl="4" algn="l">
              <a:lnSpc>
                <a:spcPct val="70000"/>
              </a:lnSpc>
              <a:spcBef>
                <a:spcPts val="0"/>
              </a:spcBef>
              <a:spcAft>
                <a:spcPts val="0"/>
              </a:spcAft>
              <a:buClr>
                <a:schemeClr val="lt2"/>
              </a:buClr>
              <a:buSzPts val="3800"/>
              <a:buNone/>
              <a:defRPr sz="3800">
                <a:solidFill>
                  <a:schemeClr val="lt2"/>
                </a:solidFill>
              </a:defRPr>
            </a:lvl5pPr>
            <a:lvl6pPr lvl="5" algn="l">
              <a:lnSpc>
                <a:spcPct val="70000"/>
              </a:lnSpc>
              <a:spcBef>
                <a:spcPts val="0"/>
              </a:spcBef>
              <a:spcAft>
                <a:spcPts val="0"/>
              </a:spcAft>
              <a:buClr>
                <a:schemeClr val="lt2"/>
              </a:buClr>
              <a:buSzPts val="3800"/>
              <a:buNone/>
              <a:defRPr sz="3800">
                <a:solidFill>
                  <a:schemeClr val="lt2"/>
                </a:solidFill>
              </a:defRPr>
            </a:lvl6pPr>
            <a:lvl7pPr lvl="6" algn="l">
              <a:lnSpc>
                <a:spcPct val="70000"/>
              </a:lnSpc>
              <a:spcBef>
                <a:spcPts val="0"/>
              </a:spcBef>
              <a:spcAft>
                <a:spcPts val="0"/>
              </a:spcAft>
              <a:buClr>
                <a:schemeClr val="lt2"/>
              </a:buClr>
              <a:buSzPts val="3800"/>
              <a:buNone/>
              <a:defRPr sz="3800">
                <a:solidFill>
                  <a:schemeClr val="lt2"/>
                </a:solidFill>
              </a:defRPr>
            </a:lvl7pPr>
            <a:lvl8pPr lvl="7" algn="l">
              <a:lnSpc>
                <a:spcPct val="70000"/>
              </a:lnSpc>
              <a:spcBef>
                <a:spcPts val="0"/>
              </a:spcBef>
              <a:spcAft>
                <a:spcPts val="0"/>
              </a:spcAft>
              <a:buClr>
                <a:schemeClr val="lt2"/>
              </a:buClr>
              <a:buSzPts val="3800"/>
              <a:buNone/>
              <a:defRPr sz="3800">
                <a:solidFill>
                  <a:schemeClr val="lt2"/>
                </a:solidFill>
              </a:defRPr>
            </a:lvl8pPr>
            <a:lvl9pPr lvl="8" algn="l">
              <a:lnSpc>
                <a:spcPct val="70000"/>
              </a:lnSpc>
              <a:spcBef>
                <a:spcPts val="0"/>
              </a:spcBef>
              <a:spcAft>
                <a:spcPts val="0"/>
              </a:spcAft>
              <a:buClr>
                <a:schemeClr val="lt2"/>
              </a:buClr>
              <a:buSzPts val="3800"/>
              <a:buNone/>
              <a:defRPr sz="3800">
                <a:solidFill>
                  <a:schemeClr val="lt2"/>
                </a:solidFill>
              </a:defRPr>
            </a:lvl9pPr>
          </a:lstStyle>
          <a:p/>
        </p:txBody>
      </p:sp>
      <p:sp>
        <p:nvSpPr>
          <p:cNvPr id="1471" name="Google Shape;1471;p128"/>
          <p:cNvSpPr txBox="1"/>
          <p:nvPr>
            <p:ph idx="2" type="body"/>
          </p:nvPr>
        </p:nvSpPr>
        <p:spPr>
          <a:xfrm>
            <a:off x="163875"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Char char="○"/>
              <a:defRPr sz="1200">
                <a:solidFill>
                  <a:schemeClr val="lt2"/>
                </a:solidFill>
              </a:defRPr>
            </a:lvl2pPr>
            <a:lvl3pPr indent="-304800" lvl="2" marL="1371600" algn="l">
              <a:lnSpc>
                <a:spcPct val="115000"/>
              </a:lnSpc>
              <a:spcBef>
                <a:spcPts val="0"/>
              </a:spcBef>
              <a:spcAft>
                <a:spcPts val="0"/>
              </a:spcAft>
              <a:buClr>
                <a:schemeClr val="lt2"/>
              </a:buClr>
              <a:buSzPts val="1200"/>
              <a:buChar char="■"/>
              <a:defRPr sz="1200">
                <a:solidFill>
                  <a:schemeClr val="lt2"/>
                </a:solidFill>
              </a:defRPr>
            </a:lvl3pPr>
            <a:lvl4pPr indent="-304800" lvl="3" marL="1828800" algn="l">
              <a:lnSpc>
                <a:spcPct val="115000"/>
              </a:lnSpc>
              <a:spcBef>
                <a:spcPts val="0"/>
              </a:spcBef>
              <a:spcAft>
                <a:spcPts val="0"/>
              </a:spcAft>
              <a:buClr>
                <a:schemeClr val="lt2"/>
              </a:buClr>
              <a:buSzPts val="1200"/>
              <a:buChar char="●"/>
              <a:defRPr sz="1200">
                <a:solidFill>
                  <a:schemeClr val="lt2"/>
                </a:solidFill>
              </a:defRPr>
            </a:lvl4pPr>
            <a:lvl5pPr indent="-304800" lvl="4" marL="2286000" algn="l">
              <a:lnSpc>
                <a:spcPct val="115000"/>
              </a:lnSpc>
              <a:spcBef>
                <a:spcPts val="0"/>
              </a:spcBef>
              <a:spcAft>
                <a:spcPts val="0"/>
              </a:spcAft>
              <a:buClr>
                <a:schemeClr val="lt2"/>
              </a:buClr>
              <a:buSzPts val="1200"/>
              <a:buChar char="○"/>
              <a:defRPr sz="1200">
                <a:solidFill>
                  <a:schemeClr val="lt2"/>
                </a:solidFill>
              </a:defRPr>
            </a:lvl5pPr>
            <a:lvl6pPr indent="-304800" lvl="5" marL="2743200" algn="l">
              <a:lnSpc>
                <a:spcPct val="115000"/>
              </a:lnSpc>
              <a:spcBef>
                <a:spcPts val="0"/>
              </a:spcBef>
              <a:spcAft>
                <a:spcPts val="0"/>
              </a:spcAft>
              <a:buClr>
                <a:schemeClr val="lt2"/>
              </a:buClr>
              <a:buSzPts val="1200"/>
              <a:buChar char="■"/>
              <a:defRPr sz="1200">
                <a:solidFill>
                  <a:schemeClr val="lt2"/>
                </a:solidFill>
              </a:defRPr>
            </a:lvl6pPr>
            <a:lvl7pPr indent="-304800" lvl="6" marL="3200400" algn="l">
              <a:lnSpc>
                <a:spcPct val="115000"/>
              </a:lnSpc>
              <a:spcBef>
                <a:spcPts val="0"/>
              </a:spcBef>
              <a:spcAft>
                <a:spcPts val="0"/>
              </a:spcAft>
              <a:buClr>
                <a:schemeClr val="lt2"/>
              </a:buClr>
              <a:buSzPts val="1200"/>
              <a:buChar char="●"/>
              <a:defRPr sz="1200">
                <a:solidFill>
                  <a:schemeClr val="lt2"/>
                </a:solidFill>
              </a:defRPr>
            </a:lvl7pPr>
            <a:lvl8pPr indent="-304800" lvl="7" marL="3657600" algn="l">
              <a:lnSpc>
                <a:spcPct val="115000"/>
              </a:lnSpc>
              <a:spcBef>
                <a:spcPts val="0"/>
              </a:spcBef>
              <a:spcAft>
                <a:spcPts val="0"/>
              </a:spcAft>
              <a:buClr>
                <a:schemeClr val="lt2"/>
              </a:buClr>
              <a:buSzPts val="1200"/>
              <a:buChar char="○"/>
              <a:defRPr sz="1200">
                <a:solidFill>
                  <a:schemeClr val="lt2"/>
                </a:solidFill>
              </a:defRPr>
            </a:lvl8pPr>
            <a:lvl9pPr indent="-304800" lvl="8" marL="4114800" algn="l">
              <a:lnSpc>
                <a:spcPct val="115000"/>
              </a:lnSpc>
              <a:spcBef>
                <a:spcPts val="0"/>
              </a:spcBef>
              <a:spcAft>
                <a:spcPts val="0"/>
              </a:spcAft>
              <a:buClr>
                <a:schemeClr val="lt2"/>
              </a:buClr>
              <a:buSzPts val="1200"/>
              <a:buChar char="■"/>
              <a:defRPr sz="1200">
                <a:solidFill>
                  <a:schemeClr val="lt2"/>
                </a:solidFill>
              </a:defRPr>
            </a:lvl9pPr>
          </a:lstStyle>
          <a:p/>
        </p:txBody>
      </p:sp>
      <p:sp>
        <p:nvSpPr>
          <p:cNvPr id="1472" name="Google Shape;1472;p128"/>
          <p:cNvSpPr txBox="1"/>
          <p:nvPr>
            <p:ph idx="3" type="subTitle"/>
          </p:nvPr>
        </p:nvSpPr>
        <p:spPr>
          <a:xfrm>
            <a:off x="163875"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73" name="Google Shape;1473;p128"/>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p:cSld name="TITLE_2_1_1_1_1_2_1_1_1_1_1_1_1_1_1">
    <p:bg>
      <p:bgPr>
        <a:solidFill>
          <a:schemeClr val="accent1"/>
        </a:solidFill>
      </p:bgPr>
    </p:bg>
    <p:spTree>
      <p:nvGrpSpPr>
        <p:cNvPr id="1474" name="Shape 1474"/>
        <p:cNvGrpSpPr/>
        <p:nvPr/>
      </p:nvGrpSpPr>
      <p:grpSpPr>
        <a:xfrm>
          <a:off x="0" y="0"/>
          <a:ext cx="0" cy="0"/>
          <a:chOff x="0" y="0"/>
          <a:chExt cx="0" cy="0"/>
        </a:xfrm>
      </p:grpSpPr>
      <p:sp>
        <p:nvSpPr>
          <p:cNvPr id="1475" name="Google Shape;1475;p129"/>
          <p:cNvSpPr/>
          <p:nvPr/>
        </p:nvSpPr>
        <p:spPr>
          <a:xfrm>
            <a:off x="120150" y="402300"/>
            <a:ext cx="8903700" cy="43884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76" name="Google Shape;1476;p129"/>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477" name="Google Shape;1477;p129"/>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478" name="Google Shape;1478;p129"/>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479" name="Google Shape;1479;p129"/>
          <p:cNvSpPr/>
          <p:nvPr/>
        </p:nvSpPr>
        <p:spPr>
          <a:xfrm>
            <a:off x="352300" y="1578800"/>
            <a:ext cx="2655300" cy="2942400"/>
          </a:xfrm>
          <a:prstGeom prst="roundRect">
            <a:avLst>
              <a:gd fmla="val 469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129"/>
          <p:cNvSpPr/>
          <p:nvPr/>
        </p:nvSpPr>
        <p:spPr>
          <a:xfrm>
            <a:off x="3246325" y="1578800"/>
            <a:ext cx="2655300" cy="2942400"/>
          </a:xfrm>
          <a:prstGeom prst="roundRect">
            <a:avLst>
              <a:gd fmla="val 469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129"/>
          <p:cNvSpPr/>
          <p:nvPr/>
        </p:nvSpPr>
        <p:spPr>
          <a:xfrm>
            <a:off x="6140350" y="1578800"/>
            <a:ext cx="2655300" cy="2942400"/>
          </a:xfrm>
          <a:prstGeom prst="roundRect">
            <a:avLst>
              <a:gd fmla="val 469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129"/>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1483" name="Google Shape;1483;p129"/>
          <p:cNvSpPr txBox="1"/>
          <p:nvPr>
            <p:ph idx="2" type="body"/>
          </p:nvPr>
        </p:nvSpPr>
        <p:spPr>
          <a:xfrm>
            <a:off x="461475" y="29394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1484" name="Google Shape;1484;p129"/>
          <p:cNvSpPr txBox="1"/>
          <p:nvPr>
            <p:ph idx="3" type="subTitle"/>
          </p:nvPr>
        </p:nvSpPr>
        <p:spPr>
          <a:xfrm>
            <a:off x="461475" y="26226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1485" name="Google Shape;1485;p129"/>
          <p:cNvSpPr txBox="1"/>
          <p:nvPr>
            <p:ph idx="4" type="body"/>
          </p:nvPr>
        </p:nvSpPr>
        <p:spPr>
          <a:xfrm>
            <a:off x="3356850" y="29394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1486" name="Google Shape;1486;p129"/>
          <p:cNvSpPr txBox="1"/>
          <p:nvPr>
            <p:ph idx="5" type="subTitle"/>
          </p:nvPr>
        </p:nvSpPr>
        <p:spPr>
          <a:xfrm>
            <a:off x="3356850" y="26226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1487" name="Google Shape;1487;p129"/>
          <p:cNvSpPr txBox="1"/>
          <p:nvPr>
            <p:ph idx="6" type="body"/>
          </p:nvPr>
        </p:nvSpPr>
        <p:spPr>
          <a:xfrm>
            <a:off x="6252225" y="29394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1488" name="Google Shape;1488;p129"/>
          <p:cNvSpPr txBox="1"/>
          <p:nvPr>
            <p:ph idx="7" type="subTitle"/>
          </p:nvPr>
        </p:nvSpPr>
        <p:spPr>
          <a:xfrm>
            <a:off x="6252225" y="26226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1489" name="Google Shape;1489;p129"/>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p:cSld name="TITLE_2_1_1_1_1_2_1_1_1_1_1_1_1_1_1_1_1">
    <p:bg>
      <p:bgPr>
        <a:solidFill>
          <a:schemeClr val="accent1"/>
        </a:solidFill>
      </p:bgPr>
    </p:bg>
    <p:spTree>
      <p:nvGrpSpPr>
        <p:cNvPr id="1490" name="Shape 1490"/>
        <p:cNvGrpSpPr/>
        <p:nvPr/>
      </p:nvGrpSpPr>
      <p:grpSpPr>
        <a:xfrm>
          <a:off x="0" y="0"/>
          <a:ext cx="0" cy="0"/>
          <a:chOff x="0" y="0"/>
          <a:chExt cx="0" cy="0"/>
        </a:xfrm>
      </p:grpSpPr>
      <p:pic>
        <p:nvPicPr>
          <p:cNvPr id="1491" name="Google Shape;1491;p130"/>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492" name="Google Shape;1492;p130"/>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493" name="Google Shape;1493;p130"/>
          <p:cNvSpPr/>
          <p:nvPr/>
        </p:nvSpPr>
        <p:spPr>
          <a:xfrm>
            <a:off x="123598" y="121600"/>
            <a:ext cx="10446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494" name="Google Shape;1494;p130"/>
          <p:cNvSpPr/>
          <p:nvPr/>
        </p:nvSpPr>
        <p:spPr>
          <a:xfrm>
            <a:off x="99350" y="1324375"/>
            <a:ext cx="2908200" cy="33990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p130"/>
          <p:cNvSpPr/>
          <p:nvPr/>
        </p:nvSpPr>
        <p:spPr>
          <a:xfrm>
            <a:off x="3117900" y="1324375"/>
            <a:ext cx="2908200" cy="33990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p130"/>
          <p:cNvSpPr/>
          <p:nvPr/>
        </p:nvSpPr>
        <p:spPr>
          <a:xfrm>
            <a:off x="6136450" y="1324375"/>
            <a:ext cx="2908200" cy="33990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130"/>
          <p:cNvSpPr txBox="1"/>
          <p:nvPr>
            <p:ph type="title"/>
          </p:nvPr>
        </p:nvSpPr>
        <p:spPr>
          <a:xfrm>
            <a:off x="99350" y="3982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1498" name="Google Shape;1498;p130"/>
          <p:cNvSpPr txBox="1"/>
          <p:nvPr>
            <p:ph idx="2"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499" name="Google Shape;1499;p130"/>
          <p:cNvSpPr txBox="1"/>
          <p:nvPr>
            <p:ph idx="3" type="subTitle"/>
          </p:nvPr>
        </p:nvSpPr>
        <p:spPr>
          <a:xfrm>
            <a:off x="3383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500" name="Google Shape;1500;p130"/>
          <p:cNvSpPr txBox="1"/>
          <p:nvPr>
            <p:ph idx="4"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501" name="Google Shape;1501;p130"/>
          <p:cNvSpPr txBox="1"/>
          <p:nvPr>
            <p:ph idx="5" type="subTitle"/>
          </p:nvPr>
        </p:nvSpPr>
        <p:spPr>
          <a:xfrm>
            <a:off x="335685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502" name="Google Shape;1502;p130"/>
          <p:cNvSpPr txBox="1"/>
          <p:nvPr>
            <p:ph idx="6"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503" name="Google Shape;1503;p130"/>
          <p:cNvSpPr txBox="1"/>
          <p:nvPr>
            <p:ph idx="7" type="subTitle"/>
          </p:nvPr>
        </p:nvSpPr>
        <p:spPr>
          <a:xfrm>
            <a:off x="63754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504" name="Google Shape;1504;p130"/>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p:cSld name="TITLE_2_1_1_1_1_2_1_1_1_1_1_1_1_1_1_1_1_1">
    <p:bg>
      <p:bgPr>
        <a:solidFill>
          <a:schemeClr val="lt1"/>
        </a:solidFill>
      </p:bgPr>
    </p:bg>
    <p:spTree>
      <p:nvGrpSpPr>
        <p:cNvPr id="1505" name="Shape 1505"/>
        <p:cNvGrpSpPr/>
        <p:nvPr/>
      </p:nvGrpSpPr>
      <p:grpSpPr>
        <a:xfrm>
          <a:off x="0" y="0"/>
          <a:ext cx="0" cy="0"/>
          <a:chOff x="0" y="0"/>
          <a:chExt cx="0" cy="0"/>
        </a:xfrm>
      </p:grpSpPr>
      <p:sp>
        <p:nvSpPr>
          <p:cNvPr id="1506" name="Google Shape;1506;p131"/>
          <p:cNvSpPr/>
          <p:nvPr/>
        </p:nvSpPr>
        <p:spPr>
          <a:xfrm>
            <a:off x="99350" y="1324375"/>
            <a:ext cx="2908200" cy="3399000"/>
          </a:xfrm>
          <a:prstGeom prst="roundRect">
            <a:avLst>
              <a:gd fmla="val 7576"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p131"/>
          <p:cNvSpPr/>
          <p:nvPr/>
        </p:nvSpPr>
        <p:spPr>
          <a:xfrm>
            <a:off x="3117900" y="1324375"/>
            <a:ext cx="2908200" cy="3399000"/>
          </a:xfrm>
          <a:prstGeom prst="roundRect">
            <a:avLst>
              <a:gd fmla="val 7576"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p131"/>
          <p:cNvSpPr/>
          <p:nvPr/>
        </p:nvSpPr>
        <p:spPr>
          <a:xfrm>
            <a:off x="6136450" y="1324375"/>
            <a:ext cx="2908200" cy="3399000"/>
          </a:xfrm>
          <a:prstGeom prst="roundRect">
            <a:avLst>
              <a:gd fmla="val 7576"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131"/>
          <p:cNvSpPr txBox="1"/>
          <p:nvPr>
            <p:ph type="title"/>
          </p:nvPr>
        </p:nvSpPr>
        <p:spPr>
          <a:xfrm>
            <a:off x="99350" y="3982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1510" name="Google Shape;1510;p131"/>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1511" name="Google Shape;1511;p131"/>
          <p:cNvSpPr txBox="1"/>
          <p:nvPr>
            <p:ph idx="2" type="subTitle"/>
          </p:nvPr>
        </p:nvSpPr>
        <p:spPr>
          <a:xfrm>
            <a:off x="3383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1512" name="Google Shape;1512;p131"/>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1513" name="Google Shape;1513;p131"/>
          <p:cNvSpPr txBox="1"/>
          <p:nvPr>
            <p:ph idx="4" type="subTitle"/>
          </p:nvPr>
        </p:nvSpPr>
        <p:spPr>
          <a:xfrm>
            <a:off x="335685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1514" name="Google Shape;1514;p131"/>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1515" name="Google Shape;1515;p131"/>
          <p:cNvSpPr txBox="1"/>
          <p:nvPr>
            <p:ph idx="6" type="subTitle"/>
          </p:nvPr>
        </p:nvSpPr>
        <p:spPr>
          <a:xfrm>
            <a:off x="63754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pic>
        <p:nvPicPr>
          <p:cNvPr id="1516" name="Google Shape;1516;p131"/>
          <p:cNvPicPr preferRelativeResize="0"/>
          <p:nvPr/>
        </p:nvPicPr>
        <p:blipFill rotWithShape="1">
          <a:blip r:embed="rId2">
            <a:alphaModFix/>
          </a:blip>
          <a:srcRect b="0" l="0" r="0" t="0"/>
          <a:stretch/>
        </p:blipFill>
        <p:spPr>
          <a:xfrm>
            <a:off x="8065775" y="116277"/>
            <a:ext cx="958045" cy="170225"/>
          </a:xfrm>
          <a:prstGeom prst="rect">
            <a:avLst/>
          </a:prstGeom>
          <a:noFill/>
          <a:ln>
            <a:noFill/>
          </a:ln>
        </p:spPr>
      </p:pic>
      <p:sp>
        <p:nvSpPr>
          <p:cNvPr id="1517" name="Google Shape;1517;p131"/>
          <p:cNvSpPr txBox="1"/>
          <p:nvPr>
            <p:ph idx="7"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600"/>
              <a:buFont typeface="Inter"/>
              <a:buNone/>
              <a:defRPr b="1" sz="600">
                <a:solidFill>
                  <a:schemeClr val="accent1"/>
                </a:solidFill>
                <a:latin typeface="Inter"/>
                <a:ea typeface="Inter"/>
                <a:cs typeface="Inter"/>
                <a:sym typeface="Inter"/>
              </a:defRPr>
            </a:lvl1pPr>
            <a:lvl2pPr lvl="1"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2pPr>
            <a:lvl3pPr lvl="2"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3pPr>
            <a:lvl4pPr lvl="3"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4pPr>
            <a:lvl5pPr lvl="4"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5pPr>
            <a:lvl6pPr lvl="5"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6pPr>
            <a:lvl7pPr lvl="6"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7pPr>
            <a:lvl8pPr lvl="7"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8pPr>
            <a:lvl9pPr lvl="8"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9pPr>
          </a:lstStyle>
          <a:p/>
        </p:txBody>
      </p:sp>
      <p:sp>
        <p:nvSpPr>
          <p:cNvPr id="1518" name="Google Shape;1518;p131"/>
          <p:cNvSpPr/>
          <p:nvPr/>
        </p:nvSpPr>
        <p:spPr>
          <a:xfrm>
            <a:off x="123606" y="121600"/>
            <a:ext cx="806400" cy="1596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519" name="Google Shape;1519;p131"/>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dk2"/>
                </a:solidFill>
                <a:latin typeface="Inter"/>
                <a:ea typeface="Inter"/>
                <a:cs typeface="Inter"/>
                <a:sym typeface="Inter"/>
              </a:rPr>
              <a:t>‹#›</a:t>
            </a:fld>
            <a:endParaRPr b="1" i="0" sz="800" u="none" cap="none" strike="noStrike">
              <a:solidFill>
                <a:schemeClr val="dk2"/>
              </a:solidFill>
              <a:latin typeface="Inter"/>
              <a:ea typeface="Inter"/>
              <a:cs typeface="Inter"/>
              <a:sym typeface="Inter"/>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p:cSld name="TITLE_2_1_1_1_1_2_1_1_1_1_1_1_1_1_1_1_1_1_1">
    <p:bg>
      <p:bgPr>
        <a:solidFill>
          <a:schemeClr val="accent1"/>
        </a:solidFill>
      </p:bgPr>
    </p:bg>
    <p:spTree>
      <p:nvGrpSpPr>
        <p:cNvPr id="1520" name="Shape 1520"/>
        <p:cNvGrpSpPr/>
        <p:nvPr/>
      </p:nvGrpSpPr>
      <p:grpSpPr>
        <a:xfrm>
          <a:off x="0" y="0"/>
          <a:ext cx="0" cy="0"/>
          <a:chOff x="0" y="0"/>
          <a:chExt cx="0" cy="0"/>
        </a:xfrm>
      </p:grpSpPr>
      <p:sp>
        <p:nvSpPr>
          <p:cNvPr id="1521" name="Google Shape;1521;p132"/>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22" name="Google Shape;1522;p132"/>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523" name="Google Shape;1523;p132"/>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524" name="Google Shape;1524;p132"/>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525" name="Google Shape;1525;p132"/>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p:cSld name="TITLE_2_1_1_1_1_2_1_1_1_1_1_1_1_1_1_1_1_1_1_1">
    <p:bg>
      <p:bgPr>
        <a:solidFill>
          <a:schemeClr val="accent1"/>
        </a:solidFill>
      </p:bgPr>
    </p:bg>
    <p:spTree>
      <p:nvGrpSpPr>
        <p:cNvPr id="1526" name="Shape 1526"/>
        <p:cNvGrpSpPr/>
        <p:nvPr/>
      </p:nvGrpSpPr>
      <p:grpSpPr>
        <a:xfrm>
          <a:off x="0" y="0"/>
          <a:ext cx="0" cy="0"/>
          <a:chOff x="0" y="0"/>
          <a:chExt cx="0" cy="0"/>
        </a:xfrm>
      </p:grpSpPr>
      <p:sp>
        <p:nvSpPr>
          <p:cNvPr id="1527" name="Google Shape;1527;p133"/>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28" name="Google Shape;1528;p133"/>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529" name="Google Shape;1529;p133"/>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530" name="Google Shape;1530;p133"/>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531" name="Google Shape;1531;p133"/>
          <p:cNvSpPr txBox="1"/>
          <p:nvPr>
            <p:ph type="title"/>
          </p:nvPr>
        </p:nvSpPr>
        <p:spPr>
          <a:xfrm>
            <a:off x="405250" y="10189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532" name="Google Shape;1532;p133"/>
          <p:cNvSpPr txBox="1"/>
          <p:nvPr>
            <p:ph idx="2" type="body"/>
          </p:nvPr>
        </p:nvSpPr>
        <p:spPr>
          <a:xfrm>
            <a:off x="405250" y="26144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533" name="Google Shape;1533;p133"/>
          <p:cNvSpPr txBox="1"/>
          <p:nvPr>
            <p:ph idx="3" type="subTitle"/>
          </p:nvPr>
        </p:nvSpPr>
        <p:spPr>
          <a:xfrm>
            <a:off x="405250" y="22496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p:cSld name="TITLE_2_1_1_1_1_2_1_1_1_1_1_1_1_1_1_1_1_1_1_1_1">
    <p:bg>
      <p:bgPr>
        <a:solidFill>
          <a:schemeClr val="dk2"/>
        </a:solidFill>
      </p:bgPr>
    </p:bg>
    <p:spTree>
      <p:nvGrpSpPr>
        <p:cNvPr id="1534" name="Shape 1534"/>
        <p:cNvGrpSpPr/>
        <p:nvPr/>
      </p:nvGrpSpPr>
      <p:grpSpPr>
        <a:xfrm>
          <a:off x="0" y="0"/>
          <a:ext cx="0" cy="0"/>
          <a:chOff x="0" y="0"/>
          <a:chExt cx="0" cy="0"/>
        </a:xfrm>
      </p:grpSpPr>
      <p:pic>
        <p:nvPicPr>
          <p:cNvPr id="1535" name="Google Shape;1535;p134"/>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536" name="Google Shape;1536;p134"/>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537" name="Google Shape;1537;p134"/>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538" name="Google Shape;1538;p134"/>
          <p:cNvSpPr/>
          <p:nvPr/>
        </p:nvSpPr>
        <p:spPr>
          <a:xfrm>
            <a:off x="120150" y="402300"/>
            <a:ext cx="43878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p134"/>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1540" name="Google Shape;1540;p134"/>
          <p:cNvSpPr txBox="1"/>
          <p:nvPr>
            <p:ph idx="2"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541" name="Google Shape;1541;p134"/>
          <p:cNvSpPr txBox="1"/>
          <p:nvPr>
            <p:ph idx="3"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542" name="Google Shape;1542;p134"/>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3">
  <p:cSld name="TITLE_2_1_1_1_1_2_1_1_1_1_1_1_1_1_1_1_1_1_1_1_1_3">
    <p:bg>
      <p:bgPr>
        <a:solidFill>
          <a:schemeClr val="dk2"/>
        </a:solidFill>
      </p:bgPr>
    </p:bg>
    <p:spTree>
      <p:nvGrpSpPr>
        <p:cNvPr id="1543" name="Shape 1543"/>
        <p:cNvGrpSpPr/>
        <p:nvPr/>
      </p:nvGrpSpPr>
      <p:grpSpPr>
        <a:xfrm>
          <a:off x="0" y="0"/>
          <a:ext cx="0" cy="0"/>
          <a:chOff x="0" y="0"/>
          <a:chExt cx="0" cy="0"/>
        </a:xfrm>
      </p:grpSpPr>
      <p:sp>
        <p:nvSpPr>
          <p:cNvPr id="1544" name="Google Shape;1544;p135"/>
          <p:cNvSpPr/>
          <p:nvPr>
            <p:ph idx="2" type="pic"/>
          </p:nvPr>
        </p:nvSpPr>
        <p:spPr>
          <a:xfrm>
            <a:off x="3541550" y="4014500"/>
            <a:ext cx="932400" cy="880500"/>
          </a:xfrm>
          <a:prstGeom prst="roundRect">
            <a:avLst>
              <a:gd fmla="val 18700" name="adj"/>
            </a:avLst>
          </a:prstGeom>
          <a:noFill/>
          <a:ln>
            <a:noFill/>
          </a:ln>
        </p:spPr>
      </p:sp>
      <p:sp>
        <p:nvSpPr>
          <p:cNvPr id="1545" name="Google Shape;1545;p135"/>
          <p:cNvSpPr/>
          <p:nvPr>
            <p:ph idx="3" type="pic"/>
          </p:nvPr>
        </p:nvSpPr>
        <p:spPr>
          <a:xfrm>
            <a:off x="3541700" y="3076700"/>
            <a:ext cx="932400" cy="880500"/>
          </a:xfrm>
          <a:prstGeom prst="roundRect">
            <a:avLst>
              <a:gd fmla="val 18700" name="adj"/>
            </a:avLst>
          </a:prstGeom>
          <a:noFill/>
          <a:ln>
            <a:noFill/>
          </a:ln>
        </p:spPr>
      </p:sp>
      <p:sp>
        <p:nvSpPr>
          <p:cNvPr id="1546" name="Google Shape;1546;p135"/>
          <p:cNvSpPr/>
          <p:nvPr>
            <p:ph idx="4" type="pic"/>
          </p:nvPr>
        </p:nvSpPr>
        <p:spPr>
          <a:xfrm>
            <a:off x="3541700" y="2127388"/>
            <a:ext cx="932400" cy="880500"/>
          </a:xfrm>
          <a:prstGeom prst="roundRect">
            <a:avLst>
              <a:gd fmla="val 18700" name="adj"/>
            </a:avLst>
          </a:prstGeom>
          <a:noFill/>
          <a:ln>
            <a:noFill/>
          </a:ln>
        </p:spPr>
      </p:sp>
      <p:sp>
        <p:nvSpPr>
          <p:cNvPr id="1547" name="Google Shape;1547;p135"/>
          <p:cNvSpPr/>
          <p:nvPr>
            <p:ph idx="5" type="pic"/>
          </p:nvPr>
        </p:nvSpPr>
        <p:spPr>
          <a:xfrm>
            <a:off x="3541700" y="1195350"/>
            <a:ext cx="932400" cy="880500"/>
          </a:xfrm>
          <a:prstGeom prst="roundRect">
            <a:avLst>
              <a:gd fmla="val 18700" name="adj"/>
            </a:avLst>
          </a:prstGeom>
          <a:noFill/>
          <a:ln>
            <a:noFill/>
          </a:ln>
        </p:spPr>
      </p:sp>
      <p:sp>
        <p:nvSpPr>
          <p:cNvPr id="1548" name="Google Shape;1548;p135"/>
          <p:cNvSpPr/>
          <p:nvPr>
            <p:ph idx="6" type="pic"/>
          </p:nvPr>
        </p:nvSpPr>
        <p:spPr>
          <a:xfrm>
            <a:off x="3541700" y="263300"/>
            <a:ext cx="932400" cy="880500"/>
          </a:xfrm>
          <a:prstGeom prst="roundRect">
            <a:avLst>
              <a:gd fmla="val 18700" name="adj"/>
            </a:avLst>
          </a:prstGeom>
          <a:noFill/>
          <a:ln>
            <a:noFill/>
          </a:ln>
        </p:spPr>
      </p:sp>
      <p:sp>
        <p:nvSpPr>
          <p:cNvPr id="1549" name="Google Shape;1549;p135"/>
          <p:cNvSpPr/>
          <p:nvPr>
            <p:ph idx="7" type="pic"/>
          </p:nvPr>
        </p:nvSpPr>
        <p:spPr>
          <a:xfrm>
            <a:off x="6108575" y="4014500"/>
            <a:ext cx="932400" cy="880500"/>
          </a:xfrm>
          <a:prstGeom prst="roundRect">
            <a:avLst>
              <a:gd fmla="val 18700" name="adj"/>
            </a:avLst>
          </a:prstGeom>
          <a:noFill/>
          <a:ln>
            <a:noFill/>
          </a:ln>
        </p:spPr>
      </p:sp>
      <p:sp>
        <p:nvSpPr>
          <p:cNvPr id="1550" name="Google Shape;1550;p135"/>
          <p:cNvSpPr/>
          <p:nvPr>
            <p:ph idx="8" type="pic"/>
          </p:nvPr>
        </p:nvSpPr>
        <p:spPr>
          <a:xfrm>
            <a:off x="6108725" y="3076700"/>
            <a:ext cx="932400" cy="880500"/>
          </a:xfrm>
          <a:prstGeom prst="roundRect">
            <a:avLst>
              <a:gd fmla="val 18700" name="adj"/>
            </a:avLst>
          </a:prstGeom>
          <a:noFill/>
          <a:ln>
            <a:noFill/>
          </a:ln>
        </p:spPr>
      </p:sp>
      <p:sp>
        <p:nvSpPr>
          <p:cNvPr id="1551" name="Google Shape;1551;p135"/>
          <p:cNvSpPr/>
          <p:nvPr>
            <p:ph idx="9" type="pic"/>
          </p:nvPr>
        </p:nvSpPr>
        <p:spPr>
          <a:xfrm>
            <a:off x="6108725" y="2127388"/>
            <a:ext cx="932400" cy="880500"/>
          </a:xfrm>
          <a:prstGeom prst="roundRect">
            <a:avLst>
              <a:gd fmla="val 18700" name="adj"/>
            </a:avLst>
          </a:prstGeom>
          <a:noFill/>
          <a:ln>
            <a:noFill/>
          </a:ln>
        </p:spPr>
      </p:sp>
      <p:sp>
        <p:nvSpPr>
          <p:cNvPr id="1552" name="Google Shape;1552;p135"/>
          <p:cNvSpPr/>
          <p:nvPr>
            <p:ph idx="13" type="pic"/>
          </p:nvPr>
        </p:nvSpPr>
        <p:spPr>
          <a:xfrm>
            <a:off x="6108725" y="1195350"/>
            <a:ext cx="932400" cy="880500"/>
          </a:xfrm>
          <a:prstGeom prst="roundRect">
            <a:avLst>
              <a:gd fmla="val 18700" name="adj"/>
            </a:avLst>
          </a:prstGeom>
          <a:noFill/>
          <a:ln>
            <a:noFill/>
          </a:ln>
        </p:spPr>
      </p:sp>
      <p:sp>
        <p:nvSpPr>
          <p:cNvPr id="1553" name="Google Shape;1553;p135"/>
          <p:cNvSpPr/>
          <p:nvPr>
            <p:ph idx="14" type="pic"/>
          </p:nvPr>
        </p:nvSpPr>
        <p:spPr>
          <a:xfrm>
            <a:off x="6108725" y="263300"/>
            <a:ext cx="932400" cy="880500"/>
          </a:xfrm>
          <a:prstGeom prst="roundRect">
            <a:avLst>
              <a:gd fmla="val 18700" name="adj"/>
            </a:avLst>
          </a:prstGeom>
          <a:noFill/>
          <a:ln>
            <a:noFill/>
          </a:ln>
        </p:spPr>
      </p:sp>
      <p:sp>
        <p:nvSpPr>
          <p:cNvPr id="1554" name="Google Shape;1554;p135"/>
          <p:cNvSpPr txBox="1"/>
          <p:nvPr>
            <p:ph idx="1" type="subTitle"/>
          </p:nvPr>
        </p:nvSpPr>
        <p:spPr>
          <a:xfrm>
            <a:off x="4578250" y="553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55" name="Google Shape;1555;p135"/>
          <p:cNvSpPr txBox="1"/>
          <p:nvPr>
            <p:ph idx="15" type="subTitle"/>
          </p:nvPr>
        </p:nvSpPr>
        <p:spPr>
          <a:xfrm>
            <a:off x="4578250" y="699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556" name="Google Shape;1556;p135"/>
          <p:cNvSpPr txBox="1"/>
          <p:nvPr>
            <p:ph idx="16" type="subTitle"/>
          </p:nvPr>
        </p:nvSpPr>
        <p:spPr>
          <a:xfrm>
            <a:off x="4578250" y="15040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57" name="Google Shape;1557;p135"/>
          <p:cNvSpPr txBox="1"/>
          <p:nvPr>
            <p:ph idx="17" type="subTitle"/>
          </p:nvPr>
        </p:nvSpPr>
        <p:spPr>
          <a:xfrm>
            <a:off x="4578250" y="16506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pic>
        <p:nvPicPr>
          <p:cNvPr id="1558" name="Google Shape;1558;p135"/>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559" name="Google Shape;1559;p135"/>
          <p:cNvSpPr txBox="1"/>
          <p:nvPr>
            <p:ph idx="18"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560" name="Google Shape;1560;p135"/>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561" name="Google Shape;1561;p135"/>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562" name="Google Shape;1562;p135"/>
          <p:cNvSpPr txBox="1"/>
          <p:nvPr>
            <p:ph idx="19" type="subTitle"/>
          </p:nvPr>
        </p:nvSpPr>
        <p:spPr>
          <a:xfrm>
            <a:off x="4578250" y="2398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63" name="Google Shape;1563;p135"/>
          <p:cNvSpPr txBox="1"/>
          <p:nvPr>
            <p:ph idx="20" type="subTitle"/>
          </p:nvPr>
        </p:nvSpPr>
        <p:spPr>
          <a:xfrm>
            <a:off x="4578250" y="2544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564" name="Google Shape;1564;p135"/>
          <p:cNvSpPr txBox="1"/>
          <p:nvPr>
            <p:ph idx="21" type="subTitle"/>
          </p:nvPr>
        </p:nvSpPr>
        <p:spPr>
          <a:xfrm>
            <a:off x="4578250" y="333591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65" name="Google Shape;1565;p135"/>
          <p:cNvSpPr txBox="1"/>
          <p:nvPr>
            <p:ph idx="22" type="subTitle"/>
          </p:nvPr>
        </p:nvSpPr>
        <p:spPr>
          <a:xfrm>
            <a:off x="4578250" y="34825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566" name="Google Shape;1566;p135"/>
          <p:cNvSpPr txBox="1"/>
          <p:nvPr>
            <p:ph idx="23" type="subTitle"/>
          </p:nvPr>
        </p:nvSpPr>
        <p:spPr>
          <a:xfrm>
            <a:off x="4578250" y="427372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67" name="Google Shape;1567;p135"/>
          <p:cNvSpPr txBox="1"/>
          <p:nvPr>
            <p:ph idx="24" type="subTitle"/>
          </p:nvPr>
        </p:nvSpPr>
        <p:spPr>
          <a:xfrm>
            <a:off x="4578250" y="44204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568" name="Google Shape;1568;p135"/>
          <p:cNvSpPr txBox="1"/>
          <p:nvPr>
            <p:ph idx="25" type="subTitle"/>
          </p:nvPr>
        </p:nvSpPr>
        <p:spPr>
          <a:xfrm>
            <a:off x="7152650" y="553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69" name="Google Shape;1569;p135"/>
          <p:cNvSpPr txBox="1"/>
          <p:nvPr>
            <p:ph idx="26" type="subTitle"/>
          </p:nvPr>
        </p:nvSpPr>
        <p:spPr>
          <a:xfrm>
            <a:off x="7152650" y="699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570" name="Google Shape;1570;p135"/>
          <p:cNvSpPr txBox="1"/>
          <p:nvPr>
            <p:ph idx="27" type="subTitle"/>
          </p:nvPr>
        </p:nvSpPr>
        <p:spPr>
          <a:xfrm>
            <a:off x="7152650" y="15040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71" name="Google Shape;1571;p135"/>
          <p:cNvSpPr txBox="1"/>
          <p:nvPr>
            <p:ph idx="28" type="subTitle"/>
          </p:nvPr>
        </p:nvSpPr>
        <p:spPr>
          <a:xfrm>
            <a:off x="7152650" y="16506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572" name="Google Shape;1572;p135"/>
          <p:cNvSpPr txBox="1"/>
          <p:nvPr>
            <p:ph idx="29" type="subTitle"/>
          </p:nvPr>
        </p:nvSpPr>
        <p:spPr>
          <a:xfrm>
            <a:off x="7152650" y="2398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73" name="Google Shape;1573;p135"/>
          <p:cNvSpPr txBox="1"/>
          <p:nvPr>
            <p:ph idx="30" type="subTitle"/>
          </p:nvPr>
        </p:nvSpPr>
        <p:spPr>
          <a:xfrm>
            <a:off x="7152650" y="2544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574" name="Google Shape;1574;p135"/>
          <p:cNvSpPr txBox="1"/>
          <p:nvPr>
            <p:ph idx="31" type="subTitle"/>
          </p:nvPr>
        </p:nvSpPr>
        <p:spPr>
          <a:xfrm>
            <a:off x="7152650" y="333591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75" name="Google Shape;1575;p135"/>
          <p:cNvSpPr txBox="1"/>
          <p:nvPr>
            <p:ph idx="32" type="subTitle"/>
          </p:nvPr>
        </p:nvSpPr>
        <p:spPr>
          <a:xfrm>
            <a:off x="7152650" y="34825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576" name="Google Shape;1576;p135"/>
          <p:cNvSpPr txBox="1"/>
          <p:nvPr>
            <p:ph idx="33" type="subTitle"/>
          </p:nvPr>
        </p:nvSpPr>
        <p:spPr>
          <a:xfrm>
            <a:off x="7152650" y="427372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77" name="Google Shape;1577;p135"/>
          <p:cNvSpPr txBox="1"/>
          <p:nvPr>
            <p:ph idx="34" type="subTitle"/>
          </p:nvPr>
        </p:nvSpPr>
        <p:spPr>
          <a:xfrm>
            <a:off x="7152650" y="44204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1578" name="Google Shape;1578;p135"/>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2">
  <p:cSld name="TITLE_2_1_1_1_1_2_1_1_1_1_1_1_1_1_1_1_1_1_1_1_1_2">
    <p:bg>
      <p:bgPr>
        <a:solidFill>
          <a:schemeClr val="dk2"/>
        </a:solidFill>
      </p:bgPr>
    </p:bg>
    <p:spTree>
      <p:nvGrpSpPr>
        <p:cNvPr id="1579" name="Shape 1579"/>
        <p:cNvGrpSpPr/>
        <p:nvPr/>
      </p:nvGrpSpPr>
      <p:grpSpPr>
        <a:xfrm>
          <a:off x="0" y="0"/>
          <a:ext cx="0" cy="0"/>
          <a:chOff x="0" y="0"/>
          <a:chExt cx="0" cy="0"/>
        </a:xfrm>
      </p:grpSpPr>
      <p:pic>
        <p:nvPicPr>
          <p:cNvPr id="1580" name="Google Shape;1580;p136"/>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581" name="Google Shape;1581;p136"/>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582" name="Google Shape;1582;p136"/>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583" name="Google Shape;1583;p136"/>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584" name="Google Shape;1584;p136"/>
          <p:cNvSpPr txBox="1"/>
          <p:nvPr>
            <p:ph idx="2"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1585" name="Google Shape;1585;p136"/>
          <p:cNvSpPr txBox="1"/>
          <p:nvPr>
            <p:ph idx="3"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1586" name="Google Shape;1586;p136"/>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p:cSld name="TITLE_2_1_1_1_1_2_1_1_1_1_1_1_1_1_1_1_1_1_1_1_1_1_1_1_1_1">
    <p:bg>
      <p:bgPr>
        <a:solidFill>
          <a:schemeClr val="accent1"/>
        </a:solidFill>
      </p:bgPr>
    </p:bg>
    <p:spTree>
      <p:nvGrpSpPr>
        <p:cNvPr id="1587" name="Shape 1587"/>
        <p:cNvGrpSpPr/>
        <p:nvPr/>
      </p:nvGrpSpPr>
      <p:grpSpPr>
        <a:xfrm>
          <a:off x="0" y="0"/>
          <a:ext cx="0" cy="0"/>
          <a:chOff x="0" y="0"/>
          <a:chExt cx="0" cy="0"/>
        </a:xfrm>
      </p:grpSpPr>
      <p:sp>
        <p:nvSpPr>
          <p:cNvPr id="1588" name="Google Shape;1588;p137"/>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89" name="Google Shape;1589;p137"/>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590" name="Google Shape;1590;p137"/>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591" name="Google Shape;1591;p137"/>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592" name="Google Shape;1592;p137"/>
          <p:cNvSpPr txBox="1"/>
          <p:nvPr>
            <p:ph type="title"/>
          </p:nvPr>
        </p:nvSpPr>
        <p:spPr>
          <a:xfrm>
            <a:off x="361750" y="59930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1593" name="Google Shape;1593;p137"/>
          <p:cNvSpPr txBox="1"/>
          <p:nvPr>
            <p:ph idx="2" type="body"/>
          </p:nvPr>
        </p:nvSpPr>
        <p:spPr>
          <a:xfrm>
            <a:off x="36175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594" name="Google Shape;1594;p137"/>
          <p:cNvSpPr txBox="1"/>
          <p:nvPr>
            <p:ph idx="3" type="subTitle"/>
          </p:nvPr>
        </p:nvSpPr>
        <p:spPr>
          <a:xfrm>
            <a:off x="36175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5" name="Google Shape;1595;p137"/>
          <p:cNvSpPr txBox="1"/>
          <p:nvPr>
            <p:ph idx="4" type="body"/>
          </p:nvPr>
        </p:nvSpPr>
        <p:spPr>
          <a:xfrm>
            <a:off x="253147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596" name="Google Shape;1596;p137"/>
          <p:cNvSpPr txBox="1"/>
          <p:nvPr>
            <p:ph idx="5" type="subTitle"/>
          </p:nvPr>
        </p:nvSpPr>
        <p:spPr>
          <a:xfrm>
            <a:off x="253147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7" name="Google Shape;1597;p137"/>
          <p:cNvSpPr txBox="1"/>
          <p:nvPr>
            <p:ph idx="6" type="body"/>
          </p:nvPr>
        </p:nvSpPr>
        <p:spPr>
          <a:xfrm>
            <a:off x="470120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598" name="Google Shape;1598;p137"/>
          <p:cNvSpPr txBox="1"/>
          <p:nvPr>
            <p:ph idx="7" type="subTitle"/>
          </p:nvPr>
        </p:nvSpPr>
        <p:spPr>
          <a:xfrm>
            <a:off x="470120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9" name="Google Shape;1599;p137"/>
          <p:cNvSpPr txBox="1"/>
          <p:nvPr>
            <p:ph idx="8" type="body"/>
          </p:nvPr>
        </p:nvSpPr>
        <p:spPr>
          <a:xfrm>
            <a:off x="687092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600" name="Google Shape;1600;p137"/>
          <p:cNvSpPr txBox="1"/>
          <p:nvPr>
            <p:ph idx="9" type="subTitle"/>
          </p:nvPr>
        </p:nvSpPr>
        <p:spPr>
          <a:xfrm>
            <a:off x="687092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2">
  <p:cSld name="TITLE_2_1_1_1_1_2_1_1_1_1_1_1_1_1_1_1_1_1_1_1_1_1_1_1_1_1_2">
    <p:bg>
      <p:bgPr>
        <a:solidFill>
          <a:schemeClr val="dk2"/>
        </a:solidFill>
      </p:bgPr>
    </p:bg>
    <p:spTree>
      <p:nvGrpSpPr>
        <p:cNvPr id="1601" name="Shape 1601"/>
        <p:cNvGrpSpPr/>
        <p:nvPr/>
      </p:nvGrpSpPr>
      <p:grpSpPr>
        <a:xfrm>
          <a:off x="0" y="0"/>
          <a:ext cx="0" cy="0"/>
          <a:chOff x="0" y="0"/>
          <a:chExt cx="0" cy="0"/>
        </a:xfrm>
      </p:grpSpPr>
      <p:sp>
        <p:nvSpPr>
          <p:cNvPr id="1602" name="Google Shape;1602;p138"/>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03" name="Google Shape;1603;p138"/>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604" name="Google Shape;1604;p138"/>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605" name="Google Shape;1605;p138"/>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606" name="Google Shape;1606;p138"/>
          <p:cNvSpPr txBox="1"/>
          <p:nvPr>
            <p:ph type="title"/>
          </p:nvPr>
        </p:nvSpPr>
        <p:spPr>
          <a:xfrm>
            <a:off x="361750" y="59930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1607" name="Google Shape;1607;p138"/>
          <p:cNvSpPr txBox="1"/>
          <p:nvPr>
            <p:ph idx="2" type="body"/>
          </p:nvPr>
        </p:nvSpPr>
        <p:spPr>
          <a:xfrm>
            <a:off x="36175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608" name="Google Shape;1608;p138"/>
          <p:cNvSpPr txBox="1"/>
          <p:nvPr>
            <p:ph idx="3" type="subTitle"/>
          </p:nvPr>
        </p:nvSpPr>
        <p:spPr>
          <a:xfrm>
            <a:off x="36175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9" name="Google Shape;1609;p138"/>
          <p:cNvSpPr txBox="1"/>
          <p:nvPr>
            <p:ph idx="4" type="body"/>
          </p:nvPr>
        </p:nvSpPr>
        <p:spPr>
          <a:xfrm>
            <a:off x="253147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610" name="Google Shape;1610;p138"/>
          <p:cNvSpPr txBox="1"/>
          <p:nvPr>
            <p:ph idx="5" type="subTitle"/>
          </p:nvPr>
        </p:nvSpPr>
        <p:spPr>
          <a:xfrm>
            <a:off x="253147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1" name="Google Shape;1611;p138"/>
          <p:cNvSpPr txBox="1"/>
          <p:nvPr>
            <p:ph idx="6" type="body"/>
          </p:nvPr>
        </p:nvSpPr>
        <p:spPr>
          <a:xfrm>
            <a:off x="470120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612" name="Google Shape;1612;p138"/>
          <p:cNvSpPr txBox="1"/>
          <p:nvPr>
            <p:ph idx="7" type="subTitle"/>
          </p:nvPr>
        </p:nvSpPr>
        <p:spPr>
          <a:xfrm>
            <a:off x="470120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3" name="Google Shape;1613;p138"/>
          <p:cNvSpPr txBox="1"/>
          <p:nvPr>
            <p:ph idx="8" type="body"/>
          </p:nvPr>
        </p:nvSpPr>
        <p:spPr>
          <a:xfrm>
            <a:off x="687092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614" name="Google Shape;1614;p138"/>
          <p:cNvSpPr txBox="1"/>
          <p:nvPr>
            <p:ph idx="9" type="subTitle"/>
          </p:nvPr>
        </p:nvSpPr>
        <p:spPr>
          <a:xfrm>
            <a:off x="687092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p:cSld name="TITLE_2_1_1_1_1_2_1_1_1_1_1_1_1_1_1_1_1_1_1_1_1_1_1_1_1_1_1">
    <p:bg>
      <p:bgPr>
        <a:solidFill>
          <a:schemeClr val="accent1"/>
        </a:solidFill>
      </p:bgPr>
    </p:bg>
    <p:spTree>
      <p:nvGrpSpPr>
        <p:cNvPr id="1615" name="Shape 1615"/>
        <p:cNvGrpSpPr/>
        <p:nvPr/>
      </p:nvGrpSpPr>
      <p:grpSpPr>
        <a:xfrm>
          <a:off x="0" y="0"/>
          <a:ext cx="0" cy="0"/>
          <a:chOff x="0" y="0"/>
          <a:chExt cx="0" cy="0"/>
        </a:xfrm>
      </p:grpSpPr>
      <p:pic>
        <p:nvPicPr>
          <p:cNvPr id="1616" name="Google Shape;1616;p139"/>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617" name="Google Shape;1617;p139"/>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618" name="Google Shape;1618;p139"/>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619" name="Google Shape;1619;p139"/>
          <p:cNvSpPr/>
          <p:nvPr/>
        </p:nvSpPr>
        <p:spPr>
          <a:xfrm>
            <a:off x="99350" y="1652300"/>
            <a:ext cx="8924400" cy="32961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p139"/>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621" name="Google Shape;1621;p139"/>
          <p:cNvSpPr txBox="1"/>
          <p:nvPr>
            <p:ph idx="2" type="body"/>
          </p:nvPr>
        </p:nvSpPr>
        <p:spPr>
          <a:xfrm>
            <a:off x="36175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22" name="Google Shape;1622;p139"/>
          <p:cNvSpPr txBox="1"/>
          <p:nvPr>
            <p:ph idx="3" type="subTitle"/>
          </p:nvPr>
        </p:nvSpPr>
        <p:spPr>
          <a:xfrm>
            <a:off x="36175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3" name="Google Shape;1623;p139"/>
          <p:cNvSpPr txBox="1"/>
          <p:nvPr>
            <p:ph idx="4" type="body"/>
          </p:nvPr>
        </p:nvSpPr>
        <p:spPr>
          <a:xfrm>
            <a:off x="253147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24" name="Google Shape;1624;p139"/>
          <p:cNvSpPr txBox="1"/>
          <p:nvPr>
            <p:ph idx="5" type="subTitle"/>
          </p:nvPr>
        </p:nvSpPr>
        <p:spPr>
          <a:xfrm>
            <a:off x="253147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5" name="Google Shape;1625;p139"/>
          <p:cNvSpPr txBox="1"/>
          <p:nvPr>
            <p:ph idx="6" type="body"/>
          </p:nvPr>
        </p:nvSpPr>
        <p:spPr>
          <a:xfrm>
            <a:off x="470120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26" name="Google Shape;1626;p139"/>
          <p:cNvSpPr txBox="1"/>
          <p:nvPr>
            <p:ph idx="7" type="subTitle"/>
          </p:nvPr>
        </p:nvSpPr>
        <p:spPr>
          <a:xfrm>
            <a:off x="470120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7" name="Google Shape;1627;p139"/>
          <p:cNvSpPr txBox="1"/>
          <p:nvPr>
            <p:ph idx="8" type="body"/>
          </p:nvPr>
        </p:nvSpPr>
        <p:spPr>
          <a:xfrm>
            <a:off x="687092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28" name="Google Shape;1628;p139"/>
          <p:cNvSpPr txBox="1"/>
          <p:nvPr>
            <p:ph idx="9" type="subTitle"/>
          </p:nvPr>
        </p:nvSpPr>
        <p:spPr>
          <a:xfrm>
            <a:off x="687092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2">
  <p:cSld name="TITLE_2_1_1_1_1_2_1_1_1_1_1_1_1_1_1_1_1_1_1_1_1_1_1_1_1_1_1_2">
    <p:bg>
      <p:bgPr>
        <a:solidFill>
          <a:schemeClr val="dk2"/>
        </a:solidFill>
      </p:bgPr>
    </p:bg>
    <p:spTree>
      <p:nvGrpSpPr>
        <p:cNvPr id="1629" name="Shape 1629"/>
        <p:cNvGrpSpPr/>
        <p:nvPr/>
      </p:nvGrpSpPr>
      <p:grpSpPr>
        <a:xfrm>
          <a:off x="0" y="0"/>
          <a:ext cx="0" cy="0"/>
          <a:chOff x="0" y="0"/>
          <a:chExt cx="0" cy="0"/>
        </a:xfrm>
      </p:grpSpPr>
      <p:pic>
        <p:nvPicPr>
          <p:cNvPr id="1630" name="Google Shape;1630;p140"/>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631" name="Google Shape;1631;p140"/>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632" name="Google Shape;1632;p140"/>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633" name="Google Shape;1633;p140"/>
          <p:cNvSpPr/>
          <p:nvPr/>
        </p:nvSpPr>
        <p:spPr>
          <a:xfrm>
            <a:off x="99350" y="1652300"/>
            <a:ext cx="8924400" cy="32961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140"/>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635" name="Google Shape;1635;p140"/>
          <p:cNvSpPr txBox="1"/>
          <p:nvPr>
            <p:ph idx="2" type="body"/>
          </p:nvPr>
        </p:nvSpPr>
        <p:spPr>
          <a:xfrm>
            <a:off x="36175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36" name="Google Shape;1636;p140"/>
          <p:cNvSpPr txBox="1"/>
          <p:nvPr>
            <p:ph idx="3" type="subTitle"/>
          </p:nvPr>
        </p:nvSpPr>
        <p:spPr>
          <a:xfrm>
            <a:off x="36175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7" name="Google Shape;1637;p140"/>
          <p:cNvSpPr txBox="1"/>
          <p:nvPr>
            <p:ph idx="4" type="body"/>
          </p:nvPr>
        </p:nvSpPr>
        <p:spPr>
          <a:xfrm>
            <a:off x="253147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38" name="Google Shape;1638;p140"/>
          <p:cNvSpPr txBox="1"/>
          <p:nvPr>
            <p:ph idx="5" type="subTitle"/>
          </p:nvPr>
        </p:nvSpPr>
        <p:spPr>
          <a:xfrm>
            <a:off x="253147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9" name="Google Shape;1639;p140"/>
          <p:cNvSpPr txBox="1"/>
          <p:nvPr>
            <p:ph idx="6" type="body"/>
          </p:nvPr>
        </p:nvSpPr>
        <p:spPr>
          <a:xfrm>
            <a:off x="470120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40" name="Google Shape;1640;p140"/>
          <p:cNvSpPr txBox="1"/>
          <p:nvPr>
            <p:ph idx="7" type="subTitle"/>
          </p:nvPr>
        </p:nvSpPr>
        <p:spPr>
          <a:xfrm>
            <a:off x="470120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1" name="Google Shape;1641;p140"/>
          <p:cNvSpPr txBox="1"/>
          <p:nvPr>
            <p:ph idx="8" type="body"/>
          </p:nvPr>
        </p:nvSpPr>
        <p:spPr>
          <a:xfrm>
            <a:off x="687092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42" name="Google Shape;1642;p140"/>
          <p:cNvSpPr txBox="1"/>
          <p:nvPr>
            <p:ph idx="9" type="subTitle"/>
          </p:nvPr>
        </p:nvSpPr>
        <p:spPr>
          <a:xfrm>
            <a:off x="687092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p:cSld name="TITLE_2_1_1_1_1_2_1_1_1_1_1_1_1_1_1_1_1_1_1_1_1_1_1_1_1_1_1_1">
    <p:bg>
      <p:bgPr>
        <a:solidFill>
          <a:schemeClr val="accent1"/>
        </a:solidFill>
      </p:bgPr>
    </p:bg>
    <p:spTree>
      <p:nvGrpSpPr>
        <p:cNvPr id="1643" name="Shape 1643"/>
        <p:cNvGrpSpPr/>
        <p:nvPr/>
      </p:nvGrpSpPr>
      <p:grpSpPr>
        <a:xfrm>
          <a:off x="0" y="0"/>
          <a:ext cx="0" cy="0"/>
          <a:chOff x="0" y="0"/>
          <a:chExt cx="0" cy="0"/>
        </a:xfrm>
      </p:grpSpPr>
      <p:sp>
        <p:nvSpPr>
          <p:cNvPr id="1644" name="Google Shape;1644;p141"/>
          <p:cNvSpPr/>
          <p:nvPr/>
        </p:nvSpPr>
        <p:spPr>
          <a:xfrm>
            <a:off x="86725"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141"/>
          <p:cNvSpPr/>
          <p:nvPr/>
        </p:nvSpPr>
        <p:spPr>
          <a:xfrm>
            <a:off x="2346950"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141"/>
          <p:cNvSpPr/>
          <p:nvPr/>
        </p:nvSpPr>
        <p:spPr>
          <a:xfrm>
            <a:off x="4602625"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p141"/>
          <p:cNvSpPr/>
          <p:nvPr/>
        </p:nvSpPr>
        <p:spPr>
          <a:xfrm>
            <a:off x="6870925"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8" name="Google Shape;1648;p141"/>
          <p:cNvSpPr txBox="1"/>
          <p:nvPr>
            <p:ph type="title"/>
          </p:nvPr>
        </p:nvSpPr>
        <p:spPr>
          <a:xfrm>
            <a:off x="182650" y="4522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649" name="Google Shape;1649;p141"/>
          <p:cNvSpPr txBox="1"/>
          <p:nvPr>
            <p:ph idx="1" type="body"/>
          </p:nvPr>
        </p:nvSpPr>
        <p:spPr>
          <a:xfrm>
            <a:off x="2758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50" name="Google Shape;1650;p141"/>
          <p:cNvSpPr txBox="1"/>
          <p:nvPr>
            <p:ph idx="2" type="subTitle"/>
          </p:nvPr>
        </p:nvSpPr>
        <p:spPr>
          <a:xfrm>
            <a:off x="2758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1" name="Google Shape;1651;p141"/>
          <p:cNvSpPr txBox="1"/>
          <p:nvPr>
            <p:ph idx="3" type="body"/>
          </p:nvPr>
        </p:nvSpPr>
        <p:spPr>
          <a:xfrm>
            <a:off x="25495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52" name="Google Shape;1652;p141"/>
          <p:cNvSpPr txBox="1"/>
          <p:nvPr>
            <p:ph idx="4" type="subTitle"/>
          </p:nvPr>
        </p:nvSpPr>
        <p:spPr>
          <a:xfrm>
            <a:off x="25495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3" name="Google Shape;1653;p141"/>
          <p:cNvSpPr txBox="1"/>
          <p:nvPr>
            <p:ph idx="5" type="body"/>
          </p:nvPr>
        </p:nvSpPr>
        <p:spPr>
          <a:xfrm>
            <a:off x="47745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54" name="Google Shape;1654;p141"/>
          <p:cNvSpPr txBox="1"/>
          <p:nvPr>
            <p:ph idx="6" type="subTitle"/>
          </p:nvPr>
        </p:nvSpPr>
        <p:spPr>
          <a:xfrm>
            <a:off x="47745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5" name="Google Shape;1655;p141"/>
          <p:cNvSpPr txBox="1"/>
          <p:nvPr>
            <p:ph idx="7" type="body"/>
          </p:nvPr>
        </p:nvSpPr>
        <p:spPr>
          <a:xfrm>
            <a:off x="70669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56" name="Google Shape;1656;p141"/>
          <p:cNvSpPr txBox="1"/>
          <p:nvPr>
            <p:ph idx="8" type="subTitle"/>
          </p:nvPr>
        </p:nvSpPr>
        <p:spPr>
          <a:xfrm>
            <a:off x="70669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657" name="Google Shape;1657;p141"/>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658" name="Google Shape;1658;p141"/>
          <p:cNvSpPr txBox="1"/>
          <p:nvPr>
            <p:ph idx="9"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659" name="Google Shape;1659;p141"/>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2">
  <p:cSld name="TITLE_2_1_1_1_1_2_1_1_1_1_1_1_1_1_1_1_1_1_1_1_1_1_1_1_1_1_1_1_2">
    <p:bg>
      <p:bgPr>
        <a:solidFill>
          <a:schemeClr val="accent1"/>
        </a:solidFill>
      </p:bgPr>
    </p:bg>
    <p:spTree>
      <p:nvGrpSpPr>
        <p:cNvPr id="1660" name="Shape 1660"/>
        <p:cNvGrpSpPr/>
        <p:nvPr/>
      </p:nvGrpSpPr>
      <p:grpSpPr>
        <a:xfrm>
          <a:off x="0" y="0"/>
          <a:ext cx="0" cy="0"/>
          <a:chOff x="0" y="0"/>
          <a:chExt cx="0" cy="0"/>
        </a:xfrm>
      </p:grpSpPr>
      <p:sp>
        <p:nvSpPr>
          <p:cNvPr id="1661" name="Google Shape;1661;p142"/>
          <p:cNvSpPr/>
          <p:nvPr/>
        </p:nvSpPr>
        <p:spPr>
          <a:xfrm>
            <a:off x="86725"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2" name="Google Shape;1662;p142"/>
          <p:cNvSpPr/>
          <p:nvPr/>
        </p:nvSpPr>
        <p:spPr>
          <a:xfrm>
            <a:off x="2346950"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p142"/>
          <p:cNvSpPr/>
          <p:nvPr/>
        </p:nvSpPr>
        <p:spPr>
          <a:xfrm>
            <a:off x="4602625"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142"/>
          <p:cNvSpPr/>
          <p:nvPr/>
        </p:nvSpPr>
        <p:spPr>
          <a:xfrm>
            <a:off x="6870925"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142"/>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666" name="Google Shape;1666;p142"/>
          <p:cNvSpPr txBox="1"/>
          <p:nvPr>
            <p:ph idx="1" type="body"/>
          </p:nvPr>
        </p:nvSpPr>
        <p:spPr>
          <a:xfrm>
            <a:off x="2830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67" name="Google Shape;1667;p142"/>
          <p:cNvSpPr txBox="1"/>
          <p:nvPr>
            <p:ph idx="2" type="subTitle"/>
          </p:nvPr>
        </p:nvSpPr>
        <p:spPr>
          <a:xfrm>
            <a:off x="2830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8" name="Google Shape;1668;p142"/>
          <p:cNvSpPr txBox="1"/>
          <p:nvPr>
            <p:ph idx="3" type="body"/>
          </p:nvPr>
        </p:nvSpPr>
        <p:spPr>
          <a:xfrm>
            <a:off x="25567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69" name="Google Shape;1669;p142"/>
          <p:cNvSpPr txBox="1"/>
          <p:nvPr>
            <p:ph idx="4" type="subTitle"/>
          </p:nvPr>
        </p:nvSpPr>
        <p:spPr>
          <a:xfrm>
            <a:off x="25567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0" name="Google Shape;1670;p142"/>
          <p:cNvSpPr txBox="1"/>
          <p:nvPr>
            <p:ph idx="5" type="body"/>
          </p:nvPr>
        </p:nvSpPr>
        <p:spPr>
          <a:xfrm>
            <a:off x="4781675"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71" name="Google Shape;1671;p142"/>
          <p:cNvSpPr txBox="1"/>
          <p:nvPr>
            <p:ph idx="6" type="subTitle"/>
          </p:nvPr>
        </p:nvSpPr>
        <p:spPr>
          <a:xfrm>
            <a:off x="4781675"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2" name="Google Shape;1672;p142"/>
          <p:cNvSpPr txBox="1"/>
          <p:nvPr>
            <p:ph idx="7" type="body"/>
          </p:nvPr>
        </p:nvSpPr>
        <p:spPr>
          <a:xfrm>
            <a:off x="7080413"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1673" name="Google Shape;1673;p142"/>
          <p:cNvSpPr txBox="1"/>
          <p:nvPr>
            <p:ph idx="8" type="subTitle"/>
          </p:nvPr>
        </p:nvSpPr>
        <p:spPr>
          <a:xfrm>
            <a:off x="7080413"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674" name="Google Shape;1674;p142"/>
          <p:cNvPicPr preferRelativeResize="0"/>
          <p:nvPr/>
        </p:nvPicPr>
        <p:blipFill rotWithShape="1">
          <a:blip r:embed="rId2">
            <a:alphaModFix/>
          </a:blip>
          <a:srcRect b="0" l="0" r="0" t="0"/>
          <a:stretch/>
        </p:blipFill>
        <p:spPr>
          <a:xfrm>
            <a:off x="6465563" y="4442075"/>
            <a:ext cx="243174" cy="243174"/>
          </a:xfrm>
          <a:prstGeom prst="rect">
            <a:avLst/>
          </a:prstGeom>
          <a:noFill/>
          <a:ln>
            <a:noFill/>
          </a:ln>
        </p:spPr>
      </p:pic>
      <p:pic>
        <p:nvPicPr>
          <p:cNvPr id="1675" name="Google Shape;1675;p142"/>
          <p:cNvPicPr preferRelativeResize="0"/>
          <p:nvPr/>
        </p:nvPicPr>
        <p:blipFill rotWithShape="1">
          <a:blip r:embed="rId2">
            <a:alphaModFix/>
          </a:blip>
          <a:srcRect b="0" l="0" r="0" t="0"/>
          <a:stretch/>
        </p:blipFill>
        <p:spPr>
          <a:xfrm>
            <a:off x="8713263" y="4442075"/>
            <a:ext cx="243174" cy="243174"/>
          </a:xfrm>
          <a:prstGeom prst="rect">
            <a:avLst/>
          </a:prstGeom>
          <a:noFill/>
          <a:ln>
            <a:noFill/>
          </a:ln>
        </p:spPr>
      </p:pic>
      <p:pic>
        <p:nvPicPr>
          <p:cNvPr id="1676" name="Google Shape;1676;p142"/>
          <p:cNvPicPr preferRelativeResize="0"/>
          <p:nvPr/>
        </p:nvPicPr>
        <p:blipFill rotWithShape="1">
          <a:blip r:embed="rId2">
            <a:alphaModFix/>
          </a:blip>
          <a:srcRect b="0" l="0" r="0" t="0"/>
          <a:stretch/>
        </p:blipFill>
        <p:spPr>
          <a:xfrm>
            <a:off x="4169963" y="4442075"/>
            <a:ext cx="243174" cy="243174"/>
          </a:xfrm>
          <a:prstGeom prst="rect">
            <a:avLst/>
          </a:prstGeom>
          <a:noFill/>
          <a:ln>
            <a:noFill/>
          </a:ln>
        </p:spPr>
      </p:pic>
      <p:pic>
        <p:nvPicPr>
          <p:cNvPr id="1677" name="Google Shape;1677;p142"/>
          <p:cNvPicPr preferRelativeResize="0"/>
          <p:nvPr/>
        </p:nvPicPr>
        <p:blipFill rotWithShape="1">
          <a:blip r:embed="rId2">
            <a:alphaModFix/>
          </a:blip>
          <a:srcRect b="0" l="0" r="0" t="0"/>
          <a:stretch/>
        </p:blipFill>
        <p:spPr>
          <a:xfrm>
            <a:off x="1923088" y="4442075"/>
            <a:ext cx="243174" cy="243174"/>
          </a:xfrm>
          <a:prstGeom prst="rect">
            <a:avLst/>
          </a:prstGeom>
          <a:noFill/>
          <a:ln>
            <a:noFill/>
          </a:ln>
        </p:spPr>
      </p:pic>
      <p:pic>
        <p:nvPicPr>
          <p:cNvPr id="1678" name="Google Shape;1678;p142"/>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1679" name="Google Shape;1679;p142"/>
          <p:cNvSpPr txBox="1"/>
          <p:nvPr>
            <p:ph idx="9"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680" name="Google Shape;1680;p142"/>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2 1">
  <p:cSld name="TITLE_2_1_1_1_1_2_1_1_1_1_1_1_1_1_1_1_1_1_1_1_1_1_1_1_1_1_1_1_2_1">
    <p:bg>
      <p:bgPr>
        <a:solidFill>
          <a:schemeClr val="accent1"/>
        </a:solidFill>
      </p:bgPr>
    </p:bg>
    <p:spTree>
      <p:nvGrpSpPr>
        <p:cNvPr id="1681" name="Shape 1681"/>
        <p:cNvGrpSpPr/>
        <p:nvPr/>
      </p:nvGrpSpPr>
      <p:grpSpPr>
        <a:xfrm>
          <a:off x="0" y="0"/>
          <a:ext cx="0" cy="0"/>
          <a:chOff x="0" y="0"/>
          <a:chExt cx="0" cy="0"/>
        </a:xfrm>
      </p:grpSpPr>
      <p:sp>
        <p:nvSpPr>
          <p:cNvPr id="1682" name="Google Shape;1682;p143"/>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683" name="Google Shape;1683;p143"/>
          <p:cNvSpPr txBox="1"/>
          <p:nvPr>
            <p:ph idx="1" type="body"/>
          </p:nvPr>
        </p:nvSpPr>
        <p:spPr>
          <a:xfrm>
            <a:off x="288475"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1684" name="Google Shape;1684;p143"/>
          <p:cNvSpPr txBox="1"/>
          <p:nvPr>
            <p:ph idx="2" type="subTitle"/>
          </p:nvPr>
        </p:nvSpPr>
        <p:spPr>
          <a:xfrm>
            <a:off x="288475"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1685" name="Google Shape;1685;p143"/>
          <p:cNvSpPr txBox="1"/>
          <p:nvPr>
            <p:ph idx="3" type="body"/>
          </p:nvPr>
        </p:nvSpPr>
        <p:spPr>
          <a:xfrm>
            <a:off x="2562175"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1686" name="Google Shape;1686;p143"/>
          <p:cNvSpPr txBox="1"/>
          <p:nvPr>
            <p:ph idx="4" type="subTitle"/>
          </p:nvPr>
        </p:nvSpPr>
        <p:spPr>
          <a:xfrm>
            <a:off x="2562175"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1687" name="Google Shape;1687;p143"/>
          <p:cNvSpPr txBox="1"/>
          <p:nvPr>
            <p:ph idx="5" type="body"/>
          </p:nvPr>
        </p:nvSpPr>
        <p:spPr>
          <a:xfrm>
            <a:off x="4787150"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1688" name="Google Shape;1688;p143"/>
          <p:cNvSpPr txBox="1"/>
          <p:nvPr>
            <p:ph idx="6" type="subTitle"/>
          </p:nvPr>
        </p:nvSpPr>
        <p:spPr>
          <a:xfrm>
            <a:off x="4787150"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1689" name="Google Shape;1689;p143"/>
          <p:cNvSpPr txBox="1"/>
          <p:nvPr>
            <p:ph idx="7" type="body"/>
          </p:nvPr>
        </p:nvSpPr>
        <p:spPr>
          <a:xfrm>
            <a:off x="7079550"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1690" name="Google Shape;1690;p143"/>
          <p:cNvSpPr txBox="1"/>
          <p:nvPr>
            <p:ph idx="8" type="subTitle"/>
          </p:nvPr>
        </p:nvSpPr>
        <p:spPr>
          <a:xfrm>
            <a:off x="7079550"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1691" name="Google Shape;1691;p143"/>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692" name="Google Shape;1692;p143"/>
          <p:cNvSpPr txBox="1"/>
          <p:nvPr>
            <p:ph idx="9"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693" name="Google Shape;1693;p143"/>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p:cSld name="TITLE_2_2_1_2_2">
    <p:bg>
      <p:bgPr>
        <a:solidFill>
          <a:schemeClr val="dk2"/>
        </a:solidFill>
      </p:bgPr>
    </p:bg>
    <p:spTree>
      <p:nvGrpSpPr>
        <p:cNvPr id="1694" name="Shape 1694"/>
        <p:cNvGrpSpPr/>
        <p:nvPr/>
      </p:nvGrpSpPr>
      <p:grpSpPr>
        <a:xfrm>
          <a:off x="0" y="0"/>
          <a:ext cx="0" cy="0"/>
          <a:chOff x="0" y="0"/>
          <a:chExt cx="0" cy="0"/>
        </a:xfrm>
      </p:grpSpPr>
      <p:sp>
        <p:nvSpPr>
          <p:cNvPr id="1695" name="Google Shape;1695;p144"/>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96" name="Google Shape;1696;p144"/>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697" name="Google Shape;1697;p144"/>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698" name="Google Shape;1698;p144"/>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699" name="Google Shape;1699;p144"/>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700" name="Google Shape;1700;p144"/>
          <p:cNvSpPr txBox="1"/>
          <p:nvPr>
            <p:ph idx="2"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2">
  <p:cSld name="TITLE_2_2_1_2_3">
    <p:bg>
      <p:bgPr>
        <a:solidFill>
          <a:schemeClr val="dk2"/>
        </a:solidFill>
      </p:bgPr>
    </p:bg>
    <p:spTree>
      <p:nvGrpSpPr>
        <p:cNvPr id="1701" name="Shape 1701"/>
        <p:cNvGrpSpPr/>
        <p:nvPr/>
      </p:nvGrpSpPr>
      <p:grpSpPr>
        <a:xfrm>
          <a:off x="0" y="0"/>
          <a:ext cx="0" cy="0"/>
          <a:chOff x="0" y="0"/>
          <a:chExt cx="0" cy="0"/>
        </a:xfrm>
      </p:grpSpPr>
      <p:sp>
        <p:nvSpPr>
          <p:cNvPr id="1702" name="Google Shape;1702;p145"/>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145"/>
          <p:cNvSpPr/>
          <p:nvPr/>
        </p:nvSpPr>
        <p:spPr>
          <a:xfrm>
            <a:off x="991956" y="117789"/>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1704" name="Google Shape;1704;p145"/>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705" name="Google Shape;1705;p145"/>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706" name="Google Shape;1706;p145"/>
          <p:cNvSpPr txBox="1"/>
          <p:nvPr>
            <p:ph idx="12" type="sldNum"/>
          </p:nvPr>
        </p:nvSpPr>
        <p:spPr>
          <a:xfrm>
            <a:off x="929256" y="89901"/>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1707" name="Google Shape;1707;p145"/>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708" name="Google Shape;1708;p145"/>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709" name="Google Shape;1709;p145"/>
          <p:cNvSpPr txBox="1"/>
          <p:nvPr>
            <p:ph idx="2"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1 2">
  <p:cSld name="TITLE_2_1_1_1_1_3_3">
    <p:bg>
      <p:bgPr>
        <a:solidFill>
          <a:schemeClr val="accent1"/>
        </a:solidFill>
      </p:bgPr>
    </p:bg>
    <p:spTree>
      <p:nvGrpSpPr>
        <p:cNvPr id="1710" name="Shape 1710"/>
        <p:cNvGrpSpPr/>
        <p:nvPr/>
      </p:nvGrpSpPr>
      <p:grpSpPr>
        <a:xfrm>
          <a:off x="0" y="0"/>
          <a:ext cx="0" cy="0"/>
          <a:chOff x="0" y="0"/>
          <a:chExt cx="0" cy="0"/>
        </a:xfrm>
      </p:grpSpPr>
      <p:sp>
        <p:nvSpPr>
          <p:cNvPr id="1711" name="Google Shape;1711;p146"/>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p146"/>
          <p:cNvSpPr/>
          <p:nvPr/>
        </p:nvSpPr>
        <p:spPr>
          <a:xfrm>
            <a:off x="991956" y="121600"/>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713" name="Google Shape;1713;p146"/>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714" name="Google Shape;1714;p146"/>
          <p:cNvSpPr txBox="1"/>
          <p:nvPr>
            <p:ph idx="12" type="sldNum"/>
          </p:nvPr>
        </p:nvSpPr>
        <p:spPr>
          <a:xfrm>
            <a:off x="929256" y="93713"/>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1715" name="Google Shape;1715;p146"/>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716" name="Google Shape;1716;p146"/>
          <p:cNvSpPr txBox="1"/>
          <p:nvPr>
            <p:ph type="title"/>
          </p:nvPr>
        </p:nvSpPr>
        <p:spPr>
          <a:xfrm>
            <a:off x="314275" y="11258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1717" name="Google Shape;1717;p146"/>
          <p:cNvSpPr txBox="1"/>
          <p:nvPr>
            <p:ph idx="2" type="body"/>
          </p:nvPr>
        </p:nvSpPr>
        <p:spPr>
          <a:xfrm>
            <a:off x="314275" y="263657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718" name="Google Shape;1718;p146"/>
          <p:cNvSpPr txBox="1"/>
          <p:nvPr>
            <p:ph idx="3" type="subTitle"/>
          </p:nvPr>
        </p:nvSpPr>
        <p:spPr>
          <a:xfrm>
            <a:off x="314275" y="228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pic>
        <p:nvPicPr>
          <p:cNvPr id="1719" name="Google Shape;1719;p146"/>
          <p:cNvPicPr preferRelativeResize="0"/>
          <p:nvPr/>
        </p:nvPicPr>
        <p:blipFill rotWithShape="1">
          <a:blip r:embed="rId2">
            <a:alphaModFix/>
          </a:blip>
          <a:srcRect b="0" l="0" r="0" t="0"/>
          <a:stretch/>
        </p:blipFill>
        <p:spPr>
          <a:xfrm>
            <a:off x="7802498" y="53350"/>
            <a:ext cx="1221354" cy="296100"/>
          </a:xfrm>
          <a:prstGeom prst="rect">
            <a:avLst/>
          </a:prstGeom>
          <a:noFill/>
          <a:ln>
            <a:noFill/>
          </a:ln>
        </p:spPr>
      </p:pic>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p:cSld name="TITLE_2_1_1_1">
    <p:bg>
      <p:bgPr>
        <a:solidFill>
          <a:schemeClr val="dk2"/>
        </a:solidFill>
      </p:bgPr>
    </p:bg>
    <p:spTree>
      <p:nvGrpSpPr>
        <p:cNvPr id="1720" name="Shape 1720"/>
        <p:cNvGrpSpPr/>
        <p:nvPr/>
      </p:nvGrpSpPr>
      <p:grpSpPr>
        <a:xfrm>
          <a:off x="0" y="0"/>
          <a:ext cx="0" cy="0"/>
          <a:chOff x="0" y="0"/>
          <a:chExt cx="0" cy="0"/>
        </a:xfrm>
      </p:grpSpPr>
      <p:sp>
        <p:nvSpPr>
          <p:cNvPr id="1721" name="Google Shape;1721;p147"/>
          <p:cNvSpPr/>
          <p:nvPr/>
        </p:nvSpPr>
        <p:spPr>
          <a:xfrm>
            <a:off x="120150" y="766200"/>
            <a:ext cx="89037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2" name="Google Shape;1722;p147"/>
          <p:cNvSpPr txBox="1"/>
          <p:nvPr>
            <p:ph type="title"/>
          </p:nvPr>
        </p:nvSpPr>
        <p:spPr>
          <a:xfrm>
            <a:off x="222100" y="1562275"/>
            <a:ext cx="5825100" cy="976800"/>
          </a:xfrm>
          <a:prstGeom prst="rect">
            <a:avLst/>
          </a:prstGeom>
          <a:noFill/>
          <a:ln>
            <a:noFill/>
          </a:ln>
        </p:spPr>
        <p:txBody>
          <a:bodyPr anchorCtr="0" anchor="t" bIns="91425" lIns="91425"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1723" name="Google Shape;1723;p147"/>
          <p:cNvSpPr txBox="1"/>
          <p:nvPr>
            <p:ph idx="1" type="body"/>
          </p:nvPr>
        </p:nvSpPr>
        <p:spPr>
          <a:xfrm>
            <a:off x="3005900"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724" name="Google Shape;1724;p147"/>
          <p:cNvSpPr txBox="1"/>
          <p:nvPr>
            <p:ph idx="2" type="body"/>
          </p:nvPr>
        </p:nvSpPr>
        <p:spPr>
          <a:xfrm>
            <a:off x="5944050" y="2824188"/>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725" name="Google Shape;1725;p14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726" name="Google Shape;1726;p14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727" name="Google Shape;1727;p147"/>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4">
  <p:cSld name="TITLE_2_2_1_4">
    <p:bg>
      <p:bgPr>
        <a:solidFill>
          <a:schemeClr val="dk2"/>
        </a:solidFill>
      </p:bgPr>
    </p:bg>
    <p:spTree>
      <p:nvGrpSpPr>
        <p:cNvPr id="1728" name="Shape 1728"/>
        <p:cNvGrpSpPr/>
        <p:nvPr/>
      </p:nvGrpSpPr>
      <p:grpSpPr>
        <a:xfrm>
          <a:off x="0" y="0"/>
          <a:ext cx="0" cy="0"/>
          <a:chOff x="0" y="0"/>
          <a:chExt cx="0" cy="0"/>
        </a:xfrm>
      </p:grpSpPr>
      <p:sp>
        <p:nvSpPr>
          <p:cNvPr id="1729" name="Google Shape;1729;p148"/>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30" name="Google Shape;1730;p148"/>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731" name="Google Shape;1731;p148"/>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732" name="Google Shape;1732;p148"/>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733" name="Google Shape;1733;p148"/>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3 1">
  <p:cSld name="Title slide 2 2 1 3">
    <p:bg>
      <p:bgPr>
        <a:solidFill>
          <a:schemeClr val="dk2"/>
        </a:solidFill>
      </p:bgPr>
    </p:bg>
    <p:spTree>
      <p:nvGrpSpPr>
        <p:cNvPr id="1734" name="Shape 1734"/>
        <p:cNvGrpSpPr/>
        <p:nvPr/>
      </p:nvGrpSpPr>
      <p:grpSpPr>
        <a:xfrm>
          <a:off x="0" y="0"/>
          <a:ext cx="0" cy="0"/>
          <a:chOff x="0" y="0"/>
          <a:chExt cx="0" cy="0"/>
        </a:xfrm>
      </p:grpSpPr>
      <p:sp>
        <p:nvSpPr>
          <p:cNvPr id="1735" name="Google Shape;1735;p149"/>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1736" name="Google Shape;1736;p149"/>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p149"/>
          <p:cNvSpPr txBox="1"/>
          <p:nvPr>
            <p:ph type="title"/>
          </p:nvPr>
        </p:nvSpPr>
        <p:spPr>
          <a:xfrm>
            <a:off x="345775" y="593950"/>
            <a:ext cx="8456400" cy="1089600"/>
          </a:xfrm>
          <a:prstGeom prst="rect">
            <a:avLst/>
          </a:prstGeom>
          <a:noFill/>
          <a:ln>
            <a:noFill/>
          </a:ln>
        </p:spPr>
        <p:txBody>
          <a:bodyPr anchorCtr="0" anchor="t" bIns="68575" lIns="0" spcFirstLastPara="1" rIns="68575" wrap="square" tIns="68575">
            <a:normAutofit/>
          </a:bodyPr>
          <a:lstStyle>
            <a:lvl1pPr lvl="0"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738" name="Google Shape;1738;p149"/>
          <p:cNvSpPr txBox="1"/>
          <p:nvPr>
            <p:ph idx="1" type="body"/>
          </p:nvPr>
        </p:nvSpPr>
        <p:spPr>
          <a:xfrm>
            <a:off x="314275" y="1413950"/>
            <a:ext cx="8430600" cy="2915700"/>
          </a:xfrm>
          <a:prstGeom prst="rect">
            <a:avLst/>
          </a:prstGeom>
          <a:noFill/>
          <a:ln>
            <a:noFill/>
          </a:ln>
        </p:spPr>
        <p:txBody>
          <a:bodyPr anchorCtr="0" anchor="t" bIns="68575" lIns="0" spcFirstLastPara="1" rIns="68575" wrap="square" tIns="0">
            <a:normAutofit/>
          </a:bodyPr>
          <a:lstStyle>
            <a:lvl1pPr indent="-285750" lvl="0" marL="457200" algn="l">
              <a:lnSpc>
                <a:spcPct val="115000"/>
              </a:lnSpc>
              <a:spcBef>
                <a:spcPts val="0"/>
              </a:spcBef>
              <a:spcAft>
                <a:spcPts val="0"/>
              </a:spcAft>
              <a:buSzPts val="900"/>
              <a:buFont typeface="Inter"/>
              <a:buChar char="●"/>
              <a:defRPr sz="1200">
                <a:latin typeface="Inter"/>
                <a:ea typeface="Inter"/>
                <a:cs typeface="Inter"/>
                <a:sym typeface="Inter"/>
              </a:defRPr>
            </a:lvl1pPr>
            <a:lvl2pPr indent="-285750" lvl="1" marL="914400" algn="l">
              <a:lnSpc>
                <a:spcPct val="115000"/>
              </a:lnSpc>
              <a:spcBef>
                <a:spcPts val="0"/>
              </a:spcBef>
              <a:spcAft>
                <a:spcPts val="0"/>
              </a:spcAft>
              <a:buSzPts val="900"/>
              <a:buFont typeface="Inter"/>
              <a:buChar char="○"/>
              <a:defRPr sz="1200">
                <a:latin typeface="Inter"/>
                <a:ea typeface="Inter"/>
                <a:cs typeface="Inter"/>
                <a:sym typeface="Inter"/>
              </a:defRPr>
            </a:lvl2pPr>
            <a:lvl3pPr indent="-285750" lvl="2" marL="1371600" algn="l">
              <a:lnSpc>
                <a:spcPct val="115000"/>
              </a:lnSpc>
              <a:spcBef>
                <a:spcPts val="0"/>
              </a:spcBef>
              <a:spcAft>
                <a:spcPts val="0"/>
              </a:spcAft>
              <a:buSzPts val="900"/>
              <a:buFont typeface="Inter"/>
              <a:buChar char="■"/>
              <a:defRPr sz="1200">
                <a:latin typeface="Inter"/>
                <a:ea typeface="Inter"/>
                <a:cs typeface="Inter"/>
                <a:sym typeface="Inter"/>
              </a:defRPr>
            </a:lvl3pPr>
            <a:lvl4pPr indent="-285750" lvl="3" marL="1828800" algn="l">
              <a:lnSpc>
                <a:spcPct val="115000"/>
              </a:lnSpc>
              <a:spcBef>
                <a:spcPts val="0"/>
              </a:spcBef>
              <a:spcAft>
                <a:spcPts val="0"/>
              </a:spcAft>
              <a:buSzPts val="900"/>
              <a:buFont typeface="Inter"/>
              <a:buChar char="●"/>
              <a:defRPr sz="1200">
                <a:latin typeface="Inter"/>
                <a:ea typeface="Inter"/>
                <a:cs typeface="Inter"/>
                <a:sym typeface="Inter"/>
              </a:defRPr>
            </a:lvl4pPr>
            <a:lvl5pPr indent="-285750" lvl="4" marL="2286000" algn="l">
              <a:lnSpc>
                <a:spcPct val="115000"/>
              </a:lnSpc>
              <a:spcBef>
                <a:spcPts val="0"/>
              </a:spcBef>
              <a:spcAft>
                <a:spcPts val="0"/>
              </a:spcAft>
              <a:buSzPts val="900"/>
              <a:buFont typeface="Inter"/>
              <a:buChar char="○"/>
              <a:defRPr sz="1200">
                <a:latin typeface="Inter"/>
                <a:ea typeface="Inter"/>
                <a:cs typeface="Inter"/>
                <a:sym typeface="Inter"/>
              </a:defRPr>
            </a:lvl5pPr>
            <a:lvl6pPr indent="-285750" lvl="5" marL="2743200" algn="l">
              <a:lnSpc>
                <a:spcPct val="115000"/>
              </a:lnSpc>
              <a:spcBef>
                <a:spcPts val="0"/>
              </a:spcBef>
              <a:spcAft>
                <a:spcPts val="0"/>
              </a:spcAft>
              <a:buSzPts val="900"/>
              <a:buFont typeface="Inter"/>
              <a:buChar char="■"/>
              <a:defRPr sz="1200">
                <a:latin typeface="Inter"/>
                <a:ea typeface="Inter"/>
                <a:cs typeface="Inter"/>
                <a:sym typeface="Inter"/>
              </a:defRPr>
            </a:lvl6pPr>
            <a:lvl7pPr indent="-285750" lvl="6" marL="3200400" algn="l">
              <a:lnSpc>
                <a:spcPct val="115000"/>
              </a:lnSpc>
              <a:spcBef>
                <a:spcPts val="0"/>
              </a:spcBef>
              <a:spcAft>
                <a:spcPts val="0"/>
              </a:spcAft>
              <a:buSzPts val="900"/>
              <a:buFont typeface="Inter"/>
              <a:buChar char="●"/>
              <a:defRPr sz="1200">
                <a:latin typeface="Inter"/>
                <a:ea typeface="Inter"/>
                <a:cs typeface="Inter"/>
                <a:sym typeface="Inter"/>
              </a:defRPr>
            </a:lvl7pPr>
            <a:lvl8pPr indent="-285750" lvl="7" marL="3657600" algn="l">
              <a:lnSpc>
                <a:spcPct val="115000"/>
              </a:lnSpc>
              <a:spcBef>
                <a:spcPts val="0"/>
              </a:spcBef>
              <a:spcAft>
                <a:spcPts val="0"/>
              </a:spcAft>
              <a:buSzPts val="900"/>
              <a:buFont typeface="Inter"/>
              <a:buChar char="○"/>
              <a:defRPr sz="1200">
                <a:latin typeface="Inter"/>
                <a:ea typeface="Inter"/>
                <a:cs typeface="Inter"/>
                <a:sym typeface="Inter"/>
              </a:defRPr>
            </a:lvl8pPr>
            <a:lvl9pPr indent="-285750" lvl="8" marL="4114800" algn="l">
              <a:lnSpc>
                <a:spcPct val="115000"/>
              </a:lnSpc>
              <a:spcBef>
                <a:spcPts val="0"/>
              </a:spcBef>
              <a:spcAft>
                <a:spcPts val="0"/>
              </a:spcAft>
              <a:buSzPts val="900"/>
              <a:buFont typeface="Inter"/>
              <a:buChar char="■"/>
              <a:defRPr sz="1200">
                <a:latin typeface="Inter"/>
                <a:ea typeface="Inter"/>
                <a:cs typeface="Inter"/>
                <a:sym typeface="Inter"/>
              </a:defRPr>
            </a:lvl9pPr>
          </a:lstStyle>
          <a:p/>
        </p:txBody>
      </p:sp>
      <p:sp>
        <p:nvSpPr>
          <p:cNvPr id="1739" name="Google Shape;1739;p149"/>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p149"/>
          <p:cNvSpPr txBox="1"/>
          <p:nvPr>
            <p:ph idx="2" type="title"/>
          </p:nvPr>
        </p:nvSpPr>
        <p:spPr>
          <a:xfrm>
            <a:off x="345775" y="1032100"/>
            <a:ext cx="8456400" cy="1089600"/>
          </a:xfrm>
          <a:prstGeom prst="rect">
            <a:avLst/>
          </a:prstGeom>
          <a:noFill/>
          <a:ln>
            <a:noFill/>
          </a:ln>
        </p:spPr>
        <p:txBody>
          <a:bodyPr anchorCtr="0" anchor="t" bIns="68575" lIns="0" spcFirstLastPara="1" rIns="68575" wrap="square" tIns="68575">
            <a:normAutofit/>
          </a:bodyPr>
          <a:lstStyle>
            <a:lvl1pPr lvl="0"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741" name="Google Shape;1741;p14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742" name="Google Shape;1742;p149"/>
          <p:cNvPicPr preferRelativeResize="0"/>
          <p:nvPr/>
        </p:nvPicPr>
        <p:blipFill rotWithShape="1">
          <a:blip r:embed="rId2">
            <a:alphaModFix/>
          </a:blip>
          <a:srcRect b="0" l="0" r="0" t="0"/>
          <a:stretch/>
        </p:blipFill>
        <p:spPr>
          <a:xfrm>
            <a:off x="7973351" y="229964"/>
            <a:ext cx="958101" cy="170225"/>
          </a:xfrm>
          <a:prstGeom prst="rect">
            <a:avLst/>
          </a:prstGeom>
          <a:noFill/>
          <a:ln>
            <a:noFill/>
          </a:ln>
        </p:spPr>
      </p:pic>
      <p:sp>
        <p:nvSpPr>
          <p:cNvPr id="1743" name="Google Shape;1743;p149"/>
          <p:cNvSpPr txBox="1"/>
          <p:nvPr>
            <p:ph idx="12" type="sldNum"/>
          </p:nvPr>
        </p:nvSpPr>
        <p:spPr>
          <a:xfrm>
            <a:off x="8632389" y="4836899"/>
            <a:ext cx="393000" cy="2154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3">
  <p:cSld name="TITLE_2_2_1_2_4">
    <p:bg>
      <p:bgPr>
        <a:solidFill>
          <a:schemeClr val="dk2"/>
        </a:solidFill>
      </p:bgPr>
    </p:bg>
    <p:spTree>
      <p:nvGrpSpPr>
        <p:cNvPr id="1744" name="Shape 1744"/>
        <p:cNvGrpSpPr/>
        <p:nvPr/>
      </p:nvGrpSpPr>
      <p:grpSpPr>
        <a:xfrm>
          <a:off x="0" y="0"/>
          <a:ext cx="0" cy="0"/>
          <a:chOff x="0" y="0"/>
          <a:chExt cx="0" cy="0"/>
        </a:xfrm>
      </p:grpSpPr>
      <p:sp>
        <p:nvSpPr>
          <p:cNvPr id="1745" name="Google Shape;1745;p150"/>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p150"/>
          <p:cNvSpPr/>
          <p:nvPr/>
        </p:nvSpPr>
        <p:spPr>
          <a:xfrm>
            <a:off x="991956" y="117789"/>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1747" name="Google Shape;1747;p150"/>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748" name="Google Shape;1748;p150"/>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749" name="Google Shape;1749;p150"/>
          <p:cNvSpPr txBox="1"/>
          <p:nvPr>
            <p:ph idx="12" type="sldNum"/>
          </p:nvPr>
        </p:nvSpPr>
        <p:spPr>
          <a:xfrm>
            <a:off x="929256" y="89901"/>
            <a:ext cx="285000" cy="2154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1750" name="Google Shape;1750;p150"/>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751" name="Google Shape;1751;p150"/>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752" name="Google Shape;1752;p150"/>
          <p:cNvSpPr txBox="1"/>
          <p:nvPr>
            <p:ph idx="2"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1 1 1 1 2 1">
  <p:cSld name="Title slide 2 1 1 1 1 2 1 1 1 1 1 1 1 1 1 1 1 1 1 1 1 1 1 1 1 1 1 1 1 1 1 1 1 1 1 1 1 1 1">
    <p:bg>
      <p:bgPr>
        <a:solidFill>
          <a:schemeClr val="accent1"/>
        </a:solidFill>
      </p:bgPr>
    </p:bg>
    <p:spTree>
      <p:nvGrpSpPr>
        <p:cNvPr id="1753" name="Shape 1753"/>
        <p:cNvGrpSpPr/>
        <p:nvPr/>
      </p:nvGrpSpPr>
      <p:grpSpPr>
        <a:xfrm>
          <a:off x="0" y="0"/>
          <a:ext cx="0" cy="0"/>
          <a:chOff x="0" y="0"/>
          <a:chExt cx="0" cy="0"/>
        </a:xfrm>
      </p:grpSpPr>
      <p:sp>
        <p:nvSpPr>
          <p:cNvPr id="1754" name="Google Shape;1754;p151"/>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55" name="Google Shape;1755;p151"/>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756" name="Google Shape;1756;p151"/>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757" name="Google Shape;1757;p151"/>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758" name="Google Shape;1758;p151"/>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2 1 1">
  <p:cSld name="Title slide 2 1 1 1 1 2 1 1 1 1 1 1 1 1 1 1 1 1 1 1 1 2 1">
    <p:bg>
      <p:bgPr>
        <a:solidFill>
          <a:schemeClr val="dk2"/>
        </a:solidFill>
      </p:bgPr>
    </p:bg>
    <p:spTree>
      <p:nvGrpSpPr>
        <p:cNvPr id="1759" name="Shape 1759"/>
        <p:cNvGrpSpPr/>
        <p:nvPr/>
      </p:nvGrpSpPr>
      <p:grpSpPr>
        <a:xfrm>
          <a:off x="0" y="0"/>
          <a:ext cx="0" cy="0"/>
          <a:chOff x="0" y="0"/>
          <a:chExt cx="0" cy="0"/>
        </a:xfrm>
      </p:grpSpPr>
      <p:sp>
        <p:nvSpPr>
          <p:cNvPr id="1760" name="Google Shape;1760;p152"/>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1761" name="Google Shape;1761;p152"/>
          <p:cNvSpPr txBox="1"/>
          <p:nvPr>
            <p:ph idx="1"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1762" name="Google Shape;1762;p152"/>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p152"/>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p152"/>
          <p:cNvSpPr txBox="1"/>
          <p:nvPr>
            <p:ph idx="2"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1765" name="Google Shape;1765;p15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766" name="Google Shape;1766;p15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767" name="Google Shape;1767;p15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4 1 1">
  <p:cSld name="Title slide 2 1 1 1 1 2 1 1 1 1 1 1 1 1 1 1 1 1 1 1 1 1 1 1 1 1 1 1 1 4 1">
    <p:bg>
      <p:bgPr>
        <a:solidFill>
          <a:schemeClr val="dk2"/>
        </a:solidFill>
      </p:bgPr>
    </p:bg>
    <p:spTree>
      <p:nvGrpSpPr>
        <p:cNvPr id="1768" name="Shape 1768"/>
        <p:cNvGrpSpPr/>
        <p:nvPr/>
      </p:nvGrpSpPr>
      <p:grpSpPr>
        <a:xfrm>
          <a:off x="0" y="0"/>
          <a:ext cx="0" cy="0"/>
          <a:chOff x="0" y="0"/>
          <a:chExt cx="0" cy="0"/>
        </a:xfrm>
      </p:grpSpPr>
      <p:sp>
        <p:nvSpPr>
          <p:cNvPr id="1769" name="Google Shape;1769;p15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p153"/>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153"/>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p153"/>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3" name="Google Shape;1773;p15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774" name="Google Shape;1774;p15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775" name="Google Shape;1775;p15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776" name="Google Shape;1776;p153"/>
          <p:cNvSpPr txBox="1"/>
          <p:nvPr>
            <p:ph type="title"/>
          </p:nvPr>
        </p:nvSpPr>
        <p:spPr>
          <a:xfrm>
            <a:off x="290263" y="712650"/>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777" name="Google Shape;1777;p153"/>
          <p:cNvSpPr txBox="1"/>
          <p:nvPr>
            <p:ph idx="1" type="body"/>
          </p:nvPr>
        </p:nvSpPr>
        <p:spPr>
          <a:xfrm>
            <a:off x="5436863" y="8067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778" name="Google Shape;1778;p153"/>
          <p:cNvSpPr txBox="1"/>
          <p:nvPr>
            <p:ph idx="2" type="body"/>
          </p:nvPr>
        </p:nvSpPr>
        <p:spPr>
          <a:xfrm>
            <a:off x="5436863" y="16894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779" name="Google Shape;1779;p153"/>
          <p:cNvSpPr txBox="1"/>
          <p:nvPr>
            <p:ph idx="3" type="body"/>
          </p:nvPr>
        </p:nvSpPr>
        <p:spPr>
          <a:xfrm>
            <a:off x="5436863" y="25721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780" name="Google Shape;1780;p153"/>
          <p:cNvSpPr txBox="1"/>
          <p:nvPr>
            <p:ph idx="4" type="body"/>
          </p:nvPr>
        </p:nvSpPr>
        <p:spPr>
          <a:xfrm>
            <a:off x="5436863" y="3380625"/>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781" name="Google Shape;1781;p153"/>
          <p:cNvSpPr txBox="1"/>
          <p:nvPr>
            <p:ph idx="5" type="body"/>
          </p:nvPr>
        </p:nvSpPr>
        <p:spPr>
          <a:xfrm>
            <a:off x="5436863" y="418910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782" name="Google Shape;1782;p153"/>
          <p:cNvSpPr txBox="1"/>
          <p:nvPr/>
        </p:nvSpPr>
        <p:spPr>
          <a:xfrm>
            <a:off x="4772263" y="10205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1</a:t>
            </a:r>
            <a:endParaRPr b="0" i="0" sz="4900" u="none" cap="none" strike="noStrike">
              <a:solidFill>
                <a:schemeClr val="accent1"/>
              </a:solidFill>
              <a:latin typeface="Inter Black"/>
              <a:ea typeface="Inter Black"/>
              <a:cs typeface="Inter Black"/>
              <a:sym typeface="Inter Black"/>
            </a:endParaRPr>
          </a:p>
        </p:txBody>
      </p:sp>
      <p:sp>
        <p:nvSpPr>
          <p:cNvPr id="1783" name="Google Shape;1783;p153"/>
          <p:cNvSpPr txBox="1"/>
          <p:nvPr/>
        </p:nvSpPr>
        <p:spPr>
          <a:xfrm>
            <a:off x="4772263" y="18302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2</a:t>
            </a:r>
            <a:endParaRPr b="0" i="0" sz="4900" u="none" cap="none" strike="noStrike">
              <a:solidFill>
                <a:schemeClr val="accent1"/>
              </a:solidFill>
              <a:latin typeface="Inter Black"/>
              <a:ea typeface="Inter Black"/>
              <a:cs typeface="Inter Black"/>
              <a:sym typeface="Inter Black"/>
            </a:endParaRPr>
          </a:p>
        </p:txBody>
      </p:sp>
      <p:sp>
        <p:nvSpPr>
          <p:cNvPr id="1784" name="Google Shape;1784;p153"/>
          <p:cNvSpPr txBox="1"/>
          <p:nvPr/>
        </p:nvSpPr>
        <p:spPr>
          <a:xfrm>
            <a:off x="4772263" y="26399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3</a:t>
            </a:r>
            <a:endParaRPr b="0" i="0" sz="4900" u="none" cap="none" strike="noStrike">
              <a:solidFill>
                <a:schemeClr val="accent1"/>
              </a:solidFill>
              <a:latin typeface="Inter Black"/>
              <a:ea typeface="Inter Black"/>
              <a:cs typeface="Inter Black"/>
              <a:sym typeface="Inter Black"/>
            </a:endParaRPr>
          </a:p>
        </p:txBody>
      </p:sp>
      <p:sp>
        <p:nvSpPr>
          <p:cNvPr id="1785" name="Google Shape;1785;p153"/>
          <p:cNvSpPr txBox="1"/>
          <p:nvPr/>
        </p:nvSpPr>
        <p:spPr>
          <a:xfrm>
            <a:off x="4772263" y="34496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4</a:t>
            </a:r>
            <a:endParaRPr b="0" i="0" sz="4900" u="none" cap="none" strike="noStrike">
              <a:solidFill>
                <a:schemeClr val="accent1"/>
              </a:solidFill>
              <a:latin typeface="Inter Black"/>
              <a:ea typeface="Inter Black"/>
              <a:cs typeface="Inter Black"/>
              <a:sym typeface="Inter Black"/>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2 1 1 2">
  <p:cSld name="Title slide 2 2 2 1 1">
    <p:bg>
      <p:bgPr>
        <a:solidFill>
          <a:schemeClr val="dk2"/>
        </a:solidFill>
      </p:bgPr>
    </p:bg>
    <p:spTree>
      <p:nvGrpSpPr>
        <p:cNvPr id="1786" name="Shape 1786"/>
        <p:cNvGrpSpPr/>
        <p:nvPr/>
      </p:nvGrpSpPr>
      <p:grpSpPr>
        <a:xfrm>
          <a:off x="0" y="0"/>
          <a:ext cx="0" cy="0"/>
          <a:chOff x="0" y="0"/>
          <a:chExt cx="0" cy="0"/>
        </a:xfrm>
      </p:grpSpPr>
      <p:sp>
        <p:nvSpPr>
          <p:cNvPr id="1787" name="Google Shape;1787;p154"/>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788" name="Google Shape;1788;p154"/>
          <p:cNvSpPr txBox="1"/>
          <p:nvPr>
            <p:ph idx="1" type="body"/>
          </p:nvPr>
        </p:nvSpPr>
        <p:spPr>
          <a:xfrm>
            <a:off x="1823850" y="164637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1789" name="Google Shape;1789;p154"/>
          <p:cNvSpPr txBox="1"/>
          <p:nvPr>
            <p:ph idx="2" type="body"/>
          </p:nvPr>
        </p:nvSpPr>
        <p:spPr>
          <a:xfrm>
            <a:off x="1823850" y="2559550"/>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1790" name="Google Shape;1790;p154"/>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1" name="Google Shape;1791;p154"/>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2" name="Google Shape;1792;p154"/>
          <p:cNvSpPr txBox="1"/>
          <p:nvPr>
            <p:ph idx="3" type="body"/>
          </p:nvPr>
        </p:nvSpPr>
        <p:spPr>
          <a:xfrm>
            <a:off x="1823850" y="347272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1793" name="Google Shape;1793;p154"/>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4" name="Google Shape;1794;p15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795" name="Google Shape;1795;p15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796" name="Google Shape;1796;p15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arge text 1 1">
  <p:cSld name="1_Title_large text 1">
    <p:bg>
      <p:bgPr>
        <a:solidFill>
          <a:srgbClr val="F2F8F3"/>
        </a:solidFill>
      </p:bgPr>
    </p:bg>
    <p:spTree>
      <p:nvGrpSpPr>
        <p:cNvPr id="1797" name="Shape 1797"/>
        <p:cNvGrpSpPr/>
        <p:nvPr/>
      </p:nvGrpSpPr>
      <p:grpSpPr>
        <a:xfrm>
          <a:off x="0" y="0"/>
          <a:ext cx="0" cy="0"/>
          <a:chOff x="0" y="0"/>
          <a:chExt cx="0" cy="0"/>
        </a:xfrm>
      </p:grpSpPr>
      <p:sp>
        <p:nvSpPr>
          <p:cNvPr id="1798" name="Google Shape;1798;p155"/>
          <p:cNvSpPr/>
          <p:nvPr/>
        </p:nvSpPr>
        <p:spPr>
          <a:xfrm>
            <a:off x="7970700" y="0"/>
            <a:ext cx="1173300" cy="759900"/>
          </a:xfrm>
          <a:prstGeom prst="roundRect">
            <a:avLst>
              <a:gd fmla="val 37011"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9" name="Google Shape;1799;p155"/>
          <p:cNvSpPr txBox="1"/>
          <p:nvPr>
            <p:ph type="title"/>
          </p:nvPr>
        </p:nvSpPr>
        <p:spPr>
          <a:xfrm>
            <a:off x="252000" y="540000"/>
            <a:ext cx="8640000" cy="1089600"/>
          </a:xfrm>
          <a:prstGeom prst="rect">
            <a:avLst/>
          </a:prstGeom>
          <a:noFill/>
          <a:ln>
            <a:noFill/>
          </a:ln>
        </p:spPr>
        <p:txBody>
          <a:bodyPr anchorCtr="0" anchor="t" bIns="91425" lIns="0" spcFirstLastPara="1" rIns="91425" wrap="square" tIns="91425">
            <a:normAutofit/>
          </a:bodyPr>
          <a:lstStyle>
            <a:lvl1pPr lvl="0" algn="l">
              <a:lnSpc>
                <a:spcPct val="90000"/>
              </a:lnSpc>
              <a:spcBef>
                <a:spcPts val="0"/>
              </a:spcBef>
              <a:spcAft>
                <a:spcPts val="0"/>
              </a:spcAft>
              <a:buClr>
                <a:schemeClr val="dk2"/>
              </a:buClr>
              <a:buSzPts val="9000"/>
              <a:buFont typeface="Inter Tight Black"/>
              <a:buNone/>
              <a:defRPr sz="20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9pPr>
          </a:lstStyle>
          <a:p/>
        </p:txBody>
      </p:sp>
      <p:sp>
        <p:nvSpPr>
          <p:cNvPr id="1800" name="Google Shape;1800;p155"/>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dk2"/>
                </a:solidFill>
                <a:latin typeface="Inter"/>
                <a:ea typeface="Inter"/>
                <a:cs typeface="Inter"/>
                <a:sym typeface="Inter"/>
              </a:rPr>
              <a:t>‹#›</a:t>
            </a:fld>
            <a:endParaRPr b="1" i="0" sz="800" u="none" cap="none" strike="noStrike">
              <a:solidFill>
                <a:schemeClr val="dk2"/>
              </a:solidFill>
              <a:latin typeface="Inter"/>
              <a:ea typeface="Inter"/>
              <a:cs typeface="Inter"/>
              <a:sym typeface="Inter"/>
            </a:endParaRPr>
          </a:p>
        </p:txBody>
      </p:sp>
      <p:pic>
        <p:nvPicPr>
          <p:cNvPr id="1801" name="Google Shape;1801;p155"/>
          <p:cNvPicPr preferRelativeResize="0"/>
          <p:nvPr/>
        </p:nvPicPr>
        <p:blipFill rotWithShape="1">
          <a:blip r:embed="rId2">
            <a:alphaModFix/>
          </a:blip>
          <a:srcRect b="0" l="0" r="0" t="0"/>
          <a:stretch/>
        </p:blipFill>
        <p:spPr>
          <a:xfrm>
            <a:off x="7973001" y="221841"/>
            <a:ext cx="958045" cy="170225"/>
          </a:xfrm>
          <a:prstGeom prst="rect">
            <a:avLst/>
          </a:prstGeom>
          <a:noFill/>
          <a:ln>
            <a:noFill/>
          </a:ln>
        </p:spPr>
      </p:pic>
      <p:sp>
        <p:nvSpPr>
          <p:cNvPr id="1802" name="Google Shape;1802;p155"/>
          <p:cNvSpPr/>
          <p:nvPr>
            <p:ph idx="1" type="body"/>
          </p:nvPr>
        </p:nvSpPr>
        <p:spPr>
          <a:xfrm>
            <a:off x="252000" y="252000"/>
            <a:ext cx="1649400" cy="1980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b="0" i="0" sz="600">
                <a:solidFill>
                  <a:schemeClr val="dk1"/>
                </a:solidFill>
                <a:latin typeface="Inter"/>
                <a:ea typeface="Inter"/>
                <a:cs typeface="Inter"/>
                <a:sym typeface="Inte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extLst>
    <p:ext uri="{DCECCB84-F9BA-43D5-87BE-67443E8EF086}">
      <p15:sldGuideLst>
        <p15:guide id="1" pos="1212">
          <p15:clr>
            <a:srgbClr val="F9AD4C"/>
          </p15:clr>
        </p15:guide>
        <p15:guide id="2" pos="1379">
          <p15:clr>
            <a:srgbClr val="F9AD4C"/>
          </p15:clr>
        </p15:guide>
        <p15:guide id="3" pos="2268">
          <p15:clr>
            <a:srgbClr val="F9AD4C"/>
          </p15:clr>
        </p15:guide>
        <p15:guide id="4" pos="2438">
          <p15:clr>
            <a:srgbClr val="F9AD4C"/>
          </p15:clr>
        </p15:guide>
        <p15:guide id="5" pos="3331">
          <p15:clr>
            <a:srgbClr val="F9AD4C"/>
          </p15:clr>
        </p15:guide>
        <p15:guide id="6" pos="3492">
          <p15:clr>
            <a:srgbClr val="F9AD4C"/>
          </p15:clr>
        </p15:guide>
        <p15:guide id="7" pos="4381">
          <p15:clr>
            <a:srgbClr val="F9AD4C"/>
          </p15:clr>
        </p15:guide>
        <p15:guide id="8" pos="4548">
          <p15:clr>
            <a:srgbClr val="F9AD4C"/>
          </p15:clr>
        </p15:guide>
        <p15:guide id="9" orient="horz" pos="397">
          <p15:clr>
            <a:srgbClr val="F9AD4C"/>
          </p15:clr>
        </p15:guide>
        <p15:guide id="10" orient="horz" pos="792">
          <p15:clr>
            <a:srgbClr val="F9AD4C"/>
          </p15:clr>
        </p15:guide>
      </p15:sldGuideLst>
    </p:ext>
  </p:extLst>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3 1">
  <p:cSld name="1_Title slide 2 1 1 1 1 2 3">
    <p:bg>
      <p:bgPr>
        <a:solidFill>
          <a:schemeClr val="dk2"/>
        </a:solidFill>
      </p:bgPr>
    </p:bg>
    <p:spTree>
      <p:nvGrpSpPr>
        <p:cNvPr id="1803" name="Shape 1803"/>
        <p:cNvGrpSpPr/>
        <p:nvPr/>
      </p:nvGrpSpPr>
      <p:grpSpPr>
        <a:xfrm>
          <a:off x="0" y="0"/>
          <a:ext cx="0" cy="0"/>
          <a:chOff x="0" y="0"/>
          <a:chExt cx="0" cy="0"/>
        </a:xfrm>
      </p:grpSpPr>
      <p:sp>
        <p:nvSpPr>
          <p:cNvPr id="1804" name="Google Shape;1804;p156"/>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5" name="Google Shape;1805;p156"/>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6" name="Google Shape;1806;p156"/>
          <p:cNvSpPr txBox="1"/>
          <p:nvPr>
            <p:ph type="title"/>
          </p:nvPr>
        </p:nvSpPr>
        <p:spPr>
          <a:xfrm>
            <a:off x="381850" y="10618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9pPr>
          </a:lstStyle>
          <a:p/>
        </p:txBody>
      </p:sp>
      <p:sp>
        <p:nvSpPr>
          <p:cNvPr id="1807" name="Google Shape;1807;p156"/>
          <p:cNvSpPr txBox="1"/>
          <p:nvPr>
            <p:ph idx="1" type="body"/>
          </p:nvPr>
        </p:nvSpPr>
        <p:spPr>
          <a:xfrm>
            <a:off x="381850"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1808" name="Google Shape;1808;p156"/>
          <p:cNvSpPr txBox="1"/>
          <p:nvPr>
            <p:ph idx="2" type="subTitle"/>
          </p:nvPr>
        </p:nvSpPr>
        <p:spPr>
          <a:xfrm>
            <a:off x="381850"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809" name="Google Shape;1809;p156"/>
          <p:cNvSpPr/>
          <p:nvPr/>
        </p:nvSpPr>
        <p:spPr>
          <a:xfrm rot="-5400000">
            <a:off x="4386425" y="249325"/>
            <a:ext cx="4173900" cy="49095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0" name="Google Shape;1810;p15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811" name="Google Shape;1811;p15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812" name="Google Shape;1812;p15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2">
  <p:cSld name="Title slide 2 1 1 1 1 2 1 1 1 1 1 1 1 1 1 1 1 1 1 1 1 1 1 1 1 2">
    <p:bg>
      <p:bgPr>
        <a:solidFill>
          <a:schemeClr val="accent1"/>
        </a:solidFill>
      </p:bgPr>
    </p:bg>
    <p:spTree>
      <p:nvGrpSpPr>
        <p:cNvPr id="1813" name="Shape 1813"/>
        <p:cNvGrpSpPr/>
        <p:nvPr/>
      </p:nvGrpSpPr>
      <p:grpSpPr>
        <a:xfrm>
          <a:off x="0" y="0"/>
          <a:ext cx="0" cy="0"/>
          <a:chOff x="0" y="0"/>
          <a:chExt cx="0" cy="0"/>
        </a:xfrm>
      </p:grpSpPr>
      <p:sp>
        <p:nvSpPr>
          <p:cNvPr id="1814" name="Google Shape;1814;p157"/>
          <p:cNvSpPr txBox="1"/>
          <p:nvPr>
            <p:ph type="title"/>
          </p:nvPr>
        </p:nvSpPr>
        <p:spPr>
          <a:xfrm>
            <a:off x="99375" y="1363900"/>
            <a:ext cx="22626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600"/>
              <a:buFont typeface="Inter Tight Black"/>
              <a:buNone/>
              <a:defRPr sz="36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600"/>
              <a:buNone/>
              <a:defRPr sz="3600">
                <a:solidFill>
                  <a:schemeClr val="lt1"/>
                </a:solidFill>
              </a:defRPr>
            </a:lvl2pPr>
            <a:lvl3pPr lvl="2" algn="l">
              <a:lnSpc>
                <a:spcPct val="70000"/>
              </a:lnSpc>
              <a:spcBef>
                <a:spcPts val="0"/>
              </a:spcBef>
              <a:spcAft>
                <a:spcPts val="0"/>
              </a:spcAft>
              <a:buClr>
                <a:schemeClr val="lt1"/>
              </a:buClr>
              <a:buSzPts val="3600"/>
              <a:buNone/>
              <a:defRPr sz="3600">
                <a:solidFill>
                  <a:schemeClr val="lt1"/>
                </a:solidFill>
              </a:defRPr>
            </a:lvl3pPr>
            <a:lvl4pPr lvl="3" algn="l">
              <a:lnSpc>
                <a:spcPct val="70000"/>
              </a:lnSpc>
              <a:spcBef>
                <a:spcPts val="0"/>
              </a:spcBef>
              <a:spcAft>
                <a:spcPts val="0"/>
              </a:spcAft>
              <a:buClr>
                <a:schemeClr val="lt1"/>
              </a:buClr>
              <a:buSzPts val="3600"/>
              <a:buNone/>
              <a:defRPr sz="3600">
                <a:solidFill>
                  <a:schemeClr val="lt1"/>
                </a:solidFill>
              </a:defRPr>
            </a:lvl4pPr>
            <a:lvl5pPr lvl="4" algn="l">
              <a:lnSpc>
                <a:spcPct val="70000"/>
              </a:lnSpc>
              <a:spcBef>
                <a:spcPts val="0"/>
              </a:spcBef>
              <a:spcAft>
                <a:spcPts val="0"/>
              </a:spcAft>
              <a:buClr>
                <a:schemeClr val="lt1"/>
              </a:buClr>
              <a:buSzPts val="3600"/>
              <a:buNone/>
              <a:defRPr sz="3600">
                <a:solidFill>
                  <a:schemeClr val="lt1"/>
                </a:solidFill>
              </a:defRPr>
            </a:lvl5pPr>
            <a:lvl6pPr lvl="5" algn="l">
              <a:lnSpc>
                <a:spcPct val="70000"/>
              </a:lnSpc>
              <a:spcBef>
                <a:spcPts val="0"/>
              </a:spcBef>
              <a:spcAft>
                <a:spcPts val="0"/>
              </a:spcAft>
              <a:buClr>
                <a:schemeClr val="lt1"/>
              </a:buClr>
              <a:buSzPts val="3600"/>
              <a:buNone/>
              <a:defRPr sz="3600">
                <a:solidFill>
                  <a:schemeClr val="lt1"/>
                </a:solidFill>
              </a:defRPr>
            </a:lvl6pPr>
            <a:lvl7pPr lvl="6" algn="l">
              <a:lnSpc>
                <a:spcPct val="70000"/>
              </a:lnSpc>
              <a:spcBef>
                <a:spcPts val="0"/>
              </a:spcBef>
              <a:spcAft>
                <a:spcPts val="0"/>
              </a:spcAft>
              <a:buClr>
                <a:schemeClr val="lt1"/>
              </a:buClr>
              <a:buSzPts val="3600"/>
              <a:buNone/>
              <a:defRPr sz="3600">
                <a:solidFill>
                  <a:schemeClr val="lt1"/>
                </a:solidFill>
              </a:defRPr>
            </a:lvl7pPr>
            <a:lvl8pPr lvl="7" algn="l">
              <a:lnSpc>
                <a:spcPct val="70000"/>
              </a:lnSpc>
              <a:spcBef>
                <a:spcPts val="0"/>
              </a:spcBef>
              <a:spcAft>
                <a:spcPts val="0"/>
              </a:spcAft>
              <a:buClr>
                <a:schemeClr val="lt1"/>
              </a:buClr>
              <a:buSzPts val="3600"/>
              <a:buNone/>
              <a:defRPr sz="3600">
                <a:solidFill>
                  <a:schemeClr val="lt1"/>
                </a:solidFill>
              </a:defRPr>
            </a:lvl8pPr>
            <a:lvl9pPr lvl="8" algn="l">
              <a:lnSpc>
                <a:spcPct val="70000"/>
              </a:lnSpc>
              <a:spcBef>
                <a:spcPts val="0"/>
              </a:spcBef>
              <a:spcAft>
                <a:spcPts val="0"/>
              </a:spcAft>
              <a:buClr>
                <a:schemeClr val="lt1"/>
              </a:buClr>
              <a:buSzPts val="3600"/>
              <a:buNone/>
              <a:defRPr sz="3600">
                <a:solidFill>
                  <a:schemeClr val="lt1"/>
                </a:solidFill>
              </a:defRPr>
            </a:lvl9pPr>
          </a:lstStyle>
          <a:p/>
        </p:txBody>
      </p:sp>
      <p:sp>
        <p:nvSpPr>
          <p:cNvPr id="1815" name="Google Shape;1815;p157"/>
          <p:cNvSpPr txBox="1"/>
          <p:nvPr>
            <p:ph idx="1" type="body"/>
          </p:nvPr>
        </p:nvSpPr>
        <p:spPr>
          <a:xfrm>
            <a:off x="99375" y="2961875"/>
            <a:ext cx="2262600" cy="1448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1816" name="Google Shape;1816;p157"/>
          <p:cNvSpPr txBox="1"/>
          <p:nvPr>
            <p:ph idx="2" type="subTitle"/>
          </p:nvPr>
        </p:nvSpPr>
        <p:spPr>
          <a:xfrm>
            <a:off x="99375" y="2569050"/>
            <a:ext cx="22626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1817" name="Google Shape;1817;p157"/>
          <p:cNvSpPr/>
          <p:nvPr/>
        </p:nvSpPr>
        <p:spPr>
          <a:xfrm>
            <a:off x="991956" y="121600"/>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1818" name="Google Shape;1818;p157"/>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819" name="Google Shape;1819;p157"/>
          <p:cNvSpPr txBox="1"/>
          <p:nvPr>
            <p:ph idx="3"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820" name="Google Shape;1820;p157"/>
          <p:cNvSpPr txBox="1"/>
          <p:nvPr>
            <p:ph idx="12" type="sldNum"/>
          </p:nvPr>
        </p:nvSpPr>
        <p:spPr>
          <a:xfrm>
            <a:off x="929256" y="93713"/>
            <a:ext cx="285000" cy="2154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1821" name="Google Shape;1821;p157"/>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822" name="Google Shape;1822;p157"/>
          <p:cNvSpPr/>
          <p:nvPr/>
        </p:nvSpPr>
        <p:spPr>
          <a:xfrm>
            <a:off x="2439375" y="418688"/>
            <a:ext cx="6626400" cy="4426200"/>
          </a:xfrm>
          <a:prstGeom prst="roundRect">
            <a:avLst>
              <a:gd fmla="val 35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4 1">
  <p:cSld name="Title slide 2 1 1 1 1 2 1 1 1 1 1 1 1 1 1 1 1 1 1 4 1">
    <p:bg>
      <p:bgPr>
        <a:solidFill>
          <a:schemeClr val="accent1"/>
        </a:solidFill>
      </p:bgPr>
    </p:bg>
    <p:spTree>
      <p:nvGrpSpPr>
        <p:cNvPr id="1823" name="Shape 1823"/>
        <p:cNvGrpSpPr/>
        <p:nvPr/>
      </p:nvGrpSpPr>
      <p:grpSpPr>
        <a:xfrm>
          <a:off x="0" y="0"/>
          <a:ext cx="0" cy="0"/>
          <a:chOff x="0" y="0"/>
          <a:chExt cx="0" cy="0"/>
        </a:xfrm>
      </p:grpSpPr>
      <p:sp>
        <p:nvSpPr>
          <p:cNvPr id="1824" name="Google Shape;1824;p158"/>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25" name="Google Shape;1825;p158"/>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826" name="Google Shape;1826;p158"/>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827" name="Google Shape;1827;p158"/>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828" name="Google Shape;1828;p158"/>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1829" name="Google Shape;1829;p158"/>
          <p:cNvSpPr txBox="1"/>
          <p:nvPr>
            <p:ph idx="12" type="sldNum"/>
          </p:nvPr>
        </p:nvSpPr>
        <p:spPr>
          <a:xfrm>
            <a:off x="8859006" y="4920375"/>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1830" name="Google Shape;1830;p158"/>
          <p:cNvSpPr/>
          <p:nvPr/>
        </p:nvSpPr>
        <p:spPr>
          <a:xfrm>
            <a:off x="8921706" y="4948264"/>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4">
  <p:cSld name="Title slide 2 1 1 1 1 2 1 1 1 1 1 1 1 1 1 1 1 1 1 1 1 1 1 1 1 1 1 4">
    <p:bg>
      <p:bgPr>
        <a:solidFill>
          <a:schemeClr val="accent1"/>
        </a:solidFill>
      </p:bgPr>
    </p:bg>
    <p:spTree>
      <p:nvGrpSpPr>
        <p:cNvPr id="1831" name="Shape 1831"/>
        <p:cNvGrpSpPr/>
        <p:nvPr/>
      </p:nvGrpSpPr>
      <p:grpSpPr>
        <a:xfrm>
          <a:off x="0" y="0"/>
          <a:ext cx="0" cy="0"/>
          <a:chOff x="0" y="0"/>
          <a:chExt cx="0" cy="0"/>
        </a:xfrm>
      </p:grpSpPr>
      <p:pic>
        <p:nvPicPr>
          <p:cNvPr id="1832" name="Google Shape;1832;p159"/>
          <p:cNvPicPr preferRelativeResize="0"/>
          <p:nvPr/>
        </p:nvPicPr>
        <p:blipFill rotWithShape="1">
          <a:blip r:embed="rId2">
            <a:alphaModFix/>
          </a:blip>
          <a:srcRect b="0" l="0" r="0" t="0"/>
          <a:stretch/>
        </p:blipFill>
        <p:spPr>
          <a:xfrm>
            <a:off x="8065751" y="126947"/>
            <a:ext cx="958101" cy="170225"/>
          </a:xfrm>
          <a:prstGeom prst="rect">
            <a:avLst/>
          </a:prstGeom>
          <a:noFill/>
          <a:ln>
            <a:noFill/>
          </a:ln>
        </p:spPr>
      </p:pic>
      <p:sp>
        <p:nvSpPr>
          <p:cNvPr id="1833" name="Google Shape;1833;p159"/>
          <p:cNvSpPr/>
          <p:nvPr/>
        </p:nvSpPr>
        <p:spPr>
          <a:xfrm>
            <a:off x="252000" y="1928825"/>
            <a:ext cx="8640000" cy="29634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1834" name="Google Shape;1834;p159"/>
          <p:cNvSpPr txBox="1"/>
          <p:nvPr>
            <p:ph type="title"/>
          </p:nvPr>
        </p:nvSpPr>
        <p:spPr>
          <a:xfrm>
            <a:off x="252000" y="540000"/>
            <a:ext cx="8153700" cy="976800"/>
          </a:xfrm>
          <a:prstGeom prst="rect">
            <a:avLst/>
          </a:prstGeom>
          <a:noFill/>
          <a:ln>
            <a:noFill/>
          </a:ln>
        </p:spPr>
        <p:txBody>
          <a:bodyPr anchorCtr="0" anchor="t" bIns="68575" lIns="0" spcFirstLastPara="1" rIns="68575" wrap="square" tIns="68575">
            <a:normAutofit/>
          </a:bodyPr>
          <a:lstStyle>
            <a:lvl1pPr lvl="0" algn="l">
              <a:lnSpc>
                <a:spcPct val="90000"/>
              </a:lnSpc>
              <a:spcBef>
                <a:spcPts val="0"/>
              </a:spcBef>
              <a:spcAft>
                <a:spcPts val="0"/>
              </a:spcAft>
              <a:buClr>
                <a:schemeClr val="lt1"/>
              </a:buClr>
              <a:buSzPts val="2900"/>
              <a:buFont typeface="Inter Tight Black"/>
              <a:buNone/>
              <a:defRPr sz="20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2900"/>
              <a:buNone/>
              <a:defRPr sz="3800">
                <a:solidFill>
                  <a:schemeClr val="lt1"/>
                </a:solidFill>
              </a:defRPr>
            </a:lvl2pPr>
            <a:lvl3pPr lvl="2" algn="l">
              <a:lnSpc>
                <a:spcPct val="70000"/>
              </a:lnSpc>
              <a:spcBef>
                <a:spcPts val="0"/>
              </a:spcBef>
              <a:spcAft>
                <a:spcPts val="0"/>
              </a:spcAft>
              <a:buClr>
                <a:schemeClr val="lt1"/>
              </a:buClr>
              <a:buSzPts val="2900"/>
              <a:buNone/>
              <a:defRPr sz="3800">
                <a:solidFill>
                  <a:schemeClr val="lt1"/>
                </a:solidFill>
              </a:defRPr>
            </a:lvl3pPr>
            <a:lvl4pPr lvl="3" algn="l">
              <a:lnSpc>
                <a:spcPct val="70000"/>
              </a:lnSpc>
              <a:spcBef>
                <a:spcPts val="0"/>
              </a:spcBef>
              <a:spcAft>
                <a:spcPts val="0"/>
              </a:spcAft>
              <a:buClr>
                <a:schemeClr val="lt1"/>
              </a:buClr>
              <a:buSzPts val="2900"/>
              <a:buNone/>
              <a:defRPr sz="3800">
                <a:solidFill>
                  <a:schemeClr val="lt1"/>
                </a:solidFill>
              </a:defRPr>
            </a:lvl4pPr>
            <a:lvl5pPr lvl="4" algn="l">
              <a:lnSpc>
                <a:spcPct val="70000"/>
              </a:lnSpc>
              <a:spcBef>
                <a:spcPts val="0"/>
              </a:spcBef>
              <a:spcAft>
                <a:spcPts val="0"/>
              </a:spcAft>
              <a:buClr>
                <a:schemeClr val="lt1"/>
              </a:buClr>
              <a:buSzPts val="2900"/>
              <a:buNone/>
              <a:defRPr sz="3800">
                <a:solidFill>
                  <a:schemeClr val="lt1"/>
                </a:solidFill>
              </a:defRPr>
            </a:lvl5pPr>
            <a:lvl6pPr lvl="5" algn="l">
              <a:lnSpc>
                <a:spcPct val="70000"/>
              </a:lnSpc>
              <a:spcBef>
                <a:spcPts val="0"/>
              </a:spcBef>
              <a:spcAft>
                <a:spcPts val="0"/>
              </a:spcAft>
              <a:buClr>
                <a:schemeClr val="lt1"/>
              </a:buClr>
              <a:buSzPts val="2900"/>
              <a:buNone/>
              <a:defRPr sz="3800">
                <a:solidFill>
                  <a:schemeClr val="lt1"/>
                </a:solidFill>
              </a:defRPr>
            </a:lvl6pPr>
            <a:lvl7pPr lvl="6" algn="l">
              <a:lnSpc>
                <a:spcPct val="70000"/>
              </a:lnSpc>
              <a:spcBef>
                <a:spcPts val="0"/>
              </a:spcBef>
              <a:spcAft>
                <a:spcPts val="0"/>
              </a:spcAft>
              <a:buClr>
                <a:schemeClr val="lt1"/>
              </a:buClr>
              <a:buSzPts val="2900"/>
              <a:buNone/>
              <a:defRPr sz="3800">
                <a:solidFill>
                  <a:schemeClr val="lt1"/>
                </a:solidFill>
              </a:defRPr>
            </a:lvl7pPr>
            <a:lvl8pPr lvl="7" algn="l">
              <a:lnSpc>
                <a:spcPct val="70000"/>
              </a:lnSpc>
              <a:spcBef>
                <a:spcPts val="0"/>
              </a:spcBef>
              <a:spcAft>
                <a:spcPts val="0"/>
              </a:spcAft>
              <a:buClr>
                <a:schemeClr val="lt1"/>
              </a:buClr>
              <a:buSzPts val="2900"/>
              <a:buNone/>
              <a:defRPr sz="3800">
                <a:solidFill>
                  <a:schemeClr val="lt1"/>
                </a:solidFill>
              </a:defRPr>
            </a:lvl8pPr>
            <a:lvl9pPr lvl="8" algn="l">
              <a:lnSpc>
                <a:spcPct val="70000"/>
              </a:lnSpc>
              <a:spcBef>
                <a:spcPts val="0"/>
              </a:spcBef>
              <a:spcAft>
                <a:spcPts val="0"/>
              </a:spcAft>
              <a:buClr>
                <a:schemeClr val="lt1"/>
              </a:buClr>
              <a:buSzPts val="2900"/>
              <a:buNone/>
              <a:defRPr sz="3800">
                <a:solidFill>
                  <a:schemeClr val="lt1"/>
                </a:solidFill>
              </a:defRPr>
            </a:lvl9pPr>
          </a:lstStyle>
          <a:p/>
        </p:txBody>
      </p:sp>
      <p:sp>
        <p:nvSpPr>
          <p:cNvPr id="1835" name="Google Shape;1835;p159"/>
          <p:cNvSpPr/>
          <p:nvPr>
            <p:ph idx="1" type="body"/>
          </p:nvPr>
        </p:nvSpPr>
        <p:spPr>
          <a:xfrm>
            <a:off x="252000" y="252000"/>
            <a:ext cx="1649400" cy="1980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68575" lIns="68575" spcFirstLastPara="1" rIns="68575" wrap="square" tIns="68575">
            <a:normAutofit/>
          </a:bodyPr>
          <a:lstStyle>
            <a:lvl1pPr indent="-228600" lvl="0" marL="457200" algn="l">
              <a:lnSpc>
                <a:spcPct val="100000"/>
              </a:lnSpc>
              <a:spcBef>
                <a:spcPts val="0"/>
              </a:spcBef>
              <a:spcAft>
                <a:spcPts val="0"/>
              </a:spcAft>
              <a:buSzPts val="1400"/>
              <a:buNone/>
              <a:defRPr b="0" i="0" sz="600">
                <a:solidFill>
                  <a:schemeClr val="lt1"/>
                </a:solidFill>
                <a:latin typeface="Inter"/>
                <a:ea typeface="Inter"/>
                <a:cs typeface="Inter"/>
                <a:sym typeface="Inte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836" name="Google Shape;1836;p15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215">
          <p15:clr>
            <a:srgbClr val="FBAE40"/>
          </p15:clr>
        </p15:guide>
        <p15:guide id="2" pos="216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3">
  <p:cSld name="Title slide 2 1 1 1 1 2 1 1 1 1 1 1 1 1 1 1 1 1 1">
    <p:bg>
      <p:bgPr>
        <a:solidFill>
          <a:schemeClr val="accent1"/>
        </a:solidFill>
      </p:bgPr>
    </p:bg>
    <p:spTree>
      <p:nvGrpSpPr>
        <p:cNvPr id="1837" name="Shape 1837"/>
        <p:cNvGrpSpPr/>
        <p:nvPr/>
      </p:nvGrpSpPr>
      <p:grpSpPr>
        <a:xfrm>
          <a:off x="0" y="0"/>
          <a:ext cx="0" cy="0"/>
          <a:chOff x="0" y="0"/>
          <a:chExt cx="0" cy="0"/>
        </a:xfrm>
      </p:grpSpPr>
      <p:sp>
        <p:nvSpPr>
          <p:cNvPr id="1838" name="Google Shape;1838;p160"/>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39" name="Google Shape;1839;p160"/>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840" name="Google Shape;1840;p160"/>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841" name="Google Shape;1841;p160"/>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842" name="Google Shape;1842;p160"/>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4">
  <p:cSld name="TITLE_2_1_1_1_1_2_1_1_1_1_1_1_1_1_1_1_1_1_1_4">
    <p:bg>
      <p:bgPr>
        <a:solidFill>
          <a:schemeClr val="accent1"/>
        </a:solidFill>
      </p:bgPr>
    </p:bg>
    <p:spTree>
      <p:nvGrpSpPr>
        <p:cNvPr id="1843" name="Shape 1843"/>
        <p:cNvGrpSpPr/>
        <p:nvPr/>
      </p:nvGrpSpPr>
      <p:grpSpPr>
        <a:xfrm>
          <a:off x="0" y="0"/>
          <a:ext cx="0" cy="0"/>
          <a:chOff x="0" y="0"/>
          <a:chExt cx="0" cy="0"/>
        </a:xfrm>
      </p:grpSpPr>
      <p:sp>
        <p:nvSpPr>
          <p:cNvPr id="1844" name="Google Shape;1844;p161"/>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45" name="Google Shape;1845;p161"/>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1846" name="Google Shape;1846;p161"/>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1847" name="Google Shape;1847;p161"/>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848" name="Google Shape;1848;p161"/>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1849" name="Google Shape;1849;p161"/>
          <p:cNvSpPr txBox="1"/>
          <p:nvPr>
            <p:ph idx="12" type="sldNum"/>
          </p:nvPr>
        </p:nvSpPr>
        <p:spPr>
          <a:xfrm>
            <a:off x="8859006" y="4920375"/>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1850" name="Google Shape;1850;p161"/>
          <p:cNvSpPr/>
          <p:nvPr/>
        </p:nvSpPr>
        <p:spPr>
          <a:xfrm>
            <a:off x="8921706" y="4948264"/>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51" name="Shape 1851"/>
        <p:cNvGrpSpPr/>
        <p:nvPr/>
      </p:nvGrpSpPr>
      <p:grpSpPr>
        <a:xfrm>
          <a:off x="0" y="0"/>
          <a:ext cx="0" cy="0"/>
          <a:chOff x="0" y="0"/>
          <a:chExt cx="0" cy="0"/>
        </a:xfrm>
      </p:grpSpPr>
      <p:sp>
        <p:nvSpPr>
          <p:cNvPr id="1852" name="Google Shape;1852;p16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53" name="Google Shape;1853;p1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54" name="Google Shape;1854;p16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59" name="Shape 1859"/>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solidFill>
          <a:schemeClr val="accent1"/>
        </a:solidFill>
      </p:bgPr>
    </p:bg>
    <p:spTree>
      <p:nvGrpSpPr>
        <p:cNvPr id="1860" name="Shape 1860"/>
        <p:cNvGrpSpPr/>
        <p:nvPr/>
      </p:nvGrpSpPr>
      <p:grpSpPr>
        <a:xfrm>
          <a:off x="0" y="0"/>
          <a:ext cx="0" cy="0"/>
          <a:chOff x="0" y="0"/>
          <a:chExt cx="0" cy="0"/>
        </a:xfrm>
      </p:grpSpPr>
      <p:sp>
        <p:nvSpPr>
          <p:cNvPr id="1861" name="Google Shape;1861;p165"/>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p165"/>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3" name="Google Shape;1863;p165"/>
          <p:cNvSpPr txBox="1"/>
          <p:nvPr>
            <p:ph idx="12" type="sldNum"/>
          </p:nvPr>
        </p:nvSpPr>
        <p:spPr>
          <a:xfrm>
            <a:off x="8722877"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pic>
        <p:nvPicPr>
          <p:cNvPr id="1864" name="Google Shape;1864;p16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865" name="Google Shape;1865;p165"/>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55">
          <p15:clr>
            <a:srgbClr val="E46962"/>
          </p15:clr>
        </p15:guide>
        <p15:guide id="2" orient="horz" pos="3122">
          <p15:clr>
            <a:srgbClr val="E46962"/>
          </p15:clr>
        </p15:guide>
      </p15:sldGuideLst>
    </p:ext>
  </p:extLst>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2 1 1 1">
  <p:cSld name="TITLE_2_2_2_1_1_1">
    <p:bg>
      <p:bgPr>
        <a:solidFill>
          <a:schemeClr val="accent1"/>
        </a:solidFill>
      </p:bgPr>
    </p:bg>
    <p:spTree>
      <p:nvGrpSpPr>
        <p:cNvPr id="1866" name="Shape 1866"/>
        <p:cNvGrpSpPr/>
        <p:nvPr/>
      </p:nvGrpSpPr>
      <p:grpSpPr>
        <a:xfrm>
          <a:off x="0" y="0"/>
          <a:ext cx="0" cy="0"/>
          <a:chOff x="0" y="0"/>
          <a:chExt cx="0" cy="0"/>
        </a:xfrm>
      </p:grpSpPr>
      <p:sp>
        <p:nvSpPr>
          <p:cNvPr id="1867" name="Google Shape;1867;p16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8" name="Google Shape;1868;p16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p16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870" name="Google Shape;1870;p16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871" name="Google Shape;1871;p16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872" name="Google Shape;1872;p166"/>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1873" name="Shape 1873"/>
        <p:cNvGrpSpPr/>
        <p:nvPr/>
      </p:nvGrpSpPr>
      <p:grpSpPr>
        <a:xfrm>
          <a:off x="0" y="0"/>
          <a:ext cx="0" cy="0"/>
          <a:chOff x="0" y="0"/>
          <a:chExt cx="0" cy="0"/>
        </a:xfrm>
      </p:grpSpPr>
      <p:sp>
        <p:nvSpPr>
          <p:cNvPr id="1874" name="Google Shape;1874;p16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875" name="Google Shape;1875;p16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76" name="Google Shape;1876;p167"/>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77" name="Shape 1877"/>
        <p:cNvGrpSpPr/>
        <p:nvPr/>
      </p:nvGrpSpPr>
      <p:grpSpPr>
        <a:xfrm>
          <a:off x="0" y="0"/>
          <a:ext cx="0" cy="0"/>
          <a:chOff x="0" y="0"/>
          <a:chExt cx="0" cy="0"/>
        </a:xfrm>
      </p:grpSpPr>
      <p:sp>
        <p:nvSpPr>
          <p:cNvPr id="1878" name="Google Shape;1878;p1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79" name="Google Shape;1879;p1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80" name="Google Shape;1880;p16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arge text 1">
  <p:cSld name="SECTION_HEADER_2_1">
    <p:bg>
      <p:bgPr>
        <a:solidFill>
          <a:srgbClr val="F2F8F3"/>
        </a:solidFill>
      </p:bgPr>
    </p:bg>
    <p:spTree>
      <p:nvGrpSpPr>
        <p:cNvPr id="1881" name="Shape 1881"/>
        <p:cNvGrpSpPr/>
        <p:nvPr/>
      </p:nvGrpSpPr>
      <p:grpSpPr>
        <a:xfrm>
          <a:off x="0" y="0"/>
          <a:ext cx="0" cy="0"/>
          <a:chOff x="0" y="0"/>
          <a:chExt cx="0" cy="0"/>
        </a:xfrm>
      </p:grpSpPr>
      <p:sp>
        <p:nvSpPr>
          <p:cNvPr id="1882" name="Google Shape;1882;p169"/>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3" name="Google Shape;1883;p169"/>
          <p:cNvSpPr/>
          <p:nvPr/>
        </p:nvSpPr>
        <p:spPr>
          <a:xfrm>
            <a:off x="7970700" y="0"/>
            <a:ext cx="1173300" cy="759900"/>
          </a:xfrm>
          <a:prstGeom prst="roundRect">
            <a:avLst>
              <a:gd fmla="val 37011"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4" name="Google Shape;1884;p169"/>
          <p:cNvSpPr/>
          <p:nvPr/>
        </p:nvSpPr>
        <p:spPr>
          <a:xfrm>
            <a:off x="212550" y="173775"/>
            <a:ext cx="1321500" cy="282600"/>
          </a:xfrm>
          <a:prstGeom prst="roundRect">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sp>
        <p:nvSpPr>
          <p:cNvPr id="1885" name="Google Shape;1885;p169"/>
          <p:cNvSpPr txBox="1"/>
          <p:nvPr>
            <p:ph type="title"/>
          </p:nvPr>
        </p:nvSpPr>
        <p:spPr>
          <a:xfrm>
            <a:off x="343800" y="11248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9pPr>
          </a:lstStyle>
          <a:p/>
        </p:txBody>
      </p:sp>
      <p:sp>
        <p:nvSpPr>
          <p:cNvPr id="1886" name="Google Shape;1886;p169"/>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dk2"/>
                </a:solidFill>
                <a:latin typeface="Inter"/>
                <a:ea typeface="Inter"/>
                <a:cs typeface="Inter"/>
                <a:sym typeface="Inter"/>
              </a:rPr>
              <a:t>‹#›</a:t>
            </a:fld>
            <a:endParaRPr b="1" i="0" sz="800" u="none" cap="none" strike="noStrike">
              <a:solidFill>
                <a:schemeClr val="dk2"/>
              </a:solidFill>
              <a:latin typeface="Inter"/>
              <a:ea typeface="Inter"/>
              <a:cs typeface="Inter"/>
              <a:sym typeface="Inter"/>
            </a:endParaRPr>
          </a:p>
        </p:txBody>
      </p:sp>
      <p:pic>
        <p:nvPicPr>
          <p:cNvPr id="1887" name="Google Shape;1887;p169"/>
          <p:cNvPicPr preferRelativeResize="0"/>
          <p:nvPr/>
        </p:nvPicPr>
        <p:blipFill rotWithShape="1">
          <a:blip r:embed="rId2">
            <a:alphaModFix/>
          </a:blip>
          <a:srcRect b="0" l="0" r="0" t="0"/>
          <a:stretch/>
        </p:blipFill>
        <p:spPr>
          <a:xfrm>
            <a:off x="7973000" y="221840"/>
            <a:ext cx="958045" cy="170225"/>
          </a:xfrm>
          <a:prstGeom prst="rect">
            <a:avLst/>
          </a:prstGeom>
          <a:noFill/>
          <a:ln>
            <a:noFill/>
          </a:ln>
        </p:spPr>
      </p:pic>
    </p:spTree>
  </p:cSld>
  <p:clrMapOvr>
    <a:masterClrMapping/>
  </p:clrMapOvr>
  <p:extLst>
    <p:ext uri="{DCECCB84-F9BA-43D5-87BE-67443E8EF086}">
      <p15:sldGuideLst>
        <p15:guide id="1" pos="1212">
          <p15:clr>
            <a:srgbClr val="F9AD4C"/>
          </p15:clr>
        </p15:guide>
        <p15:guide id="2" pos="1379">
          <p15:clr>
            <a:srgbClr val="F9AD4C"/>
          </p15:clr>
        </p15:guide>
        <p15:guide id="3" pos="2268">
          <p15:clr>
            <a:srgbClr val="F9AD4C"/>
          </p15:clr>
        </p15:guide>
        <p15:guide id="4" pos="2438">
          <p15:clr>
            <a:srgbClr val="F9AD4C"/>
          </p15:clr>
        </p15:guide>
        <p15:guide id="5" pos="3331">
          <p15:clr>
            <a:srgbClr val="F9AD4C"/>
          </p15:clr>
        </p15:guide>
        <p15:guide id="6" pos="3492">
          <p15:clr>
            <a:srgbClr val="F9AD4C"/>
          </p15:clr>
        </p15:guide>
        <p15:guide id="7" pos="4381">
          <p15:clr>
            <a:srgbClr val="F9AD4C"/>
          </p15:clr>
        </p15:guide>
        <p15:guide id="8" pos="4548">
          <p15:clr>
            <a:srgbClr val="F9AD4C"/>
          </p15:clr>
        </p15:guide>
        <p15:guide id="9" orient="horz" pos="397">
          <p15:clr>
            <a:srgbClr val="F9AD4C"/>
          </p15:clr>
        </p15:guide>
        <p15:guide id="10" orient="horz" pos="792">
          <p15:clr>
            <a:srgbClr val="F9AD4C"/>
          </p15:clr>
        </p15:guide>
      </p15:sldGuideLst>
    </p:ext>
  </p:extLst>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3 1 1 1">
  <p:cSld name="TITLE_2_3_1_1_1">
    <p:bg>
      <p:bgPr>
        <a:solidFill>
          <a:schemeClr val="dk2"/>
        </a:solidFill>
      </p:bgPr>
    </p:bg>
    <p:spTree>
      <p:nvGrpSpPr>
        <p:cNvPr id="1888" name="Shape 1888"/>
        <p:cNvGrpSpPr/>
        <p:nvPr/>
      </p:nvGrpSpPr>
      <p:grpSpPr>
        <a:xfrm>
          <a:off x="0" y="0"/>
          <a:ext cx="0" cy="0"/>
          <a:chOff x="0" y="0"/>
          <a:chExt cx="0" cy="0"/>
        </a:xfrm>
      </p:grpSpPr>
      <p:sp>
        <p:nvSpPr>
          <p:cNvPr id="1889" name="Google Shape;1889;p170"/>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0" name="Google Shape;1890;p170"/>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1" name="Google Shape;1891;p170"/>
          <p:cNvSpPr txBox="1"/>
          <p:nvPr>
            <p:ph type="title"/>
          </p:nvPr>
        </p:nvSpPr>
        <p:spPr>
          <a:xfrm>
            <a:off x="343800" y="1322225"/>
            <a:ext cx="8456400" cy="1089600"/>
          </a:xfrm>
          <a:prstGeom prst="rect">
            <a:avLst/>
          </a:prstGeom>
          <a:noFill/>
          <a:ln>
            <a:noFill/>
          </a:ln>
        </p:spPr>
        <p:txBody>
          <a:bodyPr anchorCtr="0" anchor="t" bIns="91425" lIns="0" spcFirstLastPara="1" rIns="91425" wrap="square" tIns="91425">
            <a:normAutofit/>
          </a:bodyPr>
          <a:lstStyle>
            <a:lvl1pPr lvl="0"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1pPr>
            <a:lvl2pPr lvl="1"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2pPr>
            <a:lvl3pPr lvl="2"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3pPr>
            <a:lvl4pPr lvl="3"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4pPr>
            <a:lvl5pPr lvl="4"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5pPr>
            <a:lvl6pPr lvl="5"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6pPr>
            <a:lvl7pPr lvl="6"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7pPr>
            <a:lvl8pPr lvl="7"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8pPr>
            <a:lvl9pPr lvl="8"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9pPr>
          </a:lstStyle>
          <a:p/>
        </p:txBody>
      </p:sp>
      <p:sp>
        <p:nvSpPr>
          <p:cNvPr id="1892" name="Google Shape;1892;p17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893" name="Google Shape;1893;p17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894" name="Google Shape;1894;p17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3 1 2">
  <p:cSld name="TITLE_2_3_1_2">
    <p:bg>
      <p:bgPr>
        <a:solidFill>
          <a:schemeClr val="accent1"/>
        </a:solidFill>
      </p:bgPr>
    </p:bg>
    <p:spTree>
      <p:nvGrpSpPr>
        <p:cNvPr id="1895" name="Shape 1895"/>
        <p:cNvGrpSpPr/>
        <p:nvPr/>
      </p:nvGrpSpPr>
      <p:grpSpPr>
        <a:xfrm>
          <a:off x="0" y="0"/>
          <a:ext cx="0" cy="0"/>
          <a:chOff x="0" y="0"/>
          <a:chExt cx="0" cy="0"/>
        </a:xfrm>
      </p:grpSpPr>
      <p:sp>
        <p:nvSpPr>
          <p:cNvPr id="1896" name="Google Shape;1896;p171"/>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p171"/>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171"/>
          <p:cNvSpPr txBox="1"/>
          <p:nvPr>
            <p:ph type="title"/>
          </p:nvPr>
        </p:nvSpPr>
        <p:spPr>
          <a:xfrm>
            <a:off x="343800" y="149367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9pPr>
          </a:lstStyle>
          <a:p/>
        </p:txBody>
      </p:sp>
      <p:sp>
        <p:nvSpPr>
          <p:cNvPr id="1899" name="Google Shape;1899;p17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900" name="Google Shape;1900;p17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901" name="Google Shape;1901;p17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1 1">
  <p:cSld name="TITLE_2_1_1_1_1_3_1">
    <p:bg>
      <p:bgPr>
        <a:solidFill>
          <a:schemeClr val="accent1"/>
        </a:solidFill>
      </p:bgPr>
    </p:bg>
    <p:spTree>
      <p:nvGrpSpPr>
        <p:cNvPr id="1902" name="Shape 1902"/>
        <p:cNvGrpSpPr/>
        <p:nvPr/>
      </p:nvGrpSpPr>
      <p:grpSpPr>
        <a:xfrm>
          <a:off x="0" y="0"/>
          <a:ext cx="0" cy="0"/>
          <a:chOff x="0" y="0"/>
          <a:chExt cx="0" cy="0"/>
        </a:xfrm>
      </p:grpSpPr>
      <p:sp>
        <p:nvSpPr>
          <p:cNvPr id="1903" name="Google Shape;1903;p172"/>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p172"/>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172"/>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17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907" name="Google Shape;1907;p17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908" name="Google Shape;1908;p17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1909" name="Google Shape;1909;p172"/>
          <p:cNvSpPr txBox="1"/>
          <p:nvPr>
            <p:ph type="title"/>
          </p:nvPr>
        </p:nvSpPr>
        <p:spPr>
          <a:xfrm>
            <a:off x="314275" y="11258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1910" name="Google Shape;1910;p172"/>
          <p:cNvSpPr txBox="1"/>
          <p:nvPr>
            <p:ph idx="1" type="body"/>
          </p:nvPr>
        </p:nvSpPr>
        <p:spPr>
          <a:xfrm>
            <a:off x="314275" y="263657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911" name="Google Shape;1911;p172"/>
          <p:cNvSpPr txBox="1"/>
          <p:nvPr>
            <p:ph idx="2" type="subTitle"/>
          </p:nvPr>
        </p:nvSpPr>
        <p:spPr>
          <a:xfrm>
            <a:off x="314275" y="228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2 1 1">
  <p:cSld name="TITLE_2_2_2_1_1">
    <p:bg>
      <p:bgPr>
        <a:solidFill>
          <a:schemeClr val="dk2"/>
        </a:solidFill>
      </p:bgPr>
    </p:bg>
    <p:spTree>
      <p:nvGrpSpPr>
        <p:cNvPr id="1912" name="Shape 1912"/>
        <p:cNvGrpSpPr/>
        <p:nvPr/>
      </p:nvGrpSpPr>
      <p:grpSpPr>
        <a:xfrm>
          <a:off x="0" y="0"/>
          <a:ext cx="0" cy="0"/>
          <a:chOff x="0" y="0"/>
          <a:chExt cx="0" cy="0"/>
        </a:xfrm>
      </p:grpSpPr>
      <p:sp>
        <p:nvSpPr>
          <p:cNvPr id="1913" name="Google Shape;1913;p173"/>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914" name="Google Shape;1914;p173"/>
          <p:cNvSpPr txBox="1"/>
          <p:nvPr>
            <p:ph idx="1" type="body"/>
          </p:nvPr>
        </p:nvSpPr>
        <p:spPr>
          <a:xfrm>
            <a:off x="1823850" y="164637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1915" name="Google Shape;1915;p173"/>
          <p:cNvSpPr txBox="1"/>
          <p:nvPr>
            <p:ph idx="2" type="body"/>
          </p:nvPr>
        </p:nvSpPr>
        <p:spPr>
          <a:xfrm>
            <a:off x="1823850" y="2559550"/>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1916" name="Google Shape;1916;p17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7" name="Google Shape;1917;p173"/>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173"/>
          <p:cNvSpPr txBox="1"/>
          <p:nvPr>
            <p:ph idx="3" type="body"/>
          </p:nvPr>
        </p:nvSpPr>
        <p:spPr>
          <a:xfrm>
            <a:off x="1823850" y="347272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1919" name="Google Shape;1919;p173"/>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0" name="Google Shape;1920;p17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921" name="Google Shape;1921;p17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922" name="Google Shape;1922;p17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1">
  <p:cSld name="TITLE_2_2_1_2_1">
    <p:bg>
      <p:bgPr>
        <a:solidFill>
          <a:schemeClr val="dk2"/>
        </a:solidFill>
      </p:bgPr>
    </p:bg>
    <p:spTree>
      <p:nvGrpSpPr>
        <p:cNvPr id="1923" name="Shape 1923"/>
        <p:cNvGrpSpPr/>
        <p:nvPr/>
      </p:nvGrpSpPr>
      <p:grpSpPr>
        <a:xfrm>
          <a:off x="0" y="0"/>
          <a:ext cx="0" cy="0"/>
          <a:chOff x="0" y="0"/>
          <a:chExt cx="0" cy="0"/>
        </a:xfrm>
      </p:grpSpPr>
      <p:sp>
        <p:nvSpPr>
          <p:cNvPr id="1924" name="Google Shape;1924;p174"/>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p174"/>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174"/>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927" name="Google Shape;1927;p174"/>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928" name="Google Shape;1928;p174"/>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p17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930" name="Google Shape;1930;p17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931" name="Google Shape;1931;p17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2">
  <p:cSld name="TITLE_2_1_1_1_1_2_1_1_2">
    <p:bg>
      <p:bgPr>
        <a:solidFill>
          <a:schemeClr val="accent1"/>
        </a:solidFill>
      </p:bgPr>
    </p:bg>
    <p:spTree>
      <p:nvGrpSpPr>
        <p:cNvPr id="1932" name="Shape 1932"/>
        <p:cNvGrpSpPr/>
        <p:nvPr/>
      </p:nvGrpSpPr>
      <p:grpSpPr>
        <a:xfrm>
          <a:off x="0" y="0"/>
          <a:ext cx="0" cy="0"/>
          <a:chOff x="0" y="0"/>
          <a:chExt cx="0" cy="0"/>
        </a:xfrm>
      </p:grpSpPr>
      <p:sp>
        <p:nvSpPr>
          <p:cNvPr id="1933" name="Google Shape;1933;p175"/>
          <p:cNvSpPr/>
          <p:nvPr>
            <p:ph idx="2" type="pic"/>
          </p:nvPr>
        </p:nvSpPr>
        <p:spPr>
          <a:xfrm>
            <a:off x="0" y="-6600"/>
            <a:ext cx="9144000" cy="5156700"/>
          </a:xfrm>
          <a:prstGeom prst="round1Rect">
            <a:avLst>
              <a:gd fmla="val 5365" name="adj"/>
            </a:avLst>
          </a:prstGeom>
          <a:noFill/>
          <a:ln>
            <a:noFill/>
          </a:ln>
        </p:spPr>
      </p:sp>
      <p:sp>
        <p:nvSpPr>
          <p:cNvPr id="1934" name="Google Shape;1934;p175"/>
          <p:cNvSpPr/>
          <p:nvPr/>
        </p:nvSpPr>
        <p:spPr>
          <a:xfrm>
            <a:off x="212550" y="766200"/>
            <a:ext cx="47595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p175"/>
          <p:cNvSpPr txBox="1"/>
          <p:nvPr>
            <p:ph type="title"/>
          </p:nvPr>
        </p:nvSpPr>
        <p:spPr>
          <a:xfrm>
            <a:off x="414425" y="118280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936" name="Google Shape;1936;p175"/>
          <p:cNvSpPr txBox="1"/>
          <p:nvPr>
            <p:ph idx="1" type="subTitle"/>
          </p:nvPr>
        </p:nvSpPr>
        <p:spPr>
          <a:xfrm>
            <a:off x="414425" y="235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937" name="Google Shape;1937;p175"/>
          <p:cNvSpPr txBox="1"/>
          <p:nvPr>
            <p:ph idx="3" type="body"/>
          </p:nvPr>
        </p:nvSpPr>
        <p:spPr>
          <a:xfrm>
            <a:off x="414425" y="2726125"/>
            <a:ext cx="3516300" cy="207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938" name="Google Shape;1938;p17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939" name="Google Shape;1939;p17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940" name="Google Shape;1940;p17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pic>
        <p:nvPicPr>
          <p:cNvPr id="1941" name="Google Shape;1941;p175"/>
          <p:cNvPicPr preferRelativeResize="0"/>
          <p:nvPr/>
        </p:nvPicPr>
        <p:blipFill rotWithShape="1">
          <a:blip r:embed="rId3">
            <a:alphaModFix/>
          </a:blip>
          <a:srcRect b="0" l="0" r="0" t="0"/>
          <a:stretch/>
        </p:blipFill>
        <p:spPr>
          <a:xfrm>
            <a:off x="8861400" y="0"/>
            <a:ext cx="282600" cy="282600"/>
          </a:xfrm>
          <a:prstGeom prst="rect">
            <a:avLst/>
          </a:prstGeom>
          <a:noFill/>
          <a:ln>
            <a:noFill/>
          </a:ln>
        </p:spPr>
      </p:pic>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3">
  <p:cSld name="TITLE_2_1_1_1_1_2_1_1_1_1_1_1_1_1_3">
    <p:bg>
      <p:bgPr>
        <a:solidFill>
          <a:schemeClr val="accent1"/>
        </a:solidFill>
      </p:bgPr>
    </p:bg>
    <p:spTree>
      <p:nvGrpSpPr>
        <p:cNvPr id="1942" name="Shape 1942"/>
        <p:cNvGrpSpPr/>
        <p:nvPr/>
      </p:nvGrpSpPr>
      <p:grpSpPr>
        <a:xfrm>
          <a:off x="0" y="0"/>
          <a:ext cx="0" cy="0"/>
          <a:chOff x="0" y="0"/>
          <a:chExt cx="0" cy="0"/>
        </a:xfrm>
      </p:grpSpPr>
      <p:sp>
        <p:nvSpPr>
          <p:cNvPr id="1943" name="Google Shape;1943;p176"/>
          <p:cNvSpPr/>
          <p:nvPr>
            <p:ph idx="2" type="pic"/>
          </p:nvPr>
        </p:nvSpPr>
        <p:spPr>
          <a:xfrm>
            <a:off x="212550" y="766200"/>
            <a:ext cx="3933000" cy="3933600"/>
          </a:xfrm>
          <a:prstGeom prst="roundRect">
            <a:avLst>
              <a:gd fmla="val 3888" name="adj"/>
            </a:avLst>
          </a:prstGeom>
          <a:noFill/>
          <a:ln>
            <a:noFill/>
          </a:ln>
        </p:spPr>
      </p:sp>
      <p:sp>
        <p:nvSpPr>
          <p:cNvPr id="1944" name="Google Shape;1944;p17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5" name="Google Shape;1945;p17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6" name="Google Shape;1946;p176"/>
          <p:cNvSpPr txBox="1"/>
          <p:nvPr>
            <p:ph idx="1" type="subTitle"/>
          </p:nvPr>
        </p:nvSpPr>
        <p:spPr>
          <a:xfrm>
            <a:off x="4312250" y="1851613"/>
            <a:ext cx="2949000" cy="4452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900"/>
              <a:buFont typeface="Inter Black"/>
              <a:buNone/>
              <a:defRPr sz="1900">
                <a:latin typeface="Inter Black"/>
                <a:ea typeface="Inter Black"/>
                <a:cs typeface="Inter Black"/>
                <a:sym typeface="Inter Black"/>
              </a:defRPr>
            </a:lvl1pPr>
            <a:lvl2pPr lvl="1" algn="l">
              <a:lnSpc>
                <a:spcPct val="100000"/>
              </a:lnSpc>
              <a:spcBef>
                <a:spcPts val="0"/>
              </a:spcBef>
              <a:spcAft>
                <a:spcPts val="0"/>
              </a:spcAft>
              <a:buSzPts val="1900"/>
              <a:buFont typeface="Inter Black"/>
              <a:buNone/>
              <a:defRPr sz="1900">
                <a:latin typeface="Inter Black"/>
                <a:ea typeface="Inter Black"/>
                <a:cs typeface="Inter Black"/>
                <a:sym typeface="Inter Black"/>
              </a:defRPr>
            </a:lvl2pPr>
            <a:lvl3pPr lvl="2" algn="l">
              <a:lnSpc>
                <a:spcPct val="100000"/>
              </a:lnSpc>
              <a:spcBef>
                <a:spcPts val="0"/>
              </a:spcBef>
              <a:spcAft>
                <a:spcPts val="0"/>
              </a:spcAft>
              <a:buSzPts val="1900"/>
              <a:buFont typeface="Inter Black"/>
              <a:buNone/>
              <a:defRPr sz="1900">
                <a:latin typeface="Inter Black"/>
                <a:ea typeface="Inter Black"/>
                <a:cs typeface="Inter Black"/>
                <a:sym typeface="Inter Black"/>
              </a:defRPr>
            </a:lvl3pPr>
            <a:lvl4pPr lvl="3" algn="l">
              <a:lnSpc>
                <a:spcPct val="100000"/>
              </a:lnSpc>
              <a:spcBef>
                <a:spcPts val="0"/>
              </a:spcBef>
              <a:spcAft>
                <a:spcPts val="0"/>
              </a:spcAft>
              <a:buSzPts val="1900"/>
              <a:buFont typeface="Inter Black"/>
              <a:buNone/>
              <a:defRPr sz="1900">
                <a:latin typeface="Inter Black"/>
                <a:ea typeface="Inter Black"/>
                <a:cs typeface="Inter Black"/>
                <a:sym typeface="Inter Black"/>
              </a:defRPr>
            </a:lvl4pPr>
            <a:lvl5pPr lvl="4" algn="l">
              <a:lnSpc>
                <a:spcPct val="100000"/>
              </a:lnSpc>
              <a:spcBef>
                <a:spcPts val="0"/>
              </a:spcBef>
              <a:spcAft>
                <a:spcPts val="0"/>
              </a:spcAft>
              <a:buSzPts val="1900"/>
              <a:buFont typeface="Inter Black"/>
              <a:buNone/>
              <a:defRPr sz="1900">
                <a:latin typeface="Inter Black"/>
                <a:ea typeface="Inter Black"/>
                <a:cs typeface="Inter Black"/>
                <a:sym typeface="Inter Black"/>
              </a:defRPr>
            </a:lvl5pPr>
            <a:lvl6pPr lvl="5" algn="l">
              <a:lnSpc>
                <a:spcPct val="100000"/>
              </a:lnSpc>
              <a:spcBef>
                <a:spcPts val="0"/>
              </a:spcBef>
              <a:spcAft>
                <a:spcPts val="0"/>
              </a:spcAft>
              <a:buSzPts val="1900"/>
              <a:buFont typeface="Inter Black"/>
              <a:buNone/>
              <a:defRPr sz="1900">
                <a:latin typeface="Inter Black"/>
                <a:ea typeface="Inter Black"/>
                <a:cs typeface="Inter Black"/>
                <a:sym typeface="Inter Black"/>
              </a:defRPr>
            </a:lvl6pPr>
            <a:lvl7pPr lvl="6" algn="l">
              <a:lnSpc>
                <a:spcPct val="100000"/>
              </a:lnSpc>
              <a:spcBef>
                <a:spcPts val="0"/>
              </a:spcBef>
              <a:spcAft>
                <a:spcPts val="0"/>
              </a:spcAft>
              <a:buSzPts val="1900"/>
              <a:buFont typeface="Inter Black"/>
              <a:buNone/>
              <a:defRPr sz="1900">
                <a:latin typeface="Inter Black"/>
                <a:ea typeface="Inter Black"/>
                <a:cs typeface="Inter Black"/>
                <a:sym typeface="Inter Black"/>
              </a:defRPr>
            </a:lvl7pPr>
            <a:lvl8pPr lvl="7" algn="l">
              <a:lnSpc>
                <a:spcPct val="100000"/>
              </a:lnSpc>
              <a:spcBef>
                <a:spcPts val="0"/>
              </a:spcBef>
              <a:spcAft>
                <a:spcPts val="0"/>
              </a:spcAft>
              <a:buSzPts val="1900"/>
              <a:buFont typeface="Inter Black"/>
              <a:buNone/>
              <a:defRPr sz="1900">
                <a:latin typeface="Inter Black"/>
                <a:ea typeface="Inter Black"/>
                <a:cs typeface="Inter Black"/>
                <a:sym typeface="Inter Black"/>
              </a:defRPr>
            </a:lvl8pPr>
            <a:lvl9pPr lvl="8" algn="l">
              <a:lnSpc>
                <a:spcPct val="100000"/>
              </a:lnSpc>
              <a:spcBef>
                <a:spcPts val="0"/>
              </a:spcBef>
              <a:spcAft>
                <a:spcPts val="0"/>
              </a:spcAft>
              <a:buSzPts val="1900"/>
              <a:buFont typeface="Inter Black"/>
              <a:buNone/>
              <a:defRPr sz="1900">
                <a:latin typeface="Inter Black"/>
                <a:ea typeface="Inter Black"/>
                <a:cs typeface="Inter Black"/>
                <a:sym typeface="Inter Black"/>
              </a:defRPr>
            </a:lvl9pPr>
          </a:lstStyle>
          <a:p/>
        </p:txBody>
      </p:sp>
      <p:sp>
        <p:nvSpPr>
          <p:cNvPr id="1947" name="Google Shape;1947;p176"/>
          <p:cNvSpPr txBox="1"/>
          <p:nvPr>
            <p:ph idx="3" type="body"/>
          </p:nvPr>
        </p:nvSpPr>
        <p:spPr>
          <a:xfrm>
            <a:off x="4312250" y="2323600"/>
            <a:ext cx="4230900" cy="2050500"/>
          </a:xfrm>
          <a:prstGeom prst="rect">
            <a:avLst/>
          </a:prstGeom>
          <a:noFill/>
          <a:ln>
            <a:noFill/>
          </a:ln>
        </p:spPr>
        <p:txBody>
          <a:bodyPr anchorCtr="0" anchor="t" bIns="91425" lIns="0" spcFirstLastPara="1" rIns="91425" wrap="square" tIns="0">
            <a:no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948" name="Google Shape;1948;p176"/>
          <p:cNvSpPr txBox="1"/>
          <p:nvPr>
            <p:ph type="title"/>
          </p:nvPr>
        </p:nvSpPr>
        <p:spPr>
          <a:xfrm>
            <a:off x="4312250" y="672750"/>
            <a:ext cx="46164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949" name="Google Shape;1949;p176"/>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p17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951" name="Google Shape;1951;p17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952" name="Google Shape;1952;p17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3 1">
  <p:cSld name="TITLE_2_1_1_1_1_2_1_1_1_1_1_1_1_1_3_1">
    <p:bg>
      <p:bgPr>
        <a:solidFill>
          <a:schemeClr val="accent1"/>
        </a:solidFill>
      </p:bgPr>
    </p:bg>
    <p:spTree>
      <p:nvGrpSpPr>
        <p:cNvPr id="1953" name="Shape 1953"/>
        <p:cNvGrpSpPr/>
        <p:nvPr/>
      </p:nvGrpSpPr>
      <p:grpSpPr>
        <a:xfrm>
          <a:off x="0" y="0"/>
          <a:ext cx="0" cy="0"/>
          <a:chOff x="0" y="0"/>
          <a:chExt cx="0" cy="0"/>
        </a:xfrm>
      </p:grpSpPr>
      <p:sp>
        <p:nvSpPr>
          <p:cNvPr id="1954" name="Google Shape;1954;p177"/>
          <p:cNvSpPr/>
          <p:nvPr>
            <p:ph idx="2" type="pic"/>
          </p:nvPr>
        </p:nvSpPr>
        <p:spPr>
          <a:xfrm>
            <a:off x="212550" y="766200"/>
            <a:ext cx="3933000" cy="3933600"/>
          </a:xfrm>
          <a:prstGeom prst="roundRect">
            <a:avLst>
              <a:gd fmla="val 3888" name="adj"/>
            </a:avLst>
          </a:prstGeom>
          <a:noFill/>
          <a:ln>
            <a:noFill/>
          </a:ln>
        </p:spPr>
      </p:sp>
      <p:sp>
        <p:nvSpPr>
          <p:cNvPr id="1955" name="Google Shape;1955;p177"/>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p177"/>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7" name="Google Shape;1957;p177"/>
          <p:cNvSpPr txBox="1"/>
          <p:nvPr>
            <p:ph idx="1" type="subTitle"/>
          </p:nvPr>
        </p:nvSpPr>
        <p:spPr>
          <a:xfrm>
            <a:off x="4312250" y="1946738"/>
            <a:ext cx="2949000" cy="4452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1pPr>
            <a:lvl2pPr lvl="1"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2pPr>
            <a:lvl3pPr lvl="2"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3pPr>
            <a:lvl4pPr lvl="3"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4pPr>
            <a:lvl5pPr lvl="4"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5pPr>
            <a:lvl6pPr lvl="5"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6pPr>
            <a:lvl7pPr lvl="6"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7pPr>
            <a:lvl8pPr lvl="7"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8pPr>
            <a:lvl9pPr lvl="8"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9pPr>
          </a:lstStyle>
          <a:p/>
        </p:txBody>
      </p:sp>
      <p:sp>
        <p:nvSpPr>
          <p:cNvPr id="1958" name="Google Shape;1958;p177"/>
          <p:cNvSpPr txBox="1"/>
          <p:nvPr>
            <p:ph idx="3" type="body"/>
          </p:nvPr>
        </p:nvSpPr>
        <p:spPr>
          <a:xfrm>
            <a:off x="4312250" y="2418725"/>
            <a:ext cx="4230900" cy="2050500"/>
          </a:xfrm>
          <a:prstGeom prst="rect">
            <a:avLst/>
          </a:prstGeom>
          <a:noFill/>
          <a:ln>
            <a:noFill/>
          </a:ln>
        </p:spPr>
        <p:txBody>
          <a:bodyPr anchorCtr="0" anchor="t" bIns="91425" lIns="0" spcFirstLastPara="1" rIns="91425" wrap="square" tIns="0">
            <a:no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1959" name="Google Shape;1959;p177"/>
          <p:cNvSpPr txBox="1"/>
          <p:nvPr>
            <p:ph type="title"/>
          </p:nvPr>
        </p:nvSpPr>
        <p:spPr>
          <a:xfrm>
            <a:off x="4312250" y="767875"/>
            <a:ext cx="46164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1960" name="Google Shape;1960;p17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961" name="Google Shape;1961;p17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962" name="Google Shape;1962;p17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1 1">
  <p:cSld name="TITLE_2_2_1_2_1_1">
    <p:bg>
      <p:bgPr>
        <a:solidFill>
          <a:schemeClr val="dk2"/>
        </a:solidFill>
      </p:bgPr>
    </p:bg>
    <p:spTree>
      <p:nvGrpSpPr>
        <p:cNvPr id="1963" name="Shape 1963"/>
        <p:cNvGrpSpPr/>
        <p:nvPr/>
      </p:nvGrpSpPr>
      <p:grpSpPr>
        <a:xfrm>
          <a:off x="0" y="0"/>
          <a:ext cx="0" cy="0"/>
          <a:chOff x="0" y="0"/>
          <a:chExt cx="0" cy="0"/>
        </a:xfrm>
      </p:grpSpPr>
      <p:sp>
        <p:nvSpPr>
          <p:cNvPr id="1964" name="Google Shape;1964;p178"/>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178"/>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p178"/>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1967" name="Google Shape;1967;p178"/>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1968" name="Google Shape;1968;p17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969" name="Google Shape;1969;p17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970" name="Google Shape;1970;p17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p:cSld name="TITLE_2_1_1_1_1_2_1_1_1_1_1_1_1_1_1_1_1_2">
    <p:bg>
      <p:bgPr>
        <a:solidFill>
          <a:schemeClr val="accent1"/>
        </a:solidFill>
      </p:bgPr>
    </p:bg>
    <p:spTree>
      <p:nvGrpSpPr>
        <p:cNvPr id="1971" name="Shape 1971"/>
        <p:cNvGrpSpPr/>
        <p:nvPr/>
      </p:nvGrpSpPr>
      <p:grpSpPr>
        <a:xfrm>
          <a:off x="0" y="0"/>
          <a:ext cx="0" cy="0"/>
          <a:chOff x="0" y="0"/>
          <a:chExt cx="0" cy="0"/>
        </a:xfrm>
      </p:grpSpPr>
      <p:sp>
        <p:nvSpPr>
          <p:cNvPr id="1972" name="Google Shape;1972;p179"/>
          <p:cNvSpPr/>
          <p:nvPr/>
        </p:nvSpPr>
        <p:spPr>
          <a:xfrm>
            <a:off x="2125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3" name="Google Shape;1973;p179"/>
          <p:cNvSpPr/>
          <p:nvPr/>
        </p:nvSpPr>
        <p:spPr>
          <a:xfrm>
            <a:off x="3154702" y="1367388"/>
            <a:ext cx="28347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4" name="Google Shape;1974;p179"/>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1975" name="Google Shape;1975;p179"/>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976" name="Google Shape;1976;p179"/>
          <p:cNvSpPr txBox="1"/>
          <p:nvPr>
            <p:ph idx="2" type="subTitle"/>
          </p:nvPr>
        </p:nvSpPr>
        <p:spPr>
          <a:xfrm>
            <a:off x="2125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977" name="Google Shape;1977;p179"/>
          <p:cNvSpPr/>
          <p:nvPr/>
        </p:nvSpPr>
        <p:spPr>
          <a:xfrm>
            <a:off x="62009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p179"/>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979" name="Google Shape;1979;p179"/>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0" name="Google Shape;1980;p179"/>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1" name="Google Shape;1981;p179"/>
          <p:cNvSpPr txBox="1"/>
          <p:nvPr>
            <p:ph idx="4" type="subTitle"/>
          </p:nvPr>
        </p:nvSpPr>
        <p:spPr>
          <a:xfrm>
            <a:off x="3154700" y="2426900"/>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982" name="Google Shape;1982;p179"/>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983" name="Google Shape;1983;p179"/>
          <p:cNvSpPr txBox="1"/>
          <p:nvPr>
            <p:ph idx="6" type="subTitle"/>
          </p:nvPr>
        </p:nvSpPr>
        <p:spPr>
          <a:xfrm>
            <a:off x="62009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984" name="Google Shape;1984;p17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985" name="Google Shape;1985;p17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986" name="Google Shape;1986;p17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2">
  <p:cSld name="TITLE_2_1_1_1_1_2_1_1_1_1_1_1_1_1_1_1_1_2_2">
    <p:bg>
      <p:bgPr>
        <a:solidFill>
          <a:schemeClr val="accent1"/>
        </a:solidFill>
      </p:bgPr>
    </p:bg>
    <p:spTree>
      <p:nvGrpSpPr>
        <p:cNvPr id="1987" name="Shape 1987"/>
        <p:cNvGrpSpPr/>
        <p:nvPr/>
      </p:nvGrpSpPr>
      <p:grpSpPr>
        <a:xfrm>
          <a:off x="0" y="0"/>
          <a:ext cx="0" cy="0"/>
          <a:chOff x="0" y="0"/>
          <a:chExt cx="0" cy="0"/>
        </a:xfrm>
      </p:grpSpPr>
      <p:sp>
        <p:nvSpPr>
          <p:cNvPr id="1988" name="Google Shape;1988;p180"/>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1989" name="Google Shape;1989;p180"/>
          <p:cNvSpPr txBox="1"/>
          <p:nvPr>
            <p:ph idx="1" type="body"/>
          </p:nvPr>
        </p:nvSpPr>
        <p:spPr>
          <a:xfrm>
            <a:off x="338300" y="1894300"/>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990" name="Google Shape;1990;p180"/>
          <p:cNvSpPr txBox="1"/>
          <p:nvPr>
            <p:ph idx="2" type="subTitle"/>
          </p:nvPr>
        </p:nvSpPr>
        <p:spPr>
          <a:xfrm>
            <a:off x="212550" y="1457925"/>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991" name="Google Shape;1991;p180"/>
          <p:cNvSpPr txBox="1"/>
          <p:nvPr>
            <p:ph idx="3" type="body"/>
          </p:nvPr>
        </p:nvSpPr>
        <p:spPr>
          <a:xfrm>
            <a:off x="3356850" y="1894300"/>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992" name="Google Shape;1992;p180"/>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3" name="Google Shape;1993;p180"/>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4" name="Google Shape;1994;p180"/>
          <p:cNvSpPr txBox="1"/>
          <p:nvPr>
            <p:ph idx="4" type="subTitle"/>
          </p:nvPr>
        </p:nvSpPr>
        <p:spPr>
          <a:xfrm>
            <a:off x="3154700" y="1457925"/>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995" name="Google Shape;1995;p180"/>
          <p:cNvSpPr txBox="1"/>
          <p:nvPr>
            <p:ph idx="5" type="body"/>
          </p:nvPr>
        </p:nvSpPr>
        <p:spPr>
          <a:xfrm>
            <a:off x="6375400" y="1894300"/>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1996" name="Google Shape;1996;p180"/>
          <p:cNvSpPr txBox="1"/>
          <p:nvPr>
            <p:ph idx="6" type="subTitle"/>
          </p:nvPr>
        </p:nvSpPr>
        <p:spPr>
          <a:xfrm>
            <a:off x="6200950" y="1457925"/>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1997" name="Google Shape;1997;p18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1998" name="Google Shape;1998;p18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1999" name="Google Shape;1999;p18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1">
  <p:cSld name="TITLE_2_1_1_1_1_2_1_1_1_1_1_1_1_1_1_1_1_2_1">
    <p:bg>
      <p:bgPr>
        <a:solidFill>
          <a:schemeClr val="dk2"/>
        </a:solidFill>
      </p:bgPr>
    </p:bg>
    <p:spTree>
      <p:nvGrpSpPr>
        <p:cNvPr id="2000" name="Shape 2000"/>
        <p:cNvGrpSpPr/>
        <p:nvPr/>
      </p:nvGrpSpPr>
      <p:grpSpPr>
        <a:xfrm>
          <a:off x="0" y="0"/>
          <a:ext cx="0" cy="0"/>
          <a:chOff x="0" y="0"/>
          <a:chExt cx="0" cy="0"/>
        </a:xfrm>
      </p:grpSpPr>
      <p:sp>
        <p:nvSpPr>
          <p:cNvPr id="2001" name="Google Shape;2001;p181"/>
          <p:cNvSpPr/>
          <p:nvPr/>
        </p:nvSpPr>
        <p:spPr>
          <a:xfrm>
            <a:off x="2125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p181"/>
          <p:cNvSpPr/>
          <p:nvPr/>
        </p:nvSpPr>
        <p:spPr>
          <a:xfrm>
            <a:off x="3154702" y="1367388"/>
            <a:ext cx="28347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p181"/>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2004" name="Google Shape;2004;p181"/>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005" name="Google Shape;2005;p181"/>
          <p:cNvSpPr txBox="1"/>
          <p:nvPr>
            <p:ph idx="2" type="subTitle"/>
          </p:nvPr>
        </p:nvSpPr>
        <p:spPr>
          <a:xfrm>
            <a:off x="2125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006" name="Google Shape;2006;p181"/>
          <p:cNvSpPr/>
          <p:nvPr/>
        </p:nvSpPr>
        <p:spPr>
          <a:xfrm>
            <a:off x="62009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7" name="Google Shape;2007;p181"/>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008" name="Google Shape;2008;p181"/>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9" name="Google Shape;2009;p181"/>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0" name="Google Shape;2010;p181"/>
          <p:cNvSpPr txBox="1"/>
          <p:nvPr>
            <p:ph idx="4" type="subTitle"/>
          </p:nvPr>
        </p:nvSpPr>
        <p:spPr>
          <a:xfrm>
            <a:off x="3154700" y="2426900"/>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011" name="Google Shape;2011;p181"/>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012" name="Google Shape;2012;p181"/>
          <p:cNvSpPr txBox="1"/>
          <p:nvPr>
            <p:ph idx="6" type="subTitle"/>
          </p:nvPr>
        </p:nvSpPr>
        <p:spPr>
          <a:xfrm>
            <a:off x="62009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013" name="Google Shape;2013;p18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014" name="Google Shape;2014;p18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015" name="Google Shape;2015;p18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1 1">
  <p:cSld name="TITLE_2_1_1_1_1_2_1_1_1_1_1_1_1_1_1_1_1_2_1_1">
    <p:bg>
      <p:bgPr>
        <a:solidFill>
          <a:schemeClr val="dk2"/>
        </a:solidFill>
      </p:bgPr>
    </p:bg>
    <p:spTree>
      <p:nvGrpSpPr>
        <p:cNvPr id="2016" name="Shape 2016"/>
        <p:cNvGrpSpPr/>
        <p:nvPr/>
      </p:nvGrpSpPr>
      <p:grpSpPr>
        <a:xfrm>
          <a:off x="0" y="0"/>
          <a:ext cx="0" cy="0"/>
          <a:chOff x="0" y="0"/>
          <a:chExt cx="0" cy="0"/>
        </a:xfrm>
      </p:grpSpPr>
      <p:sp>
        <p:nvSpPr>
          <p:cNvPr id="2017" name="Google Shape;2017;p182"/>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2018" name="Google Shape;2018;p182"/>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019" name="Google Shape;2019;p182"/>
          <p:cNvSpPr txBox="1"/>
          <p:nvPr>
            <p:ph idx="2" type="subTitle"/>
          </p:nvPr>
        </p:nvSpPr>
        <p:spPr>
          <a:xfrm>
            <a:off x="2125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020" name="Google Shape;2020;p182"/>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021" name="Google Shape;2021;p182"/>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2" name="Google Shape;2022;p182"/>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3" name="Google Shape;2023;p182"/>
          <p:cNvSpPr txBox="1"/>
          <p:nvPr>
            <p:ph idx="4" type="subTitle"/>
          </p:nvPr>
        </p:nvSpPr>
        <p:spPr>
          <a:xfrm>
            <a:off x="3154700" y="2426900"/>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024" name="Google Shape;2024;p182"/>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025" name="Google Shape;2025;p182"/>
          <p:cNvSpPr txBox="1"/>
          <p:nvPr>
            <p:ph idx="6" type="subTitle"/>
          </p:nvPr>
        </p:nvSpPr>
        <p:spPr>
          <a:xfrm>
            <a:off x="62009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026" name="Google Shape;2026;p18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027" name="Google Shape;2027;p18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028" name="Google Shape;2028;p18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3">
  <p:cSld name="TITLE_2_2_1_3">
    <p:bg>
      <p:bgPr>
        <a:solidFill>
          <a:schemeClr val="dk2"/>
        </a:solidFill>
      </p:bgPr>
    </p:bg>
    <p:spTree>
      <p:nvGrpSpPr>
        <p:cNvPr id="2029" name="Shape 2029"/>
        <p:cNvGrpSpPr/>
        <p:nvPr/>
      </p:nvGrpSpPr>
      <p:grpSpPr>
        <a:xfrm>
          <a:off x="0" y="0"/>
          <a:ext cx="0" cy="0"/>
          <a:chOff x="0" y="0"/>
          <a:chExt cx="0" cy="0"/>
        </a:xfrm>
      </p:grpSpPr>
      <p:sp>
        <p:nvSpPr>
          <p:cNvPr id="2030" name="Google Shape;2030;p18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p183"/>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2" name="Google Shape;2032;p183"/>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033" name="Google Shape;2033;p183"/>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034" name="Google Shape;2034;p183"/>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5" name="Google Shape;2035;p183"/>
          <p:cNvSpPr txBox="1"/>
          <p:nvPr>
            <p:ph idx="2" type="title"/>
          </p:nvPr>
        </p:nvSpPr>
        <p:spPr>
          <a:xfrm>
            <a:off x="345775" y="103210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036" name="Google Shape;2036;p18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037" name="Google Shape;2037;p18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038" name="Google Shape;2038;p18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3">
  <p:cSld name="TITLE_2_1_1_1_1_2_1_1_1_1_1_1_1_1_1_1_1_1_1_1_1_1_1_1_1_1_3">
    <p:bg>
      <p:bgPr>
        <a:solidFill>
          <a:schemeClr val="accent1"/>
        </a:solidFill>
      </p:bgPr>
    </p:bg>
    <p:spTree>
      <p:nvGrpSpPr>
        <p:cNvPr id="2039" name="Shape 2039"/>
        <p:cNvGrpSpPr/>
        <p:nvPr/>
      </p:nvGrpSpPr>
      <p:grpSpPr>
        <a:xfrm>
          <a:off x="0" y="0"/>
          <a:ext cx="0" cy="0"/>
          <a:chOff x="0" y="0"/>
          <a:chExt cx="0" cy="0"/>
        </a:xfrm>
      </p:grpSpPr>
      <p:sp>
        <p:nvSpPr>
          <p:cNvPr id="2040" name="Google Shape;2040;p184"/>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1" name="Google Shape;2041;p184"/>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2" name="Google Shape;2042;p184"/>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3" name="Google Shape;2043;p18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044" name="Google Shape;2044;p18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045" name="Google Shape;2045;p18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046" name="Google Shape;2046;p184"/>
          <p:cNvSpPr txBox="1"/>
          <p:nvPr>
            <p:ph type="title"/>
          </p:nvPr>
        </p:nvSpPr>
        <p:spPr>
          <a:xfrm>
            <a:off x="361750" y="111490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2047" name="Google Shape;2047;p184"/>
          <p:cNvSpPr txBox="1"/>
          <p:nvPr>
            <p:ph idx="1" type="body"/>
          </p:nvPr>
        </p:nvSpPr>
        <p:spPr>
          <a:xfrm>
            <a:off x="36175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048" name="Google Shape;2048;p184"/>
          <p:cNvSpPr txBox="1"/>
          <p:nvPr>
            <p:ph idx="2" type="subTitle"/>
          </p:nvPr>
        </p:nvSpPr>
        <p:spPr>
          <a:xfrm>
            <a:off x="36175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9" name="Google Shape;2049;p184"/>
          <p:cNvSpPr txBox="1"/>
          <p:nvPr>
            <p:ph idx="3" type="body"/>
          </p:nvPr>
        </p:nvSpPr>
        <p:spPr>
          <a:xfrm>
            <a:off x="253147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050" name="Google Shape;2050;p184"/>
          <p:cNvSpPr txBox="1"/>
          <p:nvPr>
            <p:ph idx="4" type="subTitle"/>
          </p:nvPr>
        </p:nvSpPr>
        <p:spPr>
          <a:xfrm>
            <a:off x="253147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1" name="Google Shape;2051;p184"/>
          <p:cNvSpPr txBox="1"/>
          <p:nvPr>
            <p:ph idx="5" type="body"/>
          </p:nvPr>
        </p:nvSpPr>
        <p:spPr>
          <a:xfrm>
            <a:off x="470120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052" name="Google Shape;2052;p184"/>
          <p:cNvSpPr txBox="1"/>
          <p:nvPr>
            <p:ph idx="6" type="subTitle"/>
          </p:nvPr>
        </p:nvSpPr>
        <p:spPr>
          <a:xfrm>
            <a:off x="470120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3" name="Google Shape;2053;p184"/>
          <p:cNvSpPr txBox="1"/>
          <p:nvPr>
            <p:ph idx="7" type="body"/>
          </p:nvPr>
        </p:nvSpPr>
        <p:spPr>
          <a:xfrm>
            <a:off x="687092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054" name="Google Shape;2054;p184"/>
          <p:cNvSpPr txBox="1"/>
          <p:nvPr>
            <p:ph idx="8" type="subTitle"/>
          </p:nvPr>
        </p:nvSpPr>
        <p:spPr>
          <a:xfrm>
            <a:off x="687092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3">
  <p:cSld name="TITLE_2_1_1_1_1_2_1_1_1_1_1_1_1_1_1_1_1_1_1_1_1_1_1_1_1_1_1_3">
    <p:bg>
      <p:bgPr>
        <a:solidFill>
          <a:schemeClr val="accent1"/>
        </a:solidFill>
      </p:bgPr>
    </p:bg>
    <p:spTree>
      <p:nvGrpSpPr>
        <p:cNvPr id="2055" name="Shape 2055"/>
        <p:cNvGrpSpPr/>
        <p:nvPr/>
      </p:nvGrpSpPr>
      <p:grpSpPr>
        <a:xfrm>
          <a:off x="0" y="0"/>
          <a:ext cx="0" cy="0"/>
          <a:chOff x="0" y="0"/>
          <a:chExt cx="0" cy="0"/>
        </a:xfrm>
      </p:grpSpPr>
      <p:sp>
        <p:nvSpPr>
          <p:cNvPr id="2056" name="Google Shape;2056;p185"/>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057" name="Google Shape;2057;p185"/>
          <p:cNvSpPr txBox="1"/>
          <p:nvPr>
            <p:ph idx="1" type="body"/>
          </p:nvPr>
        </p:nvSpPr>
        <p:spPr>
          <a:xfrm>
            <a:off x="36175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058" name="Google Shape;2058;p185"/>
          <p:cNvSpPr txBox="1"/>
          <p:nvPr>
            <p:ph idx="2" type="subTitle"/>
          </p:nvPr>
        </p:nvSpPr>
        <p:spPr>
          <a:xfrm>
            <a:off x="36175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9" name="Google Shape;2059;p185"/>
          <p:cNvSpPr txBox="1"/>
          <p:nvPr>
            <p:ph idx="3" type="body"/>
          </p:nvPr>
        </p:nvSpPr>
        <p:spPr>
          <a:xfrm>
            <a:off x="253147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060" name="Google Shape;2060;p185"/>
          <p:cNvSpPr txBox="1"/>
          <p:nvPr>
            <p:ph idx="4" type="subTitle"/>
          </p:nvPr>
        </p:nvSpPr>
        <p:spPr>
          <a:xfrm>
            <a:off x="253147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1" name="Google Shape;2061;p185"/>
          <p:cNvSpPr txBox="1"/>
          <p:nvPr>
            <p:ph idx="5" type="body"/>
          </p:nvPr>
        </p:nvSpPr>
        <p:spPr>
          <a:xfrm>
            <a:off x="470120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062" name="Google Shape;2062;p185"/>
          <p:cNvSpPr txBox="1"/>
          <p:nvPr>
            <p:ph idx="6" type="subTitle"/>
          </p:nvPr>
        </p:nvSpPr>
        <p:spPr>
          <a:xfrm>
            <a:off x="470120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3" name="Google Shape;2063;p185"/>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4" name="Google Shape;2064;p185"/>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5" name="Google Shape;2065;p185"/>
          <p:cNvSpPr txBox="1"/>
          <p:nvPr>
            <p:ph idx="7" type="body"/>
          </p:nvPr>
        </p:nvSpPr>
        <p:spPr>
          <a:xfrm>
            <a:off x="687092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066" name="Google Shape;2066;p185"/>
          <p:cNvSpPr txBox="1"/>
          <p:nvPr>
            <p:ph idx="8" type="subTitle"/>
          </p:nvPr>
        </p:nvSpPr>
        <p:spPr>
          <a:xfrm>
            <a:off x="687092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7" name="Google Shape;2067;p185"/>
          <p:cNvSpPr txBox="1"/>
          <p:nvPr>
            <p:ph idx="9"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068" name="Google Shape;2068;p185"/>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9" name="Google Shape;2069;p18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070" name="Google Shape;2070;p18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071" name="Google Shape;2071;p18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2 2">
  <p:cSld name="TITLE_2_1_1_1_1_2_1_1_1_1_1_1_1_1_1_1_1_1_1_1_1_1_1_1_1_1_1_1_1_2_2">
    <p:bg>
      <p:bgPr>
        <a:solidFill>
          <a:schemeClr val="accent1"/>
        </a:solidFill>
      </p:bgPr>
    </p:bg>
    <p:spTree>
      <p:nvGrpSpPr>
        <p:cNvPr id="2072" name="Shape 2072"/>
        <p:cNvGrpSpPr/>
        <p:nvPr/>
      </p:nvGrpSpPr>
      <p:grpSpPr>
        <a:xfrm>
          <a:off x="0" y="0"/>
          <a:ext cx="0" cy="0"/>
          <a:chOff x="0" y="0"/>
          <a:chExt cx="0" cy="0"/>
        </a:xfrm>
      </p:grpSpPr>
      <p:sp>
        <p:nvSpPr>
          <p:cNvPr id="2073" name="Google Shape;2073;p18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4" name="Google Shape;2074;p18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5" name="Google Shape;2075;p186"/>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6" name="Google Shape;2076;p186"/>
          <p:cNvSpPr txBox="1"/>
          <p:nvPr>
            <p:ph type="title"/>
          </p:nvPr>
        </p:nvSpPr>
        <p:spPr>
          <a:xfrm>
            <a:off x="393763" y="939925"/>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077" name="Google Shape;2077;p186"/>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8" name="Google Shape;2078;p18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079" name="Google Shape;2079;p18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080" name="Google Shape;2080;p18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2 1 1">
  <p:cSld name="TITLE_2_1_1_1_1_2_1_1_1_1_1_1_1_1_1_1_1_1_1_1_1_1_1_1_1_1_1_1_1_2_1_1">
    <p:bg>
      <p:bgPr>
        <a:solidFill>
          <a:schemeClr val="dk2"/>
        </a:solidFill>
      </p:bgPr>
    </p:bg>
    <p:spTree>
      <p:nvGrpSpPr>
        <p:cNvPr id="2081" name="Shape 2081"/>
        <p:cNvGrpSpPr/>
        <p:nvPr/>
      </p:nvGrpSpPr>
      <p:grpSpPr>
        <a:xfrm>
          <a:off x="0" y="0"/>
          <a:ext cx="0" cy="0"/>
          <a:chOff x="0" y="0"/>
          <a:chExt cx="0" cy="0"/>
        </a:xfrm>
      </p:grpSpPr>
      <p:sp>
        <p:nvSpPr>
          <p:cNvPr id="2082" name="Google Shape;2082;p187"/>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3" name="Google Shape;2083;p187"/>
          <p:cNvSpPr txBox="1"/>
          <p:nvPr>
            <p:ph type="title"/>
          </p:nvPr>
        </p:nvSpPr>
        <p:spPr>
          <a:xfrm>
            <a:off x="393763" y="939925"/>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084" name="Google Shape;2084;p187"/>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5" name="Google Shape;2085;p187"/>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6" name="Google Shape;2086;p187"/>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7" name="Google Shape;2087;p18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088" name="Google Shape;2088;p18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089" name="Google Shape;2089;p18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2">
  <p:cSld name="TITLE_2_1_1_1_1_2_1_1_1_1_1_1_1_1_1_1_1_1_1_1_1_1_1_1_1_1_1_1_1_1_1_1_1_1_1_2">
    <p:bg>
      <p:bgPr>
        <a:solidFill>
          <a:schemeClr val="accent1"/>
        </a:solidFill>
      </p:bgPr>
    </p:bg>
    <p:spTree>
      <p:nvGrpSpPr>
        <p:cNvPr id="2090" name="Shape 2090"/>
        <p:cNvGrpSpPr/>
        <p:nvPr/>
      </p:nvGrpSpPr>
      <p:grpSpPr>
        <a:xfrm>
          <a:off x="0" y="0"/>
          <a:ext cx="0" cy="0"/>
          <a:chOff x="0" y="0"/>
          <a:chExt cx="0" cy="0"/>
        </a:xfrm>
      </p:grpSpPr>
      <p:sp>
        <p:nvSpPr>
          <p:cNvPr id="2091" name="Google Shape;2091;p188"/>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2" name="Google Shape;2092;p188"/>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3" name="Google Shape;2093;p188"/>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4" name="Google Shape;2094;p188"/>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5" name="Google Shape;2095;p18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096" name="Google Shape;2096;p18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097" name="Google Shape;2097;p18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098" name="Google Shape;2098;p188"/>
          <p:cNvSpPr txBox="1"/>
          <p:nvPr>
            <p:ph type="title"/>
          </p:nvPr>
        </p:nvSpPr>
        <p:spPr>
          <a:xfrm>
            <a:off x="262750" y="17799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099" name="Google Shape;2099;p188"/>
          <p:cNvSpPr txBox="1"/>
          <p:nvPr>
            <p:ph idx="1" type="body"/>
          </p:nvPr>
        </p:nvSpPr>
        <p:spPr>
          <a:xfrm>
            <a:off x="262750" y="3389375"/>
            <a:ext cx="4031100" cy="1499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1pPr>
            <a:lvl2pPr indent="-304800" lvl="1" marL="914400" algn="l">
              <a:lnSpc>
                <a:spcPct val="115000"/>
              </a:lnSpc>
              <a:spcBef>
                <a:spcPts val="0"/>
              </a:spcBef>
              <a:spcAft>
                <a:spcPts val="0"/>
              </a:spcAft>
              <a:buClr>
                <a:schemeClr val="accent1"/>
              </a:buClr>
              <a:buSzPts val="1200"/>
              <a:buChar char="○"/>
              <a:defRPr sz="1200">
                <a:solidFill>
                  <a:schemeClr val="accent1"/>
                </a:solidFill>
              </a:defRPr>
            </a:lvl2pPr>
            <a:lvl3pPr indent="-304800" lvl="2" marL="1371600" algn="l">
              <a:lnSpc>
                <a:spcPct val="115000"/>
              </a:lnSpc>
              <a:spcBef>
                <a:spcPts val="0"/>
              </a:spcBef>
              <a:spcAft>
                <a:spcPts val="0"/>
              </a:spcAft>
              <a:buClr>
                <a:schemeClr val="accent1"/>
              </a:buClr>
              <a:buSzPts val="1200"/>
              <a:buChar char="■"/>
              <a:defRPr sz="1200">
                <a:solidFill>
                  <a:schemeClr val="accent1"/>
                </a:solidFill>
              </a:defRPr>
            </a:lvl3pPr>
            <a:lvl4pPr indent="-304800" lvl="3" marL="1828800" algn="l">
              <a:lnSpc>
                <a:spcPct val="115000"/>
              </a:lnSpc>
              <a:spcBef>
                <a:spcPts val="0"/>
              </a:spcBef>
              <a:spcAft>
                <a:spcPts val="0"/>
              </a:spcAft>
              <a:buClr>
                <a:schemeClr val="accent1"/>
              </a:buClr>
              <a:buSzPts val="1200"/>
              <a:buChar char="●"/>
              <a:defRPr sz="1200">
                <a:solidFill>
                  <a:schemeClr val="accent1"/>
                </a:solidFill>
              </a:defRPr>
            </a:lvl4pPr>
            <a:lvl5pPr indent="-304800" lvl="4" marL="2286000" algn="l">
              <a:lnSpc>
                <a:spcPct val="115000"/>
              </a:lnSpc>
              <a:spcBef>
                <a:spcPts val="0"/>
              </a:spcBef>
              <a:spcAft>
                <a:spcPts val="0"/>
              </a:spcAft>
              <a:buClr>
                <a:schemeClr val="accent1"/>
              </a:buClr>
              <a:buSzPts val="1200"/>
              <a:buChar char="○"/>
              <a:defRPr sz="1200">
                <a:solidFill>
                  <a:schemeClr val="accent1"/>
                </a:solidFill>
              </a:defRPr>
            </a:lvl5pPr>
            <a:lvl6pPr indent="-304800" lvl="5" marL="2743200" algn="l">
              <a:lnSpc>
                <a:spcPct val="115000"/>
              </a:lnSpc>
              <a:spcBef>
                <a:spcPts val="0"/>
              </a:spcBef>
              <a:spcAft>
                <a:spcPts val="0"/>
              </a:spcAft>
              <a:buClr>
                <a:schemeClr val="accent1"/>
              </a:buClr>
              <a:buSzPts val="1200"/>
              <a:buChar char="■"/>
              <a:defRPr sz="1200">
                <a:solidFill>
                  <a:schemeClr val="accent1"/>
                </a:solidFill>
              </a:defRPr>
            </a:lvl6pPr>
            <a:lvl7pPr indent="-304800" lvl="6" marL="3200400" algn="l">
              <a:lnSpc>
                <a:spcPct val="115000"/>
              </a:lnSpc>
              <a:spcBef>
                <a:spcPts val="0"/>
              </a:spcBef>
              <a:spcAft>
                <a:spcPts val="0"/>
              </a:spcAft>
              <a:buClr>
                <a:schemeClr val="accent1"/>
              </a:buClr>
              <a:buSzPts val="1200"/>
              <a:buChar char="●"/>
              <a:defRPr sz="1200">
                <a:solidFill>
                  <a:schemeClr val="accent1"/>
                </a:solidFill>
              </a:defRPr>
            </a:lvl7pPr>
            <a:lvl8pPr indent="-304800" lvl="7" marL="3657600" algn="l">
              <a:lnSpc>
                <a:spcPct val="115000"/>
              </a:lnSpc>
              <a:spcBef>
                <a:spcPts val="0"/>
              </a:spcBef>
              <a:spcAft>
                <a:spcPts val="0"/>
              </a:spcAft>
              <a:buClr>
                <a:schemeClr val="accent1"/>
              </a:buClr>
              <a:buSzPts val="1200"/>
              <a:buChar char="○"/>
              <a:defRPr sz="1200">
                <a:solidFill>
                  <a:schemeClr val="accent1"/>
                </a:solidFill>
              </a:defRPr>
            </a:lvl8pPr>
            <a:lvl9pPr indent="-304800" lvl="8" marL="4114800" algn="l">
              <a:lnSpc>
                <a:spcPct val="115000"/>
              </a:lnSpc>
              <a:spcBef>
                <a:spcPts val="0"/>
              </a:spcBef>
              <a:spcAft>
                <a:spcPts val="0"/>
              </a:spcAft>
              <a:buClr>
                <a:schemeClr val="accent1"/>
              </a:buClr>
              <a:buSzPts val="1200"/>
              <a:buChar char="■"/>
              <a:defRPr sz="1200">
                <a:solidFill>
                  <a:schemeClr val="accent1"/>
                </a:solidFill>
              </a:defRPr>
            </a:lvl9pPr>
          </a:lstStyle>
          <a:p/>
        </p:txBody>
      </p:sp>
      <p:sp>
        <p:nvSpPr>
          <p:cNvPr id="2100" name="Google Shape;2100;p188"/>
          <p:cNvSpPr txBox="1"/>
          <p:nvPr>
            <p:ph idx="2" type="subTitle"/>
          </p:nvPr>
        </p:nvSpPr>
        <p:spPr>
          <a:xfrm>
            <a:off x="262750" y="30356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200"/>
              <a:buFont typeface="Inter"/>
              <a:buNone/>
              <a:defRPr b="1" sz="12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400"/>
              <a:buNone/>
              <a:defRPr>
                <a:solidFill>
                  <a:schemeClr val="accent1"/>
                </a:solidFill>
              </a:defRPr>
            </a:lvl2pPr>
            <a:lvl3pPr lvl="2" algn="l">
              <a:lnSpc>
                <a:spcPct val="115000"/>
              </a:lnSpc>
              <a:spcBef>
                <a:spcPts val="0"/>
              </a:spcBef>
              <a:spcAft>
                <a:spcPts val="0"/>
              </a:spcAft>
              <a:buClr>
                <a:schemeClr val="accent1"/>
              </a:buClr>
              <a:buSzPts val="1400"/>
              <a:buNone/>
              <a:defRPr>
                <a:solidFill>
                  <a:schemeClr val="accent1"/>
                </a:solidFill>
              </a:defRPr>
            </a:lvl3pPr>
            <a:lvl4pPr lvl="3" algn="l">
              <a:lnSpc>
                <a:spcPct val="115000"/>
              </a:lnSpc>
              <a:spcBef>
                <a:spcPts val="0"/>
              </a:spcBef>
              <a:spcAft>
                <a:spcPts val="0"/>
              </a:spcAft>
              <a:buClr>
                <a:schemeClr val="accent1"/>
              </a:buClr>
              <a:buSzPts val="1400"/>
              <a:buNone/>
              <a:defRPr>
                <a:solidFill>
                  <a:schemeClr val="accent1"/>
                </a:solidFill>
              </a:defRPr>
            </a:lvl4pPr>
            <a:lvl5pPr lvl="4" algn="l">
              <a:lnSpc>
                <a:spcPct val="115000"/>
              </a:lnSpc>
              <a:spcBef>
                <a:spcPts val="0"/>
              </a:spcBef>
              <a:spcAft>
                <a:spcPts val="0"/>
              </a:spcAft>
              <a:buClr>
                <a:schemeClr val="accent1"/>
              </a:buClr>
              <a:buSzPts val="1400"/>
              <a:buNone/>
              <a:defRPr>
                <a:solidFill>
                  <a:schemeClr val="accent1"/>
                </a:solidFill>
              </a:defRPr>
            </a:lvl5pPr>
            <a:lvl6pPr lvl="5" algn="l">
              <a:lnSpc>
                <a:spcPct val="115000"/>
              </a:lnSpc>
              <a:spcBef>
                <a:spcPts val="0"/>
              </a:spcBef>
              <a:spcAft>
                <a:spcPts val="0"/>
              </a:spcAft>
              <a:buClr>
                <a:schemeClr val="accent1"/>
              </a:buClr>
              <a:buSzPts val="1400"/>
              <a:buNone/>
              <a:defRPr>
                <a:solidFill>
                  <a:schemeClr val="accent1"/>
                </a:solidFill>
              </a:defRPr>
            </a:lvl6pPr>
            <a:lvl7pPr lvl="6" algn="l">
              <a:lnSpc>
                <a:spcPct val="115000"/>
              </a:lnSpc>
              <a:spcBef>
                <a:spcPts val="0"/>
              </a:spcBef>
              <a:spcAft>
                <a:spcPts val="0"/>
              </a:spcAft>
              <a:buClr>
                <a:schemeClr val="accent1"/>
              </a:buClr>
              <a:buSzPts val="1400"/>
              <a:buNone/>
              <a:defRPr>
                <a:solidFill>
                  <a:schemeClr val="accent1"/>
                </a:solidFill>
              </a:defRPr>
            </a:lvl7pPr>
            <a:lvl8pPr lvl="7" algn="l">
              <a:lnSpc>
                <a:spcPct val="115000"/>
              </a:lnSpc>
              <a:spcBef>
                <a:spcPts val="0"/>
              </a:spcBef>
              <a:spcAft>
                <a:spcPts val="0"/>
              </a:spcAft>
              <a:buClr>
                <a:schemeClr val="accent1"/>
              </a:buClr>
              <a:buSzPts val="1400"/>
              <a:buNone/>
              <a:defRPr>
                <a:solidFill>
                  <a:schemeClr val="accent1"/>
                </a:solidFill>
              </a:defRPr>
            </a:lvl8pPr>
            <a:lvl9pPr lvl="8" algn="l">
              <a:lnSpc>
                <a:spcPct val="115000"/>
              </a:lnSpc>
              <a:spcBef>
                <a:spcPts val="0"/>
              </a:spcBef>
              <a:spcAft>
                <a:spcPts val="0"/>
              </a:spcAft>
              <a:buClr>
                <a:schemeClr val="accent1"/>
              </a:buClr>
              <a:buSzPts val="1400"/>
              <a:buNone/>
              <a:defRPr>
                <a:solidFill>
                  <a:schemeClr val="accent1"/>
                </a:solidFill>
              </a:defRPr>
            </a:lvl9pPr>
          </a:lstStyle>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1 1 1 1 1 2">
  <p:cSld name="TITLE_2_1_1_1_1_2_1_1_1_1_1_1_1_1_1_1_1_1_1_1_1_1_1_1_1_1_1_1_1_1_1_1_1_1_1_1_1_1_1_1_2">
    <p:bg>
      <p:bgPr>
        <a:solidFill>
          <a:schemeClr val="accent1"/>
        </a:solidFill>
      </p:bgPr>
    </p:bg>
    <p:spTree>
      <p:nvGrpSpPr>
        <p:cNvPr id="2101" name="Shape 2101"/>
        <p:cNvGrpSpPr/>
        <p:nvPr/>
      </p:nvGrpSpPr>
      <p:grpSpPr>
        <a:xfrm>
          <a:off x="0" y="0"/>
          <a:ext cx="0" cy="0"/>
          <a:chOff x="0" y="0"/>
          <a:chExt cx="0" cy="0"/>
        </a:xfrm>
      </p:grpSpPr>
      <p:sp>
        <p:nvSpPr>
          <p:cNvPr id="2102" name="Google Shape;2102;p189"/>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3" name="Google Shape;2103;p189"/>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4" name="Google Shape;2104;p189"/>
          <p:cNvSpPr txBox="1"/>
          <p:nvPr>
            <p:ph type="title"/>
          </p:nvPr>
        </p:nvSpPr>
        <p:spPr>
          <a:xfrm>
            <a:off x="919800" y="1584650"/>
            <a:ext cx="7304400" cy="1724700"/>
          </a:xfrm>
          <a:prstGeom prst="rect">
            <a:avLst/>
          </a:prstGeom>
          <a:noFill/>
          <a:ln>
            <a:noFill/>
          </a:ln>
        </p:spPr>
        <p:txBody>
          <a:bodyPr anchorCtr="0" anchor="t" bIns="91425" lIns="0" spcFirstLastPara="1" rIns="91425" wrap="square" tIns="91425">
            <a:normAutofit/>
          </a:bodyPr>
          <a:lstStyle>
            <a:lvl1pPr lvl="0"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9pPr>
          </a:lstStyle>
          <a:p/>
        </p:txBody>
      </p:sp>
      <p:sp>
        <p:nvSpPr>
          <p:cNvPr id="2105" name="Google Shape;2105;p18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106" name="Google Shape;2106;p18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107" name="Google Shape;2107;p18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2 2">
  <p:cSld name="TITLE_2_1_1_1_1_2_1_1_1_1_1_1_1_1_1_1_1_1_1_1_1_1_1_1_1_1_1_1_2_2">
    <p:bg>
      <p:bgPr>
        <a:solidFill>
          <a:schemeClr val="accent1"/>
        </a:solidFill>
      </p:bgPr>
    </p:bg>
    <p:spTree>
      <p:nvGrpSpPr>
        <p:cNvPr id="2108" name="Shape 2108"/>
        <p:cNvGrpSpPr/>
        <p:nvPr/>
      </p:nvGrpSpPr>
      <p:grpSpPr>
        <a:xfrm>
          <a:off x="0" y="0"/>
          <a:ext cx="0" cy="0"/>
          <a:chOff x="0" y="0"/>
          <a:chExt cx="0" cy="0"/>
        </a:xfrm>
      </p:grpSpPr>
      <p:sp>
        <p:nvSpPr>
          <p:cNvPr id="2109" name="Google Shape;2109;p190"/>
          <p:cNvSpPr txBox="1"/>
          <p:nvPr>
            <p:ph type="title"/>
          </p:nvPr>
        </p:nvSpPr>
        <p:spPr>
          <a:xfrm>
            <a:off x="214700" y="577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110" name="Google Shape;2110;p190"/>
          <p:cNvSpPr txBox="1"/>
          <p:nvPr>
            <p:ph idx="1" type="body"/>
          </p:nvPr>
        </p:nvSpPr>
        <p:spPr>
          <a:xfrm>
            <a:off x="2830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111" name="Google Shape;2111;p190"/>
          <p:cNvSpPr txBox="1"/>
          <p:nvPr>
            <p:ph idx="2" type="subTitle"/>
          </p:nvPr>
        </p:nvSpPr>
        <p:spPr>
          <a:xfrm>
            <a:off x="2830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2" name="Google Shape;2112;p190"/>
          <p:cNvSpPr txBox="1"/>
          <p:nvPr>
            <p:ph idx="3" type="body"/>
          </p:nvPr>
        </p:nvSpPr>
        <p:spPr>
          <a:xfrm>
            <a:off x="25567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113" name="Google Shape;2113;p190"/>
          <p:cNvSpPr txBox="1"/>
          <p:nvPr>
            <p:ph idx="4" type="subTitle"/>
          </p:nvPr>
        </p:nvSpPr>
        <p:spPr>
          <a:xfrm>
            <a:off x="25567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4" name="Google Shape;2114;p190"/>
          <p:cNvSpPr txBox="1"/>
          <p:nvPr>
            <p:ph idx="5" type="body"/>
          </p:nvPr>
        </p:nvSpPr>
        <p:spPr>
          <a:xfrm>
            <a:off x="4781675"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115" name="Google Shape;2115;p190"/>
          <p:cNvSpPr txBox="1"/>
          <p:nvPr>
            <p:ph idx="6" type="subTitle"/>
          </p:nvPr>
        </p:nvSpPr>
        <p:spPr>
          <a:xfrm>
            <a:off x="4781675"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6" name="Google Shape;2116;p190"/>
          <p:cNvSpPr txBox="1"/>
          <p:nvPr>
            <p:ph idx="7" type="body"/>
          </p:nvPr>
        </p:nvSpPr>
        <p:spPr>
          <a:xfrm>
            <a:off x="7080413"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117" name="Google Shape;2117;p190"/>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8" name="Google Shape;2118;p190"/>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9" name="Google Shape;2119;p190"/>
          <p:cNvSpPr txBox="1"/>
          <p:nvPr>
            <p:ph idx="8" type="subTitle"/>
          </p:nvPr>
        </p:nvSpPr>
        <p:spPr>
          <a:xfrm>
            <a:off x="7080413"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120" name="Google Shape;2120;p190"/>
          <p:cNvPicPr preferRelativeResize="0"/>
          <p:nvPr/>
        </p:nvPicPr>
        <p:blipFill rotWithShape="1">
          <a:blip r:embed="rId2">
            <a:alphaModFix/>
          </a:blip>
          <a:srcRect b="0" l="0" r="0" t="0"/>
          <a:stretch/>
        </p:blipFill>
        <p:spPr>
          <a:xfrm>
            <a:off x="4169963" y="4442075"/>
            <a:ext cx="243174" cy="243174"/>
          </a:xfrm>
          <a:prstGeom prst="rect">
            <a:avLst/>
          </a:prstGeom>
          <a:noFill/>
          <a:ln>
            <a:noFill/>
          </a:ln>
        </p:spPr>
      </p:pic>
      <p:pic>
        <p:nvPicPr>
          <p:cNvPr id="2121" name="Google Shape;2121;p190"/>
          <p:cNvPicPr preferRelativeResize="0"/>
          <p:nvPr/>
        </p:nvPicPr>
        <p:blipFill rotWithShape="1">
          <a:blip r:embed="rId2">
            <a:alphaModFix/>
          </a:blip>
          <a:srcRect b="0" l="0" r="0" t="0"/>
          <a:stretch/>
        </p:blipFill>
        <p:spPr>
          <a:xfrm>
            <a:off x="1923088" y="4442075"/>
            <a:ext cx="243174" cy="243174"/>
          </a:xfrm>
          <a:prstGeom prst="rect">
            <a:avLst/>
          </a:prstGeom>
          <a:noFill/>
          <a:ln>
            <a:noFill/>
          </a:ln>
        </p:spPr>
      </p:pic>
      <p:sp>
        <p:nvSpPr>
          <p:cNvPr id="2122" name="Google Shape;2122;p190"/>
          <p:cNvSpPr/>
          <p:nvPr/>
        </p:nvSpPr>
        <p:spPr>
          <a:xfrm>
            <a:off x="2125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3" name="Google Shape;2123;p190"/>
          <p:cNvSpPr/>
          <p:nvPr/>
        </p:nvSpPr>
        <p:spPr>
          <a:xfrm>
            <a:off x="3154702" y="1367388"/>
            <a:ext cx="28347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4" name="Google Shape;2124;p19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125" name="Google Shape;2125;p190"/>
          <p:cNvPicPr preferRelativeResize="0"/>
          <p:nvPr/>
        </p:nvPicPr>
        <p:blipFill rotWithShape="1">
          <a:blip r:embed="rId3">
            <a:alphaModFix/>
          </a:blip>
          <a:srcRect b="0" l="0" r="0" t="0"/>
          <a:stretch/>
        </p:blipFill>
        <p:spPr>
          <a:xfrm>
            <a:off x="7973350" y="229963"/>
            <a:ext cx="958101" cy="170225"/>
          </a:xfrm>
          <a:prstGeom prst="rect">
            <a:avLst/>
          </a:prstGeom>
          <a:noFill/>
          <a:ln>
            <a:noFill/>
          </a:ln>
        </p:spPr>
      </p:pic>
      <p:sp>
        <p:nvSpPr>
          <p:cNvPr id="2126" name="Google Shape;2126;p19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127" name="Google Shape;2127;p190"/>
          <p:cNvSpPr/>
          <p:nvPr/>
        </p:nvSpPr>
        <p:spPr>
          <a:xfrm>
            <a:off x="62009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4">
  <p:cSld name="TITLE_2_1_1_1_1_2_1_1_1_1_1_1_1_1_1_1_1_1_1_1_1_1_1_1_1_1_1_1_1_4">
    <p:bg>
      <p:bgPr>
        <a:solidFill>
          <a:schemeClr val="accent1"/>
        </a:solidFill>
      </p:bgPr>
    </p:bg>
    <p:spTree>
      <p:nvGrpSpPr>
        <p:cNvPr id="2128" name="Shape 2128"/>
        <p:cNvGrpSpPr/>
        <p:nvPr/>
      </p:nvGrpSpPr>
      <p:grpSpPr>
        <a:xfrm>
          <a:off x="0" y="0"/>
          <a:ext cx="0" cy="0"/>
          <a:chOff x="0" y="0"/>
          <a:chExt cx="0" cy="0"/>
        </a:xfrm>
      </p:grpSpPr>
      <p:sp>
        <p:nvSpPr>
          <p:cNvPr id="2129" name="Google Shape;2129;p191"/>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p191"/>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1" name="Google Shape;2131;p191"/>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2" name="Google Shape;2132;p191"/>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3" name="Google Shape;2133;p19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134" name="Google Shape;2134;p19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135" name="Google Shape;2135;p19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136" name="Google Shape;2136;p191"/>
          <p:cNvSpPr txBox="1"/>
          <p:nvPr>
            <p:ph type="title"/>
          </p:nvPr>
        </p:nvSpPr>
        <p:spPr>
          <a:xfrm>
            <a:off x="290263" y="712650"/>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137" name="Google Shape;2137;p191"/>
          <p:cNvSpPr txBox="1"/>
          <p:nvPr>
            <p:ph idx="1" type="body"/>
          </p:nvPr>
        </p:nvSpPr>
        <p:spPr>
          <a:xfrm>
            <a:off x="5436863" y="8067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138" name="Google Shape;2138;p191"/>
          <p:cNvSpPr txBox="1"/>
          <p:nvPr>
            <p:ph idx="2" type="body"/>
          </p:nvPr>
        </p:nvSpPr>
        <p:spPr>
          <a:xfrm>
            <a:off x="5436863" y="16894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139" name="Google Shape;2139;p191"/>
          <p:cNvSpPr txBox="1"/>
          <p:nvPr>
            <p:ph idx="3" type="body"/>
          </p:nvPr>
        </p:nvSpPr>
        <p:spPr>
          <a:xfrm>
            <a:off x="5436863" y="25721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140" name="Google Shape;2140;p191"/>
          <p:cNvSpPr txBox="1"/>
          <p:nvPr>
            <p:ph idx="4" type="body"/>
          </p:nvPr>
        </p:nvSpPr>
        <p:spPr>
          <a:xfrm>
            <a:off x="5436863" y="3380625"/>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141" name="Google Shape;2141;p191"/>
          <p:cNvSpPr txBox="1"/>
          <p:nvPr>
            <p:ph idx="5" type="body"/>
          </p:nvPr>
        </p:nvSpPr>
        <p:spPr>
          <a:xfrm>
            <a:off x="5436863" y="418910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142" name="Google Shape;2142;p191"/>
          <p:cNvSpPr txBox="1"/>
          <p:nvPr/>
        </p:nvSpPr>
        <p:spPr>
          <a:xfrm>
            <a:off x="4772263" y="10205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1</a:t>
            </a:r>
            <a:endParaRPr b="0" i="0" sz="4900" u="none" cap="none" strike="noStrike">
              <a:solidFill>
                <a:schemeClr val="accent1"/>
              </a:solidFill>
              <a:latin typeface="Inter Black"/>
              <a:ea typeface="Inter Black"/>
              <a:cs typeface="Inter Black"/>
              <a:sym typeface="Inter Black"/>
            </a:endParaRPr>
          </a:p>
        </p:txBody>
      </p:sp>
      <p:sp>
        <p:nvSpPr>
          <p:cNvPr id="2143" name="Google Shape;2143;p191"/>
          <p:cNvSpPr txBox="1"/>
          <p:nvPr/>
        </p:nvSpPr>
        <p:spPr>
          <a:xfrm>
            <a:off x="4772263" y="18302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2</a:t>
            </a:r>
            <a:endParaRPr b="0" i="0" sz="4900" u="none" cap="none" strike="noStrike">
              <a:solidFill>
                <a:schemeClr val="accent1"/>
              </a:solidFill>
              <a:latin typeface="Inter Black"/>
              <a:ea typeface="Inter Black"/>
              <a:cs typeface="Inter Black"/>
              <a:sym typeface="Inter Black"/>
            </a:endParaRPr>
          </a:p>
        </p:txBody>
      </p:sp>
      <p:sp>
        <p:nvSpPr>
          <p:cNvPr id="2144" name="Google Shape;2144;p191"/>
          <p:cNvSpPr txBox="1"/>
          <p:nvPr/>
        </p:nvSpPr>
        <p:spPr>
          <a:xfrm>
            <a:off x="4772263" y="26399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3</a:t>
            </a:r>
            <a:endParaRPr b="0" i="0" sz="4900" u="none" cap="none" strike="noStrike">
              <a:solidFill>
                <a:schemeClr val="accent1"/>
              </a:solidFill>
              <a:latin typeface="Inter Black"/>
              <a:ea typeface="Inter Black"/>
              <a:cs typeface="Inter Black"/>
              <a:sym typeface="Inter Black"/>
            </a:endParaRPr>
          </a:p>
        </p:txBody>
      </p:sp>
      <p:sp>
        <p:nvSpPr>
          <p:cNvPr id="2145" name="Google Shape;2145;p191"/>
          <p:cNvSpPr txBox="1"/>
          <p:nvPr/>
        </p:nvSpPr>
        <p:spPr>
          <a:xfrm>
            <a:off x="4772263" y="34496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4</a:t>
            </a:r>
            <a:endParaRPr b="0" i="0" sz="4900" u="none" cap="none" strike="noStrike">
              <a:solidFill>
                <a:schemeClr val="accent1"/>
              </a:solidFill>
              <a:latin typeface="Inter Black"/>
              <a:ea typeface="Inter Black"/>
              <a:cs typeface="Inter Black"/>
              <a:sym typeface="Inter Black"/>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4 1">
  <p:cSld name="TITLE_2_1_1_1_1_2_1_1_1_1_1_1_1_1_1_1_1_1_1_1_1_1_1_1_1_1_1_1_1_4_1">
    <p:bg>
      <p:bgPr>
        <a:solidFill>
          <a:schemeClr val="dk2"/>
        </a:solidFill>
      </p:bgPr>
    </p:bg>
    <p:spTree>
      <p:nvGrpSpPr>
        <p:cNvPr id="2146" name="Shape 2146"/>
        <p:cNvGrpSpPr/>
        <p:nvPr/>
      </p:nvGrpSpPr>
      <p:grpSpPr>
        <a:xfrm>
          <a:off x="0" y="0"/>
          <a:ext cx="0" cy="0"/>
          <a:chOff x="0" y="0"/>
          <a:chExt cx="0" cy="0"/>
        </a:xfrm>
      </p:grpSpPr>
      <p:sp>
        <p:nvSpPr>
          <p:cNvPr id="2147" name="Google Shape;2147;p192"/>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8" name="Google Shape;2148;p192"/>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9" name="Google Shape;2149;p192"/>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0" name="Google Shape;2150;p192"/>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1" name="Google Shape;2151;p19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152" name="Google Shape;2152;p19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153" name="Google Shape;2153;p19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154" name="Google Shape;2154;p192"/>
          <p:cNvSpPr txBox="1"/>
          <p:nvPr>
            <p:ph type="title"/>
          </p:nvPr>
        </p:nvSpPr>
        <p:spPr>
          <a:xfrm>
            <a:off x="290263" y="712650"/>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155" name="Google Shape;2155;p192"/>
          <p:cNvSpPr txBox="1"/>
          <p:nvPr>
            <p:ph idx="1" type="body"/>
          </p:nvPr>
        </p:nvSpPr>
        <p:spPr>
          <a:xfrm>
            <a:off x="5436863" y="8067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156" name="Google Shape;2156;p192"/>
          <p:cNvSpPr txBox="1"/>
          <p:nvPr>
            <p:ph idx="2" type="body"/>
          </p:nvPr>
        </p:nvSpPr>
        <p:spPr>
          <a:xfrm>
            <a:off x="5436863" y="16894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157" name="Google Shape;2157;p192"/>
          <p:cNvSpPr txBox="1"/>
          <p:nvPr>
            <p:ph idx="3" type="body"/>
          </p:nvPr>
        </p:nvSpPr>
        <p:spPr>
          <a:xfrm>
            <a:off x="5436863" y="25721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158" name="Google Shape;2158;p192"/>
          <p:cNvSpPr txBox="1"/>
          <p:nvPr>
            <p:ph idx="4" type="body"/>
          </p:nvPr>
        </p:nvSpPr>
        <p:spPr>
          <a:xfrm>
            <a:off x="5436863" y="3380625"/>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159" name="Google Shape;2159;p192"/>
          <p:cNvSpPr txBox="1"/>
          <p:nvPr>
            <p:ph idx="5" type="body"/>
          </p:nvPr>
        </p:nvSpPr>
        <p:spPr>
          <a:xfrm>
            <a:off x="5436863" y="418910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160" name="Google Shape;2160;p192"/>
          <p:cNvSpPr txBox="1"/>
          <p:nvPr/>
        </p:nvSpPr>
        <p:spPr>
          <a:xfrm>
            <a:off x="4772263" y="10205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1</a:t>
            </a:r>
            <a:endParaRPr b="0" i="0" sz="4900" u="none" cap="none" strike="noStrike">
              <a:solidFill>
                <a:schemeClr val="accent1"/>
              </a:solidFill>
              <a:latin typeface="Inter Black"/>
              <a:ea typeface="Inter Black"/>
              <a:cs typeface="Inter Black"/>
              <a:sym typeface="Inter Black"/>
            </a:endParaRPr>
          </a:p>
        </p:txBody>
      </p:sp>
      <p:sp>
        <p:nvSpPr>
          <p:cNvPr id="2161" name="Google Shape;2161;p192"/>
          <p:cNvSpPr txBox="1"/>
          <p:nvPr/>
        </p:nvSpPr>
        <p:spPr>
          <a:xfrm>
            <a:off x="4772263" y="18302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2</a:t>
            </a:r>
            <a:endParaRPr b="0" i="0" sz="4900" u="none" cap="none" strike="noStrike">
              <a:solidFill>
                <a:schemeClr val="accent1"/>
              </a:solidFill>
              <a:latin typeface="Inter Black"/>
              <a:ea typeface="Inter Black"/>
              <a:cs typeface="Inter Black"/>
              <a:sym typeface="Inter Black"/>
            </a:endParaRPr>
          </a:p>
        </p:txBody>
      </p:sp>
      <p:sp>
        <p:nvSpPr>
          <p:cNvPr id="2162" name="Google Shape;2162;p192"/>
          <p:cNvSpPr txBox="1"/>
          <p:nvPr/>
        </p:nvSpPr>
        <p:spPr>
          <a:xfrm>
            <a:off x="4772263" y="26399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3</a:t>
            </a:r>
            <a:endParaRPr b="0" i="0" sz="4900" u="none" cap="none" strike="noStrike">
              <a:solidFill>
                <a:schemeClr val="accent1"/>
              </a:solidFill>
              <a:latin typeface="Inter Black"/>
              <a:ea typeface="Inter Black"/>
              <a:cs typeface="Inter Black"/>
              <a:sym typeface="Inter Black"/>
            </a:endParaRPr>
          </a:p>
        </p:txBody>
      </p:sp>
      <p:sp>
        <p:nvSpPr>
          <p:cNvPr id="2163" name="Google Shape;2163;p192"/>
          <p:cNvSpPr txBox="1"/>
          <p:nvPr/>
        </p:nvSpPr>
        <p:spPr>
          <a:xfrm>
            <a:off x="4772263" y="34496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4</a:t>
            </a:r>
            <a:endParaRPr b="0" i="0" sz="4900" u="none" cap="none" strike="noStrike">
              <a:solidFill>
                <a:schemeClr val="accent1"/>
              </a:solidFill>
              <a:latin typeface="Inter Black"/>
              <a:ea typeface="Inter Black"/>
              <a:cs typeface="Inter Black"/>
              <a:sym typeface="Inter Black"/>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1 1 1">
  <p:cSld name="TITLE_2_2_1_1_1_1">
    <p:bg>
      <p:bgPr>
        <a:solidFill>
          <a:schemeClr val="dk2"/>
        </a:solidFill>
      </p:bgPr>
    </p:bg>
    <p:spTree>
      <p:nvGrpSpPr>
        <p:cNvPr id="2164" name="Shape 2164"/>
        <p:cNvGrpSpPr/>
        <p:nvPr/>
      </p:nvGrpSpPr>
      <p:grpSpPr>
        <a:xfrm>
          <a:off x="0" y="0"/>
          <a:ext cx="0" cy="0"/>
          <a:chOff x="0" y="0"/>
          <a:chExt cx="0" cy="0"/>
        </a:xfrm>
      </p:grpSpPr>
      <p:sp>
        <p:nvSpPr>
          <p:cNvPr id="2165" name="Google Shape;2165;p19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6" name="Google Shape;2166;p193"/>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7" name="Google Shape;2167;p193"/>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168" name="Google Shape;2168;p193"/>
          <p:cNvSpPr/>
          <p:nvPr/>
        </p:nvSpPr>
        <p:spPr>
          <a:xfrm>
            <a:off x="345775" y="1327375"/>
            <a:ext cx="8287800" cy="3086400"/>
          </a:xfrm>
          <a:prstGeom prst="roundRect">
            <a:avLst>
              <a:gd fmla="val 6326"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69" name="Google Shape;2169;p193"/>
          <p:cNvPicPr preferRelativeResize="0"/>
          <p:nvPr/>
        </p:nvPicPr>
        <p:blipFill rotWithShape="1">
          <a:blip r:embed="rId2">
            <a:alphaModFix/>
          </a:blip>
          <a:srcRect b="0" l="0" r="0" t="0"/>
          <a:stretch/>
        </p:blipFill>
        <p:spPr>
          <a:xfrm>
            <a:off x="945191" y="1784041"/>
            <a:ext cx="628200" cy="628200"/>
          </a:xfrm>
          <a:prstGeom prst="ellipse">
            <a:avLst/>
          </a:prstGeom>
          <a:noFill/>
          <a:ln>
            <a:noFill/>
          </a:ln>
        </p:spPr>
      </p:pic>
      <p:sp>
        <p:nvSpPr>
          <p:cNvPr id="2170" name="Google Shape;2170;p193"/>
          <p:cNvSpPr txBox="1"/>
          <p:nvPr>
            <p:ph idx="1" type="body"/>
          </p:nvPr>
        </p:nvSpPr>
        <p:spPr>
          <a:xfrm>
            <a:off x="1693150" y="2069850"/>
            <a:ext cx="6183300" cy="1679100"/>
          </a:xfrm>
          <a:prstGeom prst="rect">
            <a:avLst/>
          </a:prstGeom>
          <a:noFill/>
          <a:ln>
            <a:noFill/>
          </a:ln>
        </p:spPr>
        <p:txBody>
          <a:bodyPr anchorCtr="0" anchor="t" bIns="91425" lIns="0" spcFirstLastPara="1" rIns="91425" wrap="square" tIns="0">
            <a:normAutofit/>
          </a:bodyPr>
          <a:lstStyle>
            <a:lvl1pPr indent="-317500" lvl="0" marL="457200" algn="l">
              <a:lnSpc>
                <a:spcPct val="100000"/>
              </a:lnSpc>
              <a:spcBef>
                <a:spcPts val="0"/>
              </a:spcBef>
              <a:spcAft>
                <a:spcPts val="0"/>
              </a:spcAft>
              <a:buSzPts val="1400"/>
              <a:buFont typeface="Inter Medium"/>
              <a:buChar char="●"/>
              <a:defRPr sz="1400">
                <a:latin typeface="Inter Medium"/>
                <a:ea typeface="Inter Medium"/>
                <a:cs typeface="Inter Medium"/>
                <a:sym typeface="Inter Medium"/>
              </a:defRPr>
            </a:lvl1pPr>
            <a:lvl2pPr indent="-317500" lvl="1" marL="9144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2pPr>
            <a:lvl3pPr indent="-317500" lvl="2" marL="13716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3pPr>
            <a:lvl4pPr indent="-317500" lvl="3" marL="18288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4pPr>
            <a:lvl5pPr indent="-317500" lvl="4" marL="22860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5pPr>
            <a:lvl6pPr indent="-317500" lvl="5" marL="27432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6pPr>
            <a:lvl7pPr indent="-317500" lvl="6" marL="32004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7pPr>
            <a:lvl8pPr indent="-317500" lvl="7" marL="36576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8pPr>
            <a:lvl9pPr indent="-317500" lvl="8" marL="41148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9pPr>
          </a:lstStyle>
          <a:p/>
        </p:txBody>
      </p:sp>
      <p:sp>
        <p:nvSpPr>
          <p:cNvPr id="2171" name="Google Shape;2171;p19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172" name="Google Shape;2172;p193"/>
          <p:cNvPicPr preferRelativeResize="0"/>
          <p:nvPr/>
        </p:nvPicPr>
        <p:blipFill rotWithShape="1">
          <a:blip r:embed="rId3">
            <a:alphaModFix/>
          </a:blip>
          <a:srcRect b="0" l="0" r="0" t="0"/>
          <a:stretch/>
        </p:blipFill>
        <p:spPr>
          <a:xfrm>
            <a:off x="7973350" y="229963"/>
            <a:ext cx="958101" cy="170225"/>
          </a:xfrm>
          <a:prstGeom prst="rect">
            <a:avLst/>
          </a:prstGeom>
          <a:noFill/>
          <a:ln>
            <a:noFill/>
          </a:ln>
        </p:spPr>
      </p:pic>
      <p:sp>
        <p:nvSpPr>
          <p:cNvPr id="2173" name="Google Shape;2173;p19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2">
  <p:cSld name="TITLE_2_1_1_1_1_2_1_1_1_1_1_1_1_1_1_1_1_1_1_2">
    <p:bg>
      <p:bgPr>
        <a:solidFill>
          <a:schemeClr val="accent1"/>
        </a:solidFill>
      </p:bgPr>
    </p:bg>
    <p:spTree>
      <p:nvGrpSpPr>
        <p:cNvPr id="2174" name="Shape 2174"/>
        <p:cNvGrpSpPr/>
        <p:nvPr/>
      </p:nvGrpSpPr>
      <p:grpSpPr>
        <a:xfrm>
          <a:off x="0" y="0"/>
          <a:ext cx="0" cy="0"/>
          <a:chOff x="0" y="0"/>
          <a:chExt cx="0" cy="0"/>
        </a:xfrm>
      </p:grpSpPr>
      <p:sp>
        <p:nvSpPr>
          <p:cNvPr id="2175" name="Google Shape;2175;p194"/>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6" name="Google Shape;2176;p194"/>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7" name="Google Shape;2177;p194"/>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2178" name="Google Shape;2178;p194"/>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9" name="Google Shape;2179;p194"/>
          <p:cNvSpPr txBox="1"/>
          <p:nvPr>
            <p:ph idx="2"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180" name="Google Shape;2180;p194"/>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181" name="Google Shape;2181;p19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182" name="Google Shape;2182;p19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183" name="Google Shape;2183;p19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3">
  <p:cSld name="TITLE_2_1_1_1_1_2_1_1_1_1_1_1_1_1_1_1_1_1_1_1_1_1_1_1_1_1_1_1_3">
    <p:bg>
      <p:bgPr>
        <a:solidFill>
          <a:schemeClr val="accent1"/>
        </a:solidFill>
      </p:bgPr>
    </p:bg>
    <p:spTree>
      <p:nvGrpSpPr>
        <p:cNvPr id="2184" name="Shape 2184"/>
        <p:cNvGrpSpPr/>
        <p:nvPr/>
      </p:nvGrpSpPr>
      <p:grpSpPr>
        <a:xfrm>
          <a:off x="0" y="0"/>
          <a:ext cx="0" cy="0"/>
          <a:chOff x="0" y="0"/>
          <a:chExt cx="0" cy="0"/>
        </a:xfrm>
      </p:grpSpPr>
      <p:sp>
        <p:nvSpPr>
          <p:cNvPr id="2185" name="Google Shape;2185;p195"/>
          <p:cNvSpPr txBox="1"/>
          <p:nvPr>
            <p:ph type="title"/>
          </p:nvPr>
        </p:nvSpPr>
        <p:spPr>
          <a:xfrm>
            <a:off x="182650" y="4522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186" name="Google Shape;2186;p195"/>
          <p:cNvSpPr/>
          <p:nvPr/>
        </p:nvSpPr>
        <p:spPr>
          <a:xfrm>
            <a:off x="2125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7" name="Google Shape;2187;p195"/>
          <p:cNvSpPr/>
          <p:nvPr/>
        </p:nvSpPr>
        <p:spPr>
          <a:xfrm>
            <a:off x="24364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8" name="Google Shape;2188;p195"/>
          <p:cNvSpPr/>
          <p:nvPr/>
        </p:nvSpPr>
        <p:spPr>
          <a:xfrm>
            <a:off x="46531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9" name="Google Shape;2189;p195"/>
          <p:cNvSpPr/>
          <p:nvPr/>
        </p:nvSpPr>
        <p:spPr>
          <a:xfrm>
            <a:off x="68770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0" name="Google Shape;2190;p195"/>
          <p:cNvSpPr txBox="1"/>
          <p:nvPr>
            <p:ph idx="1" type="body"/>
          </p:nvPr>
        </p:nvSpPr>
        <p:spPr>
          <a:xfrm>
            <a:off x="2758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191" name="Google Shape;2191;p195"/>
          <p:cNvSpPr txBox="1"/>
          <p:nvPr>
            <p:ph idx="2" type="subTitle"/>
          </p:nvPr>
        </p:nvSpPr>
        <p:spPr>
          <a:xfrm>
            <a:off x="2758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2" name="Google Shape;2192;p195"/>
          <p:cNvSpPr txBox="1"/>
          <p:nvPr>
            <p:ph idx="3" type="body"/>
          </p:nvPr>
        </p:nvSpPr>
        <p:spPr>
          <a:xfrm>
            <a:off x="25495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193" name="Google Shape;2193;p195"/>
          <p:cNvSpPr txBox="1"/>
          <p:nvPr>
            <p:ph idx="4" type="subTitle"/>
          </p:nvPr>
        </p:nvSpPr>
        <p:spPr>
          <a:xfrm>
            <a:off x="25495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4" name="Google Shape;2194;p195"/>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5" name="Google Shape;2195;p195"/>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6" name="Google Shape;2196;p195"/>
          <p:cNvSpPr txBox="1"/>
          <p:nvPr>
            <p:ph idx="5" type="body"/>
          </p:nvPr>
        </p:nvSpPr>
        <p:spPr>
          <a:xfrm>
            <a:off x="47745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197" name="Google Shape;2197;p195"/>
          <p:cNvSpPr txBox="1"/>
          <p:nvPr>
            <p:ph idx="6" type="subTitle"/>
          </p:nvPr>
        </p:nvSpPr>
        <p:spPr>
          <a:xfrm>
            <a:off x="47745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8" name="Google Shape;2198;p195"/>
          <p:cNvSpPr txBox="1"/>
          <p:nvPr>
            <p:ph idx="7" type="body"/>
          </p:nvPr>
        </p:nvSpPr>
        <p:spPr>
          <a:xfrm>
            <a:off x="70669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199" name="Google Shape;2199;p195"/>
          <p:cNvSpPr txBox="1"/>
          <p:nvPr>
            <p:ph idx="8" type="subTitle"/>
          </p:nvPr>
        </p:nvSpPr>
        <p:spPr>
          <a:xfrm>
            <a:off x="70669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0" name="Google Shape;2200;p19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201" name="Google Shape;2201;p19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202" name="Google Shape;2202;p19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3 1">
  <p:cSld name="TITLE_2_1_1_1_1_2_1_1_1_1_1_1_1_1_1_1_1_1_1_1_1_1_1_1_1_1_1_1_3_1">
    <p:bg>
      <p:bgPr>
        <a:solidFill>
          <a:schemeClr val="dk2"/>
        </a:solidFill>
      </p:bgPr>
    </p:bg>
    <p:spTree>
      <p:nvGrpSpPr>
        <p:cNvPr id="2203" name="Shape 2203"/>
        <p:cNvGrpSpPr/>
        <p:nvPr/>
      </p:nvGrpSpPr>
      <p:grpSpPr>
        <a:xfrm>
          <a:off x="0" y="0"/>
          <a:ext cx="0" cy="0"/>
          <a:chOff x="0" y="0"/>
          <a:chExt cx="0" cy="0"/>
        </a:xfrm>
      </p:grpSpPr>
      <p:sp>
        <p:nvSpPr>
          <p:cNvPr id="2204" name="Google Shape;2204;p196"/>
          <p:cNvSpPr txBox="1"/>
          <p:nvPr>
            <p:ph type="title"/>
          </p:nvPr>
        </p:nvSpPr>
        <p:spPr>
          <a:xfrm>
            <a:off x="182650" y="4522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205" name="Google Shape;2205;p196"/>
          <p:cNvSpPr/>
          <p:nvPr/>
        </p:nvSpPr>
        <p:spPr>
          <a:xfrm>
            <a:off x="2125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6" name="Google Shape;2206;p196"/>
          <p:cNvSpPr/>
          <p:nvPr/>
        </p:nvSpPr>
        <p:spPr>
          <a:xfrm>
            <a:off x="24364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7" name="Google Shape;2207;p196"/>
          <p:cNvSpPr/>
          <p:nvPr/>
        </p:nvSpPr>
        <p:spPr>
          <a:xfrm>
            <a:off x="46531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8" name="Google Shape;2208;p196"/>
          <p:cNvSpPr/>
          <p:nvPr/>
        </p:nvSpPr>
        <p:spPr>
          <a:xfrm>
            <a:off x="68770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9" name="Google Shape;2209;p196"/>
          <p:cNvSpPr txBox="1"/>
          <p:nvPr>
            <p:ph idx="1" type="body"/>
          </p:nvPr>
        </p:nvSpPr>
        <p:spPr>
          <a:xfrm>
            <a:off x="2758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210" name="Google Shape;2210;p196"/>
          <p:cNvSpPr txBox="1"/>
          <p:nvPr>
            <p:ph idx="2" type="subTitle"/>
          </p:nvPr>
        </p:nvSpPr>
        <p:spPr>
          <a:xfrm>
            <a:off x="2758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1" name="Google Shape;2211;p196"/>
          <p:cNvSpPr txBox="1"/>
          <p:nvPr>
            <p:ph idx="3" type="body"/>
          </p:nvPr>
        </p:nvSpPr>
        <p:spPr>
          <a:xfrm>
            <a:off x="25495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212" name="Google Shape;2212;p196"/>
          <p:cNvSpPr txBox="1"/>
          <p:nvPr>
            <p:ph idx="4" type="subTitle"/>
          </p:nvPr>
        </p:nvSpPr>
        <p:spPr>
          <a:xfrm>
            <a:off x="25495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3" name="Google Shape;2213;p196"/>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4" name="Google Shape;2214;p196"/>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5" name="Google Shape;2215;p196"/>
          <p:cNvSpPr txBox="1"/>
          <p:nvPr>
            <p:ph idx="5" type="body"/>
          </p:nvPr>
        </p:nvSpPr>
        <p:spPr>
          <a:xfrm>
            <a:off x="47745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216" name="Google Shape;2216;p196"/>
          <p:cNvSpPr txBox="1"/>
          <p:nvPr>
            <p:ph idx="6" type="subTitle"/>
          </p:nvPr>
        </p:nvSpPr>
        <p:spPr>
          <a:xfrm>
            <a:off x="47745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7" name="Google Shape;2217;p196"/>
          <p:cNvSpPr txBox="1"/>
          <p:nvPr>
            <p:ph idx="7" type="body"/>
          </p:nvPr>
        </p:nvSpPr>
        <p:spPr>
          <a:xfrm>
            <a:off x="70669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218" name="Google Shape;2218;p196"/>
          <p:cNvSpPr txBox="1"/>
          <p:nvPr>
            <p:ph idx="8" type="subTitle"/>
          </p:nvPr>
        </p:nvSpPr>
        <p:spPr>
          <a:xfrm>
            <a:off x="70669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9" name="Google Shape;2219;p19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220" name="Google Shape;2220;p19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221" name="Google Shape;2221;p19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2 1">
  <p:cSld name="TITLE_2_1_1_1_1_2_2_1">
    <p:bg>
      <p:bgPr>
        <a:solidFill>
          <a:schemeClr val="dk2"/>
        </a:solidFill>
      </p:bgPr>
    </p:bg>
    <p:spTree>
      <p:nvGrpSpPr>
        <p:cNvPr id="2222" name="Shape 2222"/>
        <p:cNvGrpSpPr/>
        <p:nvPr/>
      </p:nvGrpSpPr>
      <p:grpSpPr>
        <a:xfrm>
          <a:off x="0" y="0"/>
          <a:ext cx="0" cy="0"/>
          <a:chOff x="0" y="0"/>
          <a:chExt cx="0" cy="0"/>
        </a:xfrm>
      </p:grpSpPr>
      <p:sp>
        <p:nvSpPr>
          <p:cNvPr id="2223" name="Google Shape;2223;p197"/>
          <p:cNvSpPr txBox="1"/>
          <p:nvPr>
            <p:ph type="title"/>
          </p:nvPr>
        </p:nvSpPr>
        <p:spPr>
          <a:xfrm>
            <a:off x="163875" y="130130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9pPr>
          </a:lstStyle>
          <a:p/>
        </p:txBody>
      </p:sp>
      <p:sp>
        <p:nvSpPr>
          <p:cNvPr id="2224" name="Google Shape;2224;p197"/>
          <p:cNvSpPr txBox="1"/>
          <p:nvPr>
            <p:ph idx="1" type="body"/>
          </p:nvPr>
        </p:nvSpPr>
        <p:spPr>
          <a:xfrm>
            <a:off x="163875"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2225" name="Google Shape;2225;p197"/>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6" name="Google Shape;2226;p197"/>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7" name="Google Shape;2227;p197"/>
          <p:cNvSpPr txBox="1"/>
          <p:nvPr>
            <p:ph idx="2" type="subTitle"/>
          </p:nvPr>
        </p:nvSpPr>
        <p:spPr>
          <a:xfrm>
            <a:off x="163875"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228" name="Google Shape;2228;p197"/>
          <p:cNvSpPr/>
          <p:nvPr/>
        </p:nvSpPr>
        <p:spPr>
          <a:xfrm rot="-5400000">
            <a:off x="4432050" y="184050"/>
            <a:ext cx="4000500" cy="50040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9" name="Google Shape;2229;p19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230" name="Google Shape;2230;p19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231" name="Google Shape;2231;p19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2 1">
  <p:cSld name="TITLE_2_1_1_1_1_2_1_1_1_1_1_1_1_1_1_1_1_1_1_2_1">
    <p:bg>
      <p:bgPr>
        <a:solidFill>
          <a:schemeClr val="dk2"/>
        </a:solidFill>
      </p:bgPr>
    </p:bg>
    <p:spTree>
      <p:nvGrpSpPr>
        <p:cNvPr id="2232" name="Shape 2232"/>
        <p:cNvGrpSpPr/>
        <p:nvPr/>
      </p:nvGrpSpPr>
      <p:grpSpPr>
        <a:xfrm>
          <a:off x="0" y="0"/>
          <a:ext cx="0" cy="0"/>
          <a:chOff x="0" y="0"/>
          <a:chExt cx="0" cy="0"/>
        </a:xfrm>
      </p:grpSpPr>
      <p:sp>
        <p:nvSpPr>
          <p:cNvPr id="2233" name="Google Shape;2233;p198"/>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4" name="Google Shape;2234;p198"/>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5" name="Google Shape;2235;p198"/>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2236" name="Google Shape;2236;p198"/>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7" name="Google Shape;2237;p198"/>
          <p:cNvSpPr txBox="1"/>
          <p:nvPr>
            <p:ph idx="2"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238" name="Google Shape;2238;p198"/>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239" name="Google Shape;2239;p19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240" name="Google Shape;2240;p19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241" name="Google Shape;2241;p19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2 1">
  <p:cSld name="TITLE_2_1_1_1_1_2_1_1_1_1_1_1_1_1_1_1_1_1_1_1_1_1_2_1">
    <p:bg>
      <p:bgPr>
        <a:solidFill>
          <a:schemeClr val="dk2"/>
        </a:solidFill>
      </p:bgPr>
    </p:bg>
    <p:spTree>
      <p:nvGrpSpPr>
        <p:cNvPr id="2242" name="Shape 2242"/>
        <p:cNvGrpSpPr/>
        <p:nvPr/>
      </p:nvGrpSpPr>
      <p:grpSpPr>
        <a:xfrm>
          <a:off x="0" y="0"/>
          <a:ext cx="0" cy="0"/>
          <a:chOff x="0" y="0"/>
          <a:chExt cx="0" cy="0"/>
        </a:xfrm>
      </p:grpSpPr>
      <p:sp>
        <p:nvSpPr>
          <p:cNvPr id="2243" name="Google Shape;2243;p199"/>
          <p:cNvSpPr/>
          <p:nvPr>
            <p:ph idx="2" type="pic"/>
          </p:nvPr>
        </p:nvSpPr>
        <p:spPr>
          <a:xfrm>
            <a:off x="3041775" y="861525"/>
            <a:ext cx="1193100" cy="1126800"/>
          </a:xfrm>
          <a:prstGeom prst="roundRect">
            <a:avLst>
              <a:gd fmla="val 50000" name="adj"/>
            </a:avLst>
          </a:prstGeom>
          <a:noFill/>
          <a:ln>
            <a:noFill/>
          </a:ln>
        </p:spPr>
      </p:sp>
      <p:sp>
        <p:nvSpPr>
          <p:cNvPr id="2244" name="Google Shape;2244;p199"/>
          <p:cNvSpPr/>
          <p:nvPr>
            <p:ph idx="3" type="pic"/>
          </p:nvPr>
        </p:nvSpPr>
        <p:spPr>
          <a:xfrm>
            <a:off x="4470650" y="861525"/>
            <a:ext cx="1193100" cy="1126800"/>
          </a:xfrm>
          <a:prstGeom prst="roundRect">
            <a:avLst>
              <a:gd fmla="val 50000" name="adj"/>
            </a:avLst>
          </a:prstGeom>
          <a:noFill/>
          <a:ln>
            <a:noFill/>
          </a:ln>
        </p:spPr>
      </p:sp>
      <p:sp>
        <p:nvSpPr>
          <p:cNvPr id="2245" name="Google Shape;2245;p199"/>
          <p:cNvSpPr/>
          <p:nvPr>
            <p:ph idx="4" type="pic"/>
          </p:nvPr>
        </p:nvSpPr>
        <p:spPr>
          <a:xfrm>
            <a:off x="5888575" y="861525"/>
            <a:ext cx="1193100" cy="1126800"/>
          </a:xfrm>
          <a:prstGeom prst="roundRect">
            <a:avLst>
              <a:gd fmla="val 50000" name="adj"/>
            </a:avLst>
          </a:prstGeom>
          <a:noFill/>
          <a:ln>
            <a:noFill/>
          </a:ln>
        </p:spPr>
      </p:sp>
      <p:sp>
        <p:nvSpPr>
          <p:cNvPr id="2246" name="Google Shape;2246;p199"/>
          <p:cNvSpPr/>
          <p:nvPr>
            <p:ph idx="5" type="pic"/>
          </p:nvPr>
        </p:nvSpPr>
        <p:spPr>
          <a:xfrm>
            <a:off x="7306500" y="861525"/>
            <a:ext cx="1193100" cy="1126800"/>
          </a:xfrm>
          <a:prstGeom prst="roundRect">
            <a:avLst>
              <a:gd fmla="val 50000" name="adj"/>
            </a:avLst>
          </a:prstGeom>
          <a:noFill/>
          <a:ln>
            <a:noFill/>
          </a:ln>
        </p:spPr>
      </p:sp>
      <p:sp>
        <p:nvSpPr>
          <p:cNvPr id="2247" name="Google Shape;2247;p199"/>
          <p:cNvSpPr/>
          <p:nvPr>
            <p:ph idx="6" type="pic"/>
          </p:nvPr>
        </p:nvSpPr>
        <p:spPr>
          <a:xfrm>
            <a:off x="3041775" y="2831725"/>
            <a:ext cx="1193100" cy="1126800"/>
          </a:xfrm>
          <a:prstGeom prst="roundRect">
            <a:avLst>
              <a:gd fmla="val 50000" name="adj"/>
            </a:avLst>
          </a:prstGeom>
          <a:noFill/>
          <a:ln>
            <a:noFill/>
          </a:ln>
        </p:spPr>
      </p:sp>
      <p:sp>
        <p:nvSpPr>
          <p:cNvPr id="2248" name="Google Shape;2248;p199"/>
          <p:cNvSpPr/>
          <p:nvPr>
            <p:ph idx="7" type="pic"/>
          </p:nvPr>
        </p:nvSpPr>
        <p:spPr>
          <a:xfrm>
            <a:off x="4470650" y="2831725"/>
            <a:ext cx="1193100" cy="1126800"/>
          </a:xfrm>
          <a:prstGeom prst="roundRect">
            <a:avLst>
              <a:gd fmla="val 50000" name="adj"/>
            </a:avLst>
          </a:prstGeom>
          <a:noFill/>
          <a:ln>
            <a:noFill/>
          </a:ln>
        </p:spPr>
      </p:sp>
      <p:sp>
        <p:nvSpPr>
          <p:cNvPr id="2249" name="Google Shape;2249;p199"/>
          <p:cNvSpPr/>
          <p:nvPr>
            <p:ph idx="8" type="pic"/>
          </p:nvPr>
        </p:nvSpPr>
        <p:spPr>
          <a:xfrm>
            <a:off x="5888575" y="2831725"/>
            <a:ext cx="1193100" cy="1126800"/>
          </a:xfrm>
          <a:prstGeom prst="roundRect">
            <a:avLst>
              <a:gd fmla="val 50000" name="adj"/>
            </a:avLst>
          </a:prstGeom>
          <a:noFill/>
          <a:ln>
            <a:noFill/>
          </a:ln>
        </p:spPr>
      </p:sp>
      <p:sp>
        <p:nvSpPr>
          <p:cNvPr id="2250" name="Google Shape;2250;p199"/>
          <p:cNvSpPr/>
          <p:nvPr>
            <p:ph idx="9" type="pic"/>
          </p:nvPr>
        </p:nvSpPr>
        <p:spPr>
          <a:xfrm>
            <a:off x="7306500" y="2831725"/>
            <a:ext cx="1193100" cy="1126800"/>
          </a:xfrm>
          <a:prstGeom prst="roundRect">
            <a:avLst>
              <a:gd fmla="val 50000" name="adj"/>
            </a:avLst>
          </a:prstGeom>
          <a:noFill/>
          <a:ln>
            <a:noFill/>
          </a:ln>
        </p:spPr>
      </p:sp>
      <p:sp>
        <p:nvSpPr>
          <p:cNvPr id="2251" name="Google Shape;2251;p199"/>
          <p:cNvSpPr txBox="1"/>
          <p:nvPr>
            <p:ph idx="1" type="subTitle"/>
          </p:nvPr>
        </p:nvSpPr>
        <p:spPr>
          <a:xfrm>
            <a:off x="2764725" y="2116175"/>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2252" name="Google Shape;2252;p199"/>
          <p:cNvSpPr txBox="1"/>
          <p:nvPr>
            <p:ph idx="13" type="subTitle"/>
          </p:nvPr>
        </p:nvSpPr>
        <p:spPr>
          <a:xfrm>
            <a:off x="2764725" y="2262850"/>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53" name="Google Shape;2253;p199"/>
          <p:cNvSpPr txBox="1"/>
          <p:nvPr>
            <p:ph idx="14" type="subTitle"/>
          </p:nvPr>
        </p:nvSpPr>
        <p:spPr>
          <a:xfrm>
            <a:off x="4193600" y="2116175"/>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2254" name="Google Shape;2254;p199"/>
          <p:cNvSpPr txBox="1"/>
          <p:nvPr>
            <p:ph idx="15" type="subTitle"/>
          </p:nvPr>
        </p:nvSpPr>
        <p:spPr>
          <a:xfrm>
            <a:off x="4193600" y="2262850"/>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55" name="Google Shape;2255;p199"/>
          <p:cNvSpPr txBox="1"/>
          <p:nvPr>
            <p:ph idx="16" type="subTitle"/>
          </p:nvPr>
        </p:nvSpPr>
        <p:spPr>
          <a:xfrm>
            <a:off x="5611525" y="2116163"/>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2256" name="Google Shape;2256;p199"/>
          <p:cNvSpPr txBox="1"/>
          <p:nvPr>
            <p:ph idx="17" type="subTitle"/>
          </p:nvPr>
        </p:nvSpPr>
        <p:spPr>
          <a:xfrm>
            <a:off x="5611525" y="2262838"/>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57" name="Google Shape;2257;p199"/>
          <p:cNvSpPr txBox="1"/>
          <p:nvPr>
            <p:ph idx="18" type="subTitle"/>
          </p:nvPr>
        </p:nvSpPr>
        <p:spPr>
          <a:xfrm>
            <a:off x="7029450" y="2116175"/>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2258" name="Google Shape;2258;p199"/>
          <p:cNvSpPr txBox="1"/>
          <p:nvPr>
            <p:ph idx="19" type="subTitle"/>
          </p:nvPr>
        </p:nvSpPr>
        <p:spPr>
          <a:xfrm>
            <a:off x="7029450" y="2262850"/>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59" name="Google Shape;2259;p199"/>
          <p:cNvSpPr txBox="1"/>
          <p:nvPr>
            <p:ph idx="20" type="subTitle"/>
          </p:nvPr>
        </p:nvSpPr>
        <p:spPr>
          <a:xfrm>
            <a:off x="4193600" y="4082000"/>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2260" name="Google Shape;2260;p199"/>
          <p:cNvSpPr txBox="1"/>
          <p:nvPr>
            <p:ph idx="21" type="subTitle"/>
          </p:nvPr>
        </p:nvSpPr>
        <p:spPr>
          <a:xfrm>
            <a:off x="4193600" y="4228675"/>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61" name="Google Shape;2261;p199"/>
          <p:cNvSpPr txBox="1"/>
          <p:nvPr>
            <p:ph idx="22" type="subTitle"/>
          </p:nvPr>
        </p:nvSpPr>
        <p:spPr>
          <a:xfrm>
            <a:off x="5611525" y="4081988"/>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2262" name="Google Shape;2262;p199"/>
          <p:cNvSpPr txBox="1"/>
          <p:nvPr>
            <p:ph idx="23" type="subTitle"/>
          </p:nvPr>
        </p:nvSpPr>
        <p:spPr>
          <a:xfrm>
            <a:off x="5611525" y="4228663"/>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63" name="Google Shape;2263;p199"/>
          <p:cNvSpPr txBox="1"/>
          <p:nvPr>
            <p:ph idx="24" type="subTitle"/>
          </p:nvPr>
        </p:nvSpPr>
        <p:spPr>
          <a:xfrm>
            <a:off x="7029450" y="4082000"/>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2264" name="Google Shape;2264;p199"/>
          <p:cNvSpPr txBox="1"/>
          <p:nvPr>
            <p:ph idx="25" type="subTitle"/>
          </p:nvPr>
        </p:nvSpPr>
        <p:spPr>
          <a:xfrm>
            <a:off x="7029450" y="4228675"/>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65" name="Google Shape;2265;p199"/>
          <p:cNvSpPr txBox="1"/>
          <p:nvPr>
            <p:ph idx="26" type="subTitle"/>
          </p:nvPr>
        </p:nvSpPr>
        <p:spPr>
          <a:xfrm>
            <a:off x="2764725" y="4081988"/>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2266" name="Google Shape;2266;p199"/>
          <p:cNvSpPr txBox="1"/>
          <p:nvPr>
            <p:ph idx="27" type="subTitle"/>
          </p:nvPr>
        </p:nvSpPr>
        <p:spPr>
          <a:xfrm>
            <a:off x="2764725" y="4228663"/>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67" name="Google Shape;2267;p199"/>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8" name="Google Shape;2268;p199"/>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9" name="Google Shape;2269;p19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270" name="Google Shape;2270;p19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271" name="Google Shape;2271;p19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272" name="Google Shape;2272;p199"/>
          <p:cNvSpPr/>
          <p:nvPr/>
        </p:nvSpPr>
        <p:spPr>
          <a:xfrm>
            <a:off x="212550" y="861513"/>
            <a:ext cx="2415900" cy="3692100"/>
          </a:xfrm>
          <a:prstGeom prst="roundRect">
            <a:avLst>
              <a:gd fmla="val 540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3" name="Google Shape;2273;p199"/>
          <p:cNvSpPr txBox="1"/>
          <p:nvPr>
            <p:ph type="title"/>
          </p:nvPr>
        </p:nvSpPr>
        <p:spPr>
          <a:xfrm>
            <a:off x="445450" y="1175063"/>
            <a:ext cx="20088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600"/>
              <a:buFont typeface="Inter Tight Black"/>
              <a:buNone/>
              <a:defRPr sz="36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600"/>
              <a:buNone/>
              <a:defRPr sz="3600">
                <a:solidFill>
                  <a:schemeClr val="accent1"/>
                </a:solidFill>
              </a:defRPr>
            </a:lvl2pPr>
            <a:lvl3pPr lvl="2" algn="l">
              <a:lnSpc>
                <a:spcPct val="70000"/>
              </a:lnSpc>
              <a:spcBef>
                <a:spcPts val="0"/>
              </a:spcBef>
              <a:spcAft>
                <a:spcPts val="0"/>
              </a:spcAft>
              <a:buClr>
                <a:schemeClr val="accent1"/>
              </a:buClr>
              <a:buSzPts val="3600"/>
              <a:buNone/>
              <a:defRPr sz="3600">
                <a:solidFill>
                  <a:schemeClr val="accent1"/>
                </a:solidFill>
              </a:defRPr>
            </a:lvl3pPr>
            <a:lvl4pPr lvl="3" algn="l">
              <a:lnSpc>
                <a:spcPct val="70000"/>
              </a:lnSpc>
              <a:spcBef>
                <a:spcPts val="0"/>
              </a:spcBef>
              <a:spcAft>
                <a:spcPts val="0"/>
              </a:spcAft>
              <a:buClr>
                <a:schemeClr val="accent1"/>
              </a:buClr>
              <a:buSzPts val="3600"/>
              <a:buNone/>
              <a:defRPr sz="3600">
                <a:solidFill>
                  <a:schemeClr val="accent1"/>
                </a:solidFill>
              </a:defRPr>
            </a:lvl4pPr>
            <a:lvl5pPr lvl="4" algn="l">
              <a:lnSpc>
                <a:spcPct val="70000"/>
              </a:lnSpc>
              <a:spcBef>
                <a:spcPts val="0"/>
              </a:spcBef>
              <a:spcAft>
                <a:spcPts val="0"/>
              </a:spcAft>
              <a:buClr>
                <a:schemeClr val="accent1"/>
              </a:buClr>
              <a:buSzPts val="3600"/>
              <a:buNone/>
              <a:defRPr sz="3600">
                <a:solidFill>
                  <a:schemeClr val="accent1"/>
                </a:solidFill>
              </a:defRPr>
            </a:lvl5pPr>
            <a:lvl6pPr lvl="5" algn="l">
              <a:lnSpc>
                <a:spcPct val="70000"/>
              </a:lnSpc>
              <a:spcBef>
                <a:spcPts val="0"/>
              </a:spcBef>
              <a:spcAft>
                <a:spcPts val="0"/>
              </a:spcAft>
              <a:buClr>
                <a:schemeClr val="accent1"/>
              </a:buClr>
              <a:buSzPts val="3600"/>
              <a:buNone/>
              <a:defRPr sz="3600">
                <a:solidFill>
                  <a:schemeClr val="accent1"/>
                </a:solidFill>
              </a:defRPr>
            </a:lvl6pPr>
            <a:lvl7pPr lvl="6" algn="l">
              <a:lnSpc>
                <a:spcPct val="70000"/>
              </a:lnSpc>
              <a:spcBef>
                <a:spcPts val="0"/>
              </a:spcBef>
              <a:spcAft>
                <a:spcPts val="0"/>
              </a:spcAft>
              <a:buClr>
                <a:schemeClr val="accent1"/>
              </a:buClr>
              <a:buSzPts val="3600"/>
              <a:buNone/>
              <a:defRPr sz="3600">
                <a:solidFill>
                  <a:schemeClr val="accent1"/>
                </a:solidFill>
              </a:defRPr>
            </a:lvl7pPr>
            <a:lvl8pPr lvl="7" algn="l">
              <a:lnSpc>
                <a:spcPct val="70000"/>
              </a:lnSpc>
              <a:spcBef>
                <a:spcPts val="0"/>
              </a:spcBef>
              <a:spcAft>
                <a:spcPts val="0"/>
              </a:spcAft>
              <a:buClr>
                <a:schemeClr val="accent1"/>
              </a:buClr>
              <a:buSzPts val="3600"/>
              <a:buNone/>
              <a:defRPr sz="3600">
                <a:solidFill>
                  <a:schemeClr val="accent1"/>
                </a:solidFill>
              </a:defRPr>
            </a:lvl8pPr>
            <a:lvl9pPr lvl="8" algn="l">
              <a:lnSpc>
                <a:spcPct val="70000"/>
              </a:lnSpc>
              <a:spcBef>
                <a:spcPts val="0"/>
              </a:spcBef>
              <a:spcAft>
                <a:spcPts val="0"/>
              </a:spcAft>
              <a:buClr>
                <a:schemeClr val="accent1"/>
              </a:buClr>
              <a:buSzPts val="3600"/>
              <a:buNone/>
              <a:defRPr sz="3600">
                <a:solidFill>
                  <a:schemeClr val="accent1"/>
                </a:solidFill>
              </a:defRPr>
            </a:lvl9pPr>
          </a:lstStyle>
          <a:p/>
        </p:txBody>
      </p:sp>
      <p:sp>
        <p:nvSpPr>
          <p:cNvPr id="2274" name="Google Shape;2274;p199"/>
          <p:cNvSpPr txBox="1"/>
          <p:nvPr>
            <p:ph idx="28" type="body"/>
          </p:nvPr>
        </p:nvSpPr>
        <p:spPr>
          <a:xfrm>
            <a:off x="445450" y="2773038"/>
            <a:ext cx="2008800" cy="1448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1pPr>
            <a:lvl2pPr indent="-304800" lvl="1" marL="914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2pPr>
            <a:lvl3pPr indent="-304800" lvl="2" marL="1371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3pPr>
            <a:lvl4pPr indent="-304800" lvl="3" marL="1828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4pPr>
            <a:lvl5pPr indent="-304800" lvl="4" marL="22860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5pPr>
            <a:lvl6pPr indent="-304800" lvl="5" marL="2743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6pPr>
            <a:lvl7pPr indent="-304800" lvl="6" marL="3200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7pPr>
            <a:lvl8pPr indent="-304800" lvl="7" marL="3657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8pPr>
            <a:lvl9pPr indent="-304800" lvl="8" marL="4114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9pPr>
          </a:lstStyle>
          <a:p/>
        </p:txBody>
      </p:sp>
      <p:sp>
        <p:nvSpPr>
          <p:cNvPr id="2275" name="Google Shape;2275;p199"/>
          <p:cNvSpPr txBox="1"/>
          <p:nvPr>
            <p:ph idx="29" type="subTitle"/>
          </p:nvPr>
        </p:nvSpPr>
        <p:spPr>
          <a:xfrm>
            <a:off x="445450" y="2380213"/>
            <a:ext cx="20088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accent1"/>
              </a:buClr>
              <a:buSzPts val="1200"/>
              <a:buFont typeface="Inter"/>
              <a:buNone/>
              <a:defRPr b="1" sz="12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400"/>
              <a:buNone/>
              <a:defRPr>
                <a:solidFill>
                  <a:schemeClr val="accent1"/>
                </a:solidFill>
              </a:defRPr>
            </a:lvl2pPr>
            <a:lvl3pPr lvl="2" algn="l">
              <a:lnSpc>
                <a:spcPct val="115000"/>
              </a:lnSpc>
              <a:spcBef>
                <a:spcPts val="0"/>
              </a:spcBef>
              <a:spcAft>
                <a:spcPts val="0"/>
              </a:spcAft>
              <a:buClr>
                <a:schemeClr val="accent1"/>
              </a:buClr>
              <a:buSzPts val="1400"/>
              <a:buNone/>
              <a:defRPr>
                <a:solidFill>
                  <a:schemeClr val="accent1"/>
                </a:solidFill>
              </a:defRPr>
            </a:lvl3pPr>
            <a:lvl4pPr lvl="3" algn="l">
              <a:lnSpc>
                <a:spcPct val="115000"/>
              </a:lnSpc>
              <a:spcBef>
                <a:spcPts val="0"/>
              </a:spcBef>
              <a:spcAft>
                <a:spcPts val="0"/>
              </a:spcAft>
              <a:buClr>
                <a:schemeClr val="accent1"/>
              </a:buClr>
              <a:buSzPts val="1400"/>
              <a:buNone/>
              <a:defRPr>
                <a:solidFill>
                  <a:schemeClr val="accent1"/>
                </a:solidFill>
              </a:defRPr>
            </a:lvl4pPr>
            <a:lvl5pPr lvl="4" algn="l">
              <a:lnSpc>
                <a:spcPct val="115000"/>
              </a:lnSpc>
              <a:spcBef>
                <a:spcPts val="0"/>
              </a:spcBef>
              <a:spcAft>
                <a:spcPts val="0"/>
              </a:spcAft>
              <a:buClr>
                <a:schemeClr val="accent1"/>
              </a:buClr>
              <a:buSzPts val="1400"/>
              <a:buNone/>
              <a:defRPr>
                <a:solidFill>
                  <a:schemeClr val="accent1"/>
                </a:solidFill>
              </a:defRPr>
            </a:lvl5pPr>
            <a:lvl6pPr lvl="5" algn="l">
              <a:lnSpc>
                <a:spcPct val="115000"/>
              </a:lnSpc>
              <a:spcBef>
                <a:spcPts val="0"/>
              </a:spcBef>
              <a:spcAft>
                <a:spcPts val="0"/>
              </a:spcAft>
              <a:buClr>
                <a:schemeClr val="accent1"/>
              </a:buClr>
              <a:buSzPts val="1400"/>
              <a:buNone/>
              <a:defRPr>
                <a:solidFill>
                  <a:schemeClr val="accent1"/>
                </a:solidFill>
              </a:defRPr>
            </a:lvl6pPr>
            <a:lvl7pPr lvl="6" algn="l">
              <a:lnSpc>
                <a:spcPct val="115000"/>
              </a:lnSpc>
              <a:spcBef>
                <a:spcPts val="0"/>
              </a:spcBef>
              <a:spcAft>
                <a:spcPts val="0"/>
              </a:spcAft>
              <a:buClr>
                <a:schemeClr val="accent1"/>
              </a:buClr>
              <a:buSzPts val="1400"/>
              <a:buNone/>
              <a:defRPr>
                <a:solidFill>
                  <a:schemeClr val="accent1"/>
                </a:solidFill>
              </a:defRPr>
            </a:lvl7pPr>
            <a:lvl8pPr lvl="7" algn="l">
              <a:lnSpc>
                <a:spcPct val="115000"/>
              </a:lnSpc>
              <a:spcBef>
                <a:spcPts val="0"/>
              </a:spcBef>
              <a:spcAft>
                <a:spcPts val="0"/>
              </a:spcAft>
              <a:buClr>
                <a:schemeClr val="accent1"/>
              </a:buClr>
              <a:buSzPts val="1400"/>
              <a:buNone/>
              <a:defRPr>
                <a:solidFill>
                  <a:schemeClr val="accent1"/>
                </a:solidFill>
              </a:defRPr>
            </a:lvl8pPr>
            <a:lvl9pPr lvl="8" algn="l">
              <a:lnSpc>
                <a:spcPct val="115000"/>
              </a:lnSpc>
              <a:spcBef>
                <a:spcPts val="0"/>
              </a:spcBef>
              <a:spcAft>
                <a:spcPts val="0"/>
              </a:spcAft>
              <a:buClr>
                <a:schemeClr val="accent1"/>
              </a:buClr>
              <a:buSzPts val="1400"/>
              <a:buNone/>
              <a:defRPr>
                <a:solidFill>
                  <a:schemeClr val="accent1"/>
                </a:solidFill>
              </a:defRPr>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3 1">
  <p:cSld name="TITLE_2_1_1_1_1_2_1_1_1_1_1_1_1_1_1_1_1_1_1_1_1_3_1">
    <p:bg>
      <p:bgPr>
        <a:solidFill>
          <a:schemeClr val="dk2"/>
        </a:solidFill>
      </p:bgPr>
    </p:bg>
    <p:spTree>
      <p:nvGrpSpPr>
        <p:cNvPr id="2276" name="Shape 2276"/>
        <p:cNvGrpSpPr/>
        <p:nvPr/>
      </p:nvGrpSpPr>
      <p:grpSpPr>
        <a:xfrm>
          <a:off x="0" y="0"/>
          <a:ext cx="0" cy="0"/>
          <a:chOff x="0" y="0"/>
          <a:chExt cx="0" cy="0"/>
        </a:xfrm>
      </p:grpSpPr>
      <p:sp>
        <p:nvSpPr>
          <p:cNvPr id="2277" name="Google Shape;2277;p200"/>
          <p:cNvSpPr/>
          <p:nvPr>
            <p:ph idx="2" type="pic"/>
          </p:nvPr>
        </p:nvSpPr>
        <p:spPr>
          <a:xfrm>
            <a:off x="3541550" y="3587875"/>
            <a:ext cx="932400" cy="880500"/>
          </a:xfrm>
          <a:prstGeom prst="roundRect">
            <a:avLst>
              <a:gd fmla="val 18700" name="adj"/>
            </a:avLst>
          </a:prstGeom>
          <a:noFill/>
          <a:ln>
            <a:noFill/>
          </a:ln>
        </p:spPr>
      </p:sp>
      <p:sp>
        <p:nvSpPr>
          <p:cNvPr id="2278" name="Google Shape;2278;p200"/>
          <p:cNvSpPr/>
          <p:nvPr>
            <p:ph idx="3" type="pic"/>
          </p:nvPr>
        </p:nvSpPr>
        <p:spPr>
          <a:xfrm>
            <a:off x="3541700" y="2650075"/>
            <a:ext cx="932400" cy="880500"/>
          </a:xfrm>
          <a:prstGeom prst="roundRect">
            <a:avLst>
              <a:gd fmla="val 18700" name="adj"/>
            </a:avLst>
          </a:prstGeom>
          <a:noFill/>
          <a:ln>
            <a:noFill/>
          </a:ln>
        </p:spPr>
      </p:sp>
      <p:sp>
        <p:nvSpPr>
          <p:cNvPr id="2279" name="Google Shape;2279;p200"/>
          <p:cNvSpPr/>
          <p:nvPr>
            <p:ph idx="4" type="pic"/>
          </p:nvPr>
        </p:nvSpPr>
        <p:spPr>
          <a:xfrm>
            <a:off x="3541700" y="1700763"/>
            <a:ext cx="932400" cy="880500"/>
          </a:xfrm>
          <a:prstGeom prst="roundRect">
            <a:avLst>
              <a:gd fmla="val 18700" name="adj"/>
            </a:avLst>
          </a:prstGeom>
          <a:noFill/>
          <a:ln>
            <a:noFill/>
          </a:ln>
        </p:spPr>
      </p:sp>
      <p:sp>
        <p:nvSpPr>
          <p:cNvPr id="2280" name="Google Shape;2280;p200"/>
          <p:cNvSpPr/>
          <p:nvPr>
            <p:ph idx="5" type="pic"/>
          </p:nvPr>
        </p:nvSpPr>
        <p:spPr>
          <a:xfrm>
            <a:off x="3541700" y="768725"/>
            <a:ext cx="932400" cy="880500"/>
          </a:xfrm>
          <a:prstGeom prst="roundRect">
            <a:avLst>
              <a:gd fmla="val 18700" name="adj"/>
            </a:avLst>
          </a:prstGeom>
          <a:noFill/>
          <a:ln>
            <a:noFill/>
          </a:ln>
        </p:spPr>
      </p:sp>
      <p:sp>
        <p:nvSpPr>
          <p:cNvPr id="2281" name="Google Shape;2281;p200"/>
          <p:cNvSpPr/>
          <p:nvPr>
            <p:ph idx="6" type="pic"/>
          </p:nvPr>
        </p:nvSpPr>
        <p:spPr>
          <a:xfrm>
            <a:off x="6108575" y="3587875"/>
            <a:ext cx="932400" cy="880500"/>
          </a:xfrm>
          <a:prstGeom prst="roundRect">
            <a:avLst>
              <a:gd fmla="val 18700" name="adj"/>
            </a:avLst>
          </a:prstGeom>
          <a:noFill/>
          <a:ln>
            <a:noFill/>
          </a:ln>
        </p:spPr>
      </p:sp>
      <p:sp>
        <p:nvSpPr>
          <p:cNvPr id="2282" name="Google Shape;2282;p200"/>
          <p:cNvSpPr/>
          <p:nvPr>
            <p:ph idx="7" type="pic"/>
          </p:nvPr>
        </p:nvSpPr>
        <p:spPr>
          <a:xfrm>
            <a:off x="6108725" y="2650075"/>
            <a:ext cx="932400" cy="880500"/>
          </a:xfrm>
          <a:prstGeom prst="roundRect">
            <a:avLst>
              <a:gd fmla="val 18700" name="adj"/>
            </a:avLst>
          </a:prstGeom>
          <a:noFill/>
          <a:ln>
            <a:noFill/>
          </a:ln>
        </p:spPr>
      </p:sp>
      <p:sp>
        <p:nvSpPr>
          <p:cNvPr id="2283" name="Google Shape;2283;p200"/>
          <p:cNvSpPr/>
          <p:nvPr>
            <p:ph idx="8" type="pic"/>
          </p:nvPr>
        </p:nvSpPr>
        <p:spPr>
          <a:xfrm>
            <a:off x="6108725" y="1700763"/>
            <a:ext cx="932400" cy="880500"/>
          </a:xfrm>
          <a:prstGeom prst="roundRect">
            <a:avLst>
              <a:gd fmla="val 18700" name="adj"/>
            </a:avLst>
          </a:prstGeom>
          <a:noFill/>
          <a:ln>
            <a:noFill/>
          </a:ln>
        </p:spPr>
      </p:sp>
      <p:sp>
        <p:nvSpPr>
          <p:cNvPr id="2284" name="Google Shape;2284;p200"/>
          <p:cNvSpPr/>
          <p:nvPr>
            <p:ph idx="9" type="pic"/>
          </p:nvPr>
        </p:nvSpPr>
        <p:spPr>
          <a:xfrm>
            <a:off x="6108725" y="768725"/>
            <a:ext cx="932400" cy="880500"/>
          </a:xfrm>
          <a:prstGeom prst="roundRect">
            <a:avLst>
              <a:gd fmla="val 18700" name="adj"/>
            </a:avLst>
          </a:prstGeom>
          <a:noFill/>
          <a:ln>
            <a:noFill/>
          </a:ln>
        </p:spPr>
      </p:sp>
      <p:sp>
        <p:nvSpPr>
          <p:cNvPr id="2285" name="Google Shape;2285;p200"/>
          <p:cNvSpPr txBox="1"/>
          <p:nvPr>
            <p:ph idx="1" type="subTitle"/>
          </p:nvPr>
        </p:nvSpPr>
        <p:spPr>
          <a:xfrm>
            <a:off x="4578250" y="10773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286" name="Google Shape;2286;p200"/>
          <p:cNvSpPr txBox="1"/>
          <p:nvPr>
            <p:ph idx="13" type="subTitle"/>
          </p:nvPr>
        </p:nvSpPr>
        <p:spPr>
          <a:xfrm>
            <a:off x="4578250" y="12240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87" name="Google Shape;2287;p200"/>
          <p:cNvSpPr txBox="1"/>
          <p:nvPr>
            <p:ph type="title"/>
          </p:nvPr>
        </p:nvSpPr>
        <p:spPr>
          <a:xfrm>
            <a:off x="2125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288" name="Google Shape;2288;p200"/>
          <p:cNvSpPr txBox="1"/>
          <p:nvPr>
            <p:ph idx="14" type="subTitle"/>
          </p:nvPr>
        </p:nvSpPr>
        <p:spPr>
          <a:xfrm>
            <a:off x="4578250" y="19714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289" name="Google Shape;2289;p200"/>
          <p:cNvSpPr txBox="1"/>
          <p:nvPr>
            <p:ph idx="15" type="subTitle"/>
          </p:nvPr>
        </p:nvSpPr>
        <p:spPr>
          <a:xfrm>
            <a:off x="4578250" y="21181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90" name="Google Shape;2290;p200"/>
          <p:cNvSpPr txBox="1"/>
          <p:nvPr>
            <p:ph idx="16" type="subTitle"/>
          </p:nvPr>
        </p:nvSpPr>
        <p:spPr>
          <a:xfrm>
            <a:off x="4578250" y="29092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291" name="Google Shape;2291;p200"/>
          <p:cNvSpPr txBox="1"/>
          <p:nvPr>
            <p:ph idx="17" type="subTitle"/>
          </p:nvPr>
        </p:nvSpPr>
        <p:spPr>
          <a:xfrm>
            <a:off x="4578250" y="305596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92" name="Google Shape;2292;p200"/>
          <p:cNvSpPr txBox="1"/>
          <p:nvPr>
            <p:ph idx="18" type="subTitle"/>
          </p:nvPr>
        </p:nvSpPr>
        <p:spPr>
          <a:xfrm>
            <a:off x="4578250" y="3847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293" name="Google Shape;2293;p200"/>
          <p:cNvSpPr txBox="1"/>
          <p:nvPr>
            <p:ph idx="19" type="subTitle"/>
          </p:nvPr>
        </p:nvSpPr>
        <p:spPr>
          <a:xfrm>
            <a:off x="4578250" y="3993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94" name="Google Shape;2294;p200"/>
          <p:cNvSpPr txBox="1"/>
          <p:nvPr>
            <p:ph idx="20" type="subTitle"/>
          </p:nvPr>
        </p:nvSpPr>
        <p:spPr>
          <a:xfrm>
            <a:off x="7152650" y="10773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295" name="Google Shape;2295;p200"/>
          <p:cNvSpPr txBox="1"/>
          <p:nvPr>
            <p:ph idx="21" type="subTitle"/>
          </p:nvPr>
        </p:nvSpPr>
        <p:spPr>
          <a:xfrm>
            <a:off x="7152650" y="12240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96" name="Google Shape;2296;p200"/>
          <p:cNvSpPr txBox="1"/>
          <p:nvPr>
            <p:ph idx="22" type="subTitle"/>
          </p:nvPr>
        </p:nvSpPr>
        <p:spPr>
          <a:xfrm>
            <a:off x="7152650" y="19714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297" name="Google Shape;2297;p200"/>
          <p:cNvSpPr txBox="1"/>
          <p:nvPr>
            <p:ph idx="23" type="subTitle"/>
          </p:nvPr>
        </p:nvSpPr>
        <p:spPr>
          <a:xfrm>
            <a:off x="7152650" y="21181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298" name="Google Shape;2298;p200"/>
          <p:cNvSpPr txBox="1"/>
          <p:nvPr>
            <p:ph idx="24" type="subTitle"/>
          </p:nvPr>
        </p:nvSpPr>
        <p:spPr>
          <a:xfrm>
            <a:off x="7152650" y="29092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299" name="Google Shape;2299;p200"/>
          <p:cNvSpPr txBox="1"/>
          <p:nvPr>
            <p:ph idx="25" type="subTitle"/>
          </p:nvPr>
        </p:nvSpPr>
        <p:spPr>
          <a:xfrm>
            <a:off x="7152650" y="305596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300" name="Google Shape;2300;p200"/>
          <p:cNvSpPr txBox="1"/>
          <p:nvPr>
            <p:ph idx="26" type="subTitle"/>
          </p:nvPr>
        </p:nvSpPr>
        <p:spPr>
          <a:xfrm>
            <a:off x="7152650" y="3847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301" name="Google Shape;2301;p200"/>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2" name="Google Shape;2302;p200"/>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3" name="Google Shape;2303;p200"/>
          <p:cNvSpPr txBox="1"/>
          <p:nvPr>
            <p:ph idx="27" type="subTitle"/>
          </p:nvPr>
        </p:nvSpPr>
        <p:spPr>
          <a:xfrm>
            <a:off x="7152650" y="3993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304" name="Google Shape;2304;p20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305" name="Google Shape;2305;p20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306" name="Google Shape;2306;p20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2 1 1">
  <p:cSld name="TITLE_2_1_1_1_1_2_1_1_1_1_1_1_1_1_1_1_1_1_1_1_1_1_2_1_1">
    <p:bg>
      <p:bgPr>
        <a:solidFill>
          <a:schemeClr val="accent1"/>
        </a:solidFill>
      </p:bgPr>
    </p:bg>
    <p:spTree>
      <p:nvGrpSpPr>
        <p:cNvPr id="2307" name="Shape 2307"/>
        <p:cNvGrpSpPr/>
        <p:nvPr/>
      </p:nvGrpSpPr>
      <p:grpSpPr>
        <a:xfrm>
          <a:off x="0" y="0"/>
          <a:ext cx="0" cy="0"/>
          <a:chOff x="0" y="0"/>
          <a:chExt cx="0" cy="0"/>
        </a:xfrm>
      </p:grpSpPr>
      <p:sp>
        <p:nvSpPr>
          <p:cNvPr id="2308" name="Google Shape;2308;p201"/>
          <p:cNvSpPr/>
          <p:nvPr>
            <p:ph idx="2" type="pic"/>
          </p:nvPr>
        </p:nvSpPr>
        <p:spPr>
          <a:xfrm>
            <a:off x="1034787" y="1612900"/>
            <a:ext cx="2159700" cy="2039700"/>
          </a:xfrm>
          <a:prstGeom prst="roundRect">
            <a:avLst>
              <a:gd fmla="val 18141" name="adj"/>
            </a:avLst>
          </a:prstGeom>
          <a:noFill/>
          <a:ln>
            <a:noFill/>
          </a:ln>
        </p:spPr>
      </p:sp>
      <p:sp>
        <p:nvSpPr>
          <p:cNvPr id="2309" name="Google Shape;2309;p201"/>
          <p:cNvSpPr txBox="1"/>
          <p:nvPr>
            <p:ph idx="1" type="subTitle"/>
          </p:nvPr>
        </p:nvSpPr>
        <p:spPr>
          <a:xfrm>
            <a:off x="1211475" y="3866325"/>
            <a:ext cx="1806300" cy="3900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2310" name="Google Shape;2310;p201"/>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1" name="Google Shape;2311;p201"/>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12" name="Google Shape;2312;p20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313" name="Google Shape;2313;p20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314" name="Google Shape;2314;p201"/>
          <p:cNvSpPr txBox="1"/>
          <p:nvPr>
            <p:ph type="title"/>
          </p:nvPr>
        </p:nvSpPr>
        <p:spPr>
          <a:xfrm>
            <a:off x="4847850" y="1770400"/>
            <a:ext cx="2778300" cy="1724700"/>
          </a:xfrm>
          <a:prstGeom prst="rect">
            <a:avLst/>
          </a:prstGeom>
          <a:noFill/>
          <a:ln>
            <a:noFill/>
          </a:ln>
        </p:spPr>
        <p:txBody>
          <a:bodyPr anchorCtr="0" anchor="ctr" bIns="91425" lIns="0" spcFirstLastPara="1" rIns="91425" wrap="square" tIns="91425">
            <a:normAutofit/>
          </a:bodyPr>
          <a:lstStyle>
            <a:lvl1pPr lvl="0" algn="ctr">
              <a:lnSpc>
                <a:spcPct val="70000"/>
              </a:lnSpc>
              <a:spcBef>
                <a:spcPts val="0"/>
              </a:spcBef>
              <a:spcAft>
                <a:spcPts val="0"/>
              </a:spcAft>
              <a:buClr>
                <a:schemeClr val="lt1"/>
              </a:buClr>
              <a:buSzPts val="2200"/>
              <a:buFont typeface="Inter Tight Black"/>
              <a:buNone/>
              <a:defRPr sz="2200">
                <a:solidFill>
                  <a:schemeClr val="lt1"/>
                </a:solidFill>
                <a:latin typeface="Inter Tight Black"/>
                <a:ea typeface="Inter Tight Black"/>
                <a:cs typeface="Inter Tight Black"/>
                <a:sym typeface="Inter Tight Black"/>
              </a:defRPr>
            </a:lvl1pPr>
            <a:lvl2pPr lvl="1"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2pPr>
            <a:lvl3pPr lvl="2"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3pPr>
            <a:lvl4pPr lvl="3"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4pPr>
            <a:lvl5pPr lvl="4"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5pPr>
            <a:lvl6pPr lvl="5"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6pPr>
            <a:lvl7pPr lvl="6"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7pPr>
            <a:lvl8pPr lvl="7"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8pPr>
            <a:lvl9pPr lvl="8"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9pPr>
          </a:lstStyle>
          <a:p/>
        </p:txBody>
      </p:sp>
      <p:pic>
        <p:nvPicPr>
          <p:cNvPr id="2315" name="Google Shape;2315;p201"/>
          <p:cNvPicPr preferRelativeResize="0"/>
          <p:nvPr/>
        </p:nvPicPr>
        <p:blipFill rotWithShape="1">
          <a:blip r:embed="rId3">
            <a:alphaModFix/>
          </a:blip>
          <a:srcRect b="0" l="0" r="0" t="0"/>
          <a:stretch/>
        </p:blipFill>
        <p:spPr>
          <a:xfrm>
            <a:off x="4496675" y="1487800"/>
            <a:ext cx="351170" cy="282600"/>
          </a:xfrm>
          <a:prstGeom prst="rect">
            <a:avLst/>
          </a:prstGeom>
          <a:noFill/>
          <a:ln>
            <a:noFill/>
          </a:ln>
        </p:spPr>
      </p:pic>
      <p:pic>
        <p:nvPicPr>
          <p:cNvPr id="2316" name="Google Shape;2316;p201"/>
          <p:cNvPicPr preferRelativeResize="0"/>
          <p:nvPr/>
        </p:nvPicPr>
        <p:blipFill rotWithShape="1">
          <a:blip r:embed="rId3">
            <a:alphaModFix/>
          </a:blip>
          <a:srcRect b="0" l="0" r="0" t="0"/>
          <a:stretch/>
        </p:blipFill>
        <p:spPr>
          <a:xfrm rot="10800000">
            <a:off x="7497975" y="3583725"/>
            <a:ext cx="351170" cy="282600"/>
          </a:xfrm>
          <a:prstGeom prst="rect">
            <a:avLst/>
          </a:prstGeom>
          <a:noFill/>
          <a:ln>
            <a:noFill/>
          </a:ln>
        </p:spPr>
      </p:pic>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2 1 1 1">
  <p:cSld name="TITLE_2_1_1_1_1_2_1_1_1_1_1_1_1_1_1_1_1_1_1_1_1_1_2_1_1_1">
    <p:bg>
      <p:bgPr>
        <a:solidFill>
          <a:schemeClr val="dk2"/>
        </a:solidFill>
      </p:bgPr>
    </p:bg>
    <p:spTree>
      <p:nvGrpSpPr>
        <p:cNvPr id="2317" name="Shape 2317"/>
        <p:cNvGrpSpPr/>
        <p:nvPr/>
      </p:nvGrpSpPr>
      <p:grpSpPr>
        <a:xfrm>
          <a:off x="0" y="0"/>
          <a:ext cx="0" cy="0"/>
          <a:chOff x="0" y="0"/>
          <a:chExt cx="0" cy="0"/>
        </a:xfrm>
      </p:grpSpPr>
      <p:sp>
        <p:nvSpPr>
          <p:cNvPr id="2318" name="Google Shape;2318;p202"/>
          <p:cNvSpPr/>
          <p:nvPr>
            <p:ph idx="2" type="pic"/>
          </p:nvPr>
        </p:nvSpPr>
        <p:spPr>
          <a:xfrm>
            <a:off x="1034787" y="1612900"/>
            <a:ext cx="2159700" cy="2039700"/>
          </a:xfrm>
          <a:prstGeom prst="roundRect">
            <a:avLst>
              <a:gd fmla="val 18141" name="adj"/>
            </a:avLst>
          </a:prstGeom>
          <a:noFill/>
          <a:ln>
            <a:noFill/>
          </a:ln>
        </p:spPr>
      </p:sp>
      <p:sp>
        <p:nvSpPr>
          <p:cNvPr id="2319" name="Google Shape;2319;p202"/>
          <p:cNvSpPr txBox="1"/>
          <p:nvPr>
            <p:ph idx="1" type="subTitle"/>
          </p:nvPr>
        </p:nvSpPr>
        <p:spPr>
          <a:xfrm>
            <a:off x="1211475" y="3866325"/>
            <a:ext cx="1806300" cy="390000"/>
          </a:xfrm>
          <a:prstGeom prst="rect">
            <a:avLst/>
          </a:prstGeom>
          <a:noFill/>
          <a:ln>
            <a:noFill/>
          </a:ln>
        </p:spPr>
        <p:txBody>
          <a:bodyPr anchorCtr="0" anchor="ctr" bIns="91425" lIns="0" spcFirstLastPara="1" rIns="91425" wrap="square" tIns="91425">
            <a:sp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2320" name="Google Shape;2320;p202"/>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1" name="Google Shape;2321;p202"/>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22" name="Google Shape;2322;p20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323" name="Google Shape;2323;p20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324" name="Google Shape;2324;p202"/>
          <p:cNvSpPr txBox="1"/>
          <p:nvPr>
            <p:ph type="title"/>
          </p:nvPr>
        </p:nvSpPr>
        <p:spPr>
          <a:xfrm>
            <a:off x="4847850" y="1770400"/>
            <a:ext cx="2778300" cy="1724700"/>
          </a:xfrm>
          <a:prstGeom prst="rect">
            <a:avLst/>
          </a:prstGeom>
          <a:noFill/>
          <a:ln>
            <a:noFill/>
          </a:ln>
        </p:spPr>
        <p:txBody>
          <a:bodyPr anchorCtr="0" anchor="ctr" bIns="91425" lIns="0" spcFirstLastPara="1" rIns="91425" wrap="square" tIns="91425">
            <a:normAutofit/>
          </a:bodyPr>
          <a:lstStyle>
            <a:lvl1pPr lvl="0" algn="ctr">
              <a:lnSpc>
                <a:spcPct val="70000"/>
              </a:lnSpc>
              <a:spcBef>
                <a:spcPts val="0"/>
              </a:spcBef>
              <a:spcAft>
                <a:spcPts val="0"/>
              </a:spcAft>
              <a:buClr>
                <a:schemeClr val="lt1"/>
              </a:buClr>
              <a:buSzPts val="2200"/>
              <a:buFont typeface="Inter Tight Black"/>
              <a:buNone/>
              <a:defRPr sz="2200">
                <a:solidFill>
                  <a:schemeClr val="lt1"/>
                </a:solidFill>
                <a:latin typeface="Inter Tight Black"/>
                <a:ea typeface="Inter Tight Black"/>
                <a:cs typeface="Inter Tight Black"/>
                <a:sym typeface="Inter Tight Black"/>
              </a:defRPr>
            </a:lvl1pPr>
            <a:lvl2pPr lvl="1"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2pPr>
            <a:lvl3pPr lvl="2"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3pPr>
            <a:lvl4pPr lvl="3"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4pPr>
            <a:lvl5pPr lvl="4"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5pPr>
            <a:lvl6pPr lvl="5"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6pPr>
            <a:lvl7pPr lvl="6"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7pPr>
            <a:lvl8pPr lvl="7"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8pPr>
            <a:lvl9pPr lvl="8"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9pPr>
          </a:lstStyle>
          <a:p/>
        </p:txBody>
      </p:sp>
      <p:pic>
        <p:nvPicPr>
          <p:cNvPr id="2325" name="Google Shape;2325;p202"/>
          <p:cNvPicPr preferRelativeResize="0"/>
          <p:nvPr/>
        </p:nvPicPr>
        <p:blipFill rotWithShape="1">
          <a:blip r:embed="rId3">
            <a:alphaModFix/>
          </a:blip>
          <a:srcRect b="0" l="0" r="0" t="0"/>
          <a:stretch/>
        </p:blipFill>
        <p:spPr>
          <a:xfrm>
            <a:off x="4496675" y="1487800"/>
            <a:ext cx="351170" cy="282600"/>
          </a:xfrm>
          <a:prstGeom prst="rect">
            <a:avLst/>
          </a:prstGeom>
          <a:noFill/>
          <a:ln>
            <a:noFill/>
          </a:ln>
        </p:spPr>
      </p:pic>
      <p:pic>
        <p:nvPicPr>
          <p:cNvPr id="2326" name="Google Shape;2326;p202"/>
          <p:cNvPicPr preferRelativeResize="0"/>
          <p:nvPr/>
        </p:nvPicPr>
        <p:blipFill rotWithShape="1">
          <a:blip r:embed="rId3">
            <a:alphaModFix/>
          </a:blip>
          <a:srcRect b="0" l="0" r="0" t="0"/>
          <a:stretch/>
        </p:blipFill>
        <p:spPr>
          <a:xfrm rot="10800000">
            <a:off x="7497975" y="3583725"/>
            <a:ext cx="351170" cy="282600"/>
          </a:xfrm>
          <a:prstGeom prst="rect">
            <a:avLst/>
          </a:prstGeom>
          <a:noFill/>
          <a:ln>
            <a:noFill/>
          </a:ln>
        </p:spPr>
      </p:pic>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2">
  <p:cSld name="TITLE_2_1_1_1_1_2_1_1_1_1_1_1_1_1_1_1_1_1_1_1_2">
    <p:bg>
      <p:bgPr>
        <a:solidFill>
          <a:schemeClr val="accent1"/>
        </a:solidFill>
      </p:bgPr>
    </p:bg>
    <p:spTree>
      <p:nvGrpSpPr>
        <p:cNvPr id="2327" name="Shape 2327"/>
        <p:cNvGrpSpPr/>
        <p:nvPr/>
      </p:nvGrpSpPr>
      <p:grpSpPr>
        <a:xfrm>
          <a:off x="0" y="0"/>
          <a:ext cx="0" cy="0"/>
          <a:chOff x="0" y="0"/>
          <a:chExt cx="0" cy="0"/>
        </a:xfrm>
      </p:grpSpPr>
      <p:sp>
        <p:nvSpPr>
          <p:cNvPr id="2328" name="Google Shape;2328;p203"/>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9" name="Google Shape;2329;p203"/>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0" name="Google Shape;2330;p203"/>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1" name="Google Shape;2331;p20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332" name="Google Shape;2332;p20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333" name="Google Shape;2333;p20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334" name="Google Shape;2334;p203"/>
          <p:cNvSpPr txBox="1"/>
          <p:nvPr>
            <p:ph type="title"/>
          </p:nvPr>
        </p:nvSpPr>
        <p:spPr>
          <a:xfrm>
            <a:off x="405250" y="935475"/>
            <a:ext cx="4167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335" name="Google Shape;2335;p203"/>
          <p:cNvSpPr txBox="1"/>
          <p:nvPr>
            <p:ph idx="1" type="body"/>
          </p:nvPr>
        </p:nvSpPr>
        <p:spPr>
          <a:xfrm>
            <a:off x="405250" y="2447500"/>
            <a:ext cx="39126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336" name="Google Shape;2336;p203"/>
          <p:cNvSpPr txBox="1"/>
          <p:nvPr>
            <p:ph idx="2" type="subTitle"/>
          </p:nvPr>
        </p:nvSpPr>
        <p:spPr>
          <a:xfrm>
            <a:off x="405250" y="2082650"/>
            <a:ext cx="33471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4 1">
  <p:cSld name="TITLE_2_1_1_1_1_5_1">
    <p:bg>
      <p:bgPr>
        <a:solidFill>
          <a:schemeClr val="dk2"/>
        </a:solidFill>
      </p:bgPr>
    </p:bg>
    <p:spTree>
      <p:nvGrpSpPr>
        <p:cNvPr id="2337" name="Shape 2337"/>
        <p:cNvGrpSpPr/>
        <p:nvPr/>
      </p:nvGrpSpPr>
      <p:grpSpPr>
        <a:xfrm>
          <a:off x="0" y="0"/>
          <a:ext cx="0" cy="0"/>
          <a:chOff x="0" y="0"/>
          <a:chExt cx="0" cy="0"/>
        </a:xfrm>
      </p:grpSpPr>
      <p:sp>
        <p:nvSpPr>
          <p:cNvPr id="2338" name="Google Shape;2338;p204"/>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9" name="Google Shape;2339;p204"/>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0" name="Google Shape;2340;p20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341" name="Google Shape;2341;p20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342" name="Google Shape;2342;p20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343" name="Google Shape;2343;p204"/>
          <p:cNvSpPr/>
          <p:nvPr/>
        </p:nvSpPr>
        <p:spPr>
          <a:xfrm rot="-5400000">
            <a:off x="4432050" y="184050"/>
            <a:ext cx="4000500" cy="50040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1 1 1 1 2">
  <p:cSld name="TITLE_2_1_1_1_1_2_1_1_1_1_1_1_1_1_1_1_1_1_1_1_1_1_1_1_1_1_1_1_1_1_1_1_1_1_1_1_1_1_1_2">
    <p:bg>
      <p:bgPr>
        <a:solidFill>
          <a:schemeClr val="accent1"/>
        </a:solidFill>
      </p:bgPr>
    </p:bg>
    <p:spTree>
      <p:nvGrpSpPr>
        <p:cNvPr id="2344" name="Shape 2344"/>
        <p:cNvGrpSpPr/>
        <p:nvPr/>
      </p:nvGrpSpPr>
      <p:grpSpPr>
        <a:xfrm>
          <a:off x="0" y="0"/>
          <a:ext cx="0" cy="0"/>
          <a:chOff x="0" y="0"/>
          <a:chExt cx="0" cy="0"/>
        </a:xfrm>
      </p:grpSpPr>
      <p:sp>
        <p:nvSpPr>
          <p:cNvPr id="2345" name="Google Shape;2345;p205"/>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6" name="Google Shape;2346;p205"/>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7" name="Google Shape;2347;p205"/>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8" name="Google Shape;2348;p20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349" name="Google Shape;2349;p20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350" name="Google Shape;2350;p20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351" name="Google Shape;2351;p205"/>
          <p:cNvSpPr txBox="1"/>
          <p:nvPr>
            <p:ph type="title"/>
          </p:nvPr>
        </p:nvSpPr>
        <p:spPr>
          <a:xfrm>
            <a:off x="345775" y="9327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2 1">
  <p:cSld name="TITLE_2_1_1_1_1_2_1_1_1_1_1_1_1_1_1_1_1_1_1_1_1_2_1">
    <p:bg>
      <p:bgPr>
        <a:solidFill>
          <a:schemeClr val="dk2"/>
        </a:solidFill>
      </p:bgPr>
    </p:bg>
    <p:spTree>
      <p:nvGrpSpPr>
        <p:cNvPr id="2352" name="Shape 2352"/>
        <p:cNvGrpSpPr/>
        <p:nvPr/>
      </p:nvGrpSpPr>
      <p:grpSpPr>
        <a:xfrm>
          <a:off x="0" y="0"/>
          <a:ext cx="0" cy="0"/>
          <a:chOff x="0" y="0"/>
          <a:chExt cx="0" cy="0"/>
        </a:xfrm>
      </p:grpSpPr>
      <p:sp>
        <p:nvSpPr>
          <p:cNvPr id="2353" name="Google Shape;2353;p206"/>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354" name="Google Shape;2354;p206"/>
          <p:cNvSpPr txBox="1"/>
          <p:nvPr>
            <p:ph idx="1"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2355" name="Google Shape;2355;p206"/>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6" name="Google Shape;2356;p206"/>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7" name="Google Shape;2357;p206"/>
          <p:cNvSpPr txBox="1"/>
          <p:nvPr>
            <p:ph idx="2"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358" name="Google Shape;2358;p20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359" name="Google Shape;2359;p20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360" name="Google Shape;2360;p20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p:cSld name="TITLE_2_1_1_1_1_2_1_1_1_1_1_1_1_1_1_1_1_1_1_1_1_1_3">
    <p:bg>
      <p:bgPr>
        <a:solidFill>
          <a:schemeClr val="accent1"/>
        </a:solidFill>
      </p:bgPr>
    </p:bg>
    <p:spTree>
      <p:nvGrpSpPr>
        <p:cNvPr id="2361" name="Shape 2361"/>
        <p:cNvGrpSpPr/>
        <p:nvPr/>
      </p:nvGrpSpPr>
      <p:grpSpPr>
        <a:xfrm>
          <a:off x="0" y="0"/>
          <a:ext cx="0" cy="0"/>
          <a:chOff x="0" y="0"/>
          <a:chExt cx="0" cy="0"/>
        </a:xfrm>
      </p:grpSpPr>
      <p:sp>
        <p:nvSpPr>
          <p:cNvPr id="2362" name="Google Shape;2362;p207"/>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3" name="Google Shape;2363;p207"/>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4" name="Google Shape;2364;p207"/>
          <p:cNvSpPr/>
          <p:nvPr/>
        </p:nvSpPr>
        <p:spPr>
          <a:xfrm>
            <a:off x="2439375" y="621475"/>
            <a:ext cx="6492000" cy="4095300"/>
          </a:xfrm>
          <a:prstGeom prst="roundRect">
            <a:avLst>
              <a:gd fmla="val 359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5" name="Google Shape;2365;p207"/>
          <p:cNvSpPr/>
          <p:nvPr/>
        </p:nvSpPr>
        <p:spPr>
          <a:xfrm>
            <a:off x="212550" y="1144788"/>
            <a:ext cx="2415900" cy="3692100"/>
          </a:xfrm>
          <a:prstGeom prst="roundRect">
            <a:avLst>
              <a:gd fmla="val 540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6" name="Google Shape;2366;p207"/>
          <p:cNvSpPr txBox="1"/>
          <p:nvPr>
            <p:ph type="title"/>
          </p:nvPr>
        </p:nvSpPr>
        <p:spPr>
          <a:xfrm>
            <a:off x="445450" y="1458338"/>
            <a:ext cx="20088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600"/>
              <a:buFont typeface="Inter Tight Black"/>
              <a:buNone/>
              <a:defRPr sz="36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600"/>
              <a:buNone/>
              <a:defRPr sz="3600">
                <a:solidFill>
                  <a:schemeClr val="accent1"/>
                </a:solidFill>
              </a:defRPr>
            </a:lvl2pPr>
            <a:lvl3pPr lvl="2" algn="l">
              <a:lnSpc>
                <a:spcPct val="70000"/>
              </a:lnSpc>
              <a:spcBef>
                <a:spcPts val="0"/>
              </a:spcBef>
              <a:spcAft>
                <a:spcPts val="0"/>
              </a:spcAft>
              <a:buClr>
                <a:schemeClr val="accent1"/>
              </a:buClr>
              <a:buSzPts val="3600"/>
              <a:buNone/>
              <a:defRPr sz="3600">
                <a:solidFill>
                  <a:schemeClr val="accent1"/>
                </a:solidFill>
              </a:defRPr>
            </a:lvl3pPr>
            <a:lvl4pPr lvl="3" algn="l">
              <a:lnSpc>
                <a:spcPct val="70000"/>
              </a:lnSpc>
              <a:spcBef>
                <a:spcPts val="0"/>
              </a:spcBef>
              <a:spcAft>
                <a:spcPts val="0"/>
              </a:spcAft>
              <a:buClr>
                <a:schemeClr val="accent1"/>
              </a:buClr>
              <a:buSzPts val="3600"/>
              <a:buNone/>
              <a:defRPr sz="3600">
                <a:solidFill>
                  <a:schemeClr val="accent1"/>
                </a:solidFill>
              </a:defRPr>
            </a:lvl4pPr>
            <a:lvl5pPr lvl="4" algn="l">
              <a:lnSpc>
                <a:spcPct val="70000"/>
              </a:lnSpc>
              <a:spcBef>
                <a:spcPts val="0"/>
              </a:spcBef>
              <a:spcAft>
                <a:spcPts val="0"/>
              </a:spcAft>
              <a:buClr>
                <a:schemeClr val="accent1"/>
              </a:buClr>
              <a:buSzPts val="3600"/>
              <a:buNone/>
              <a:defRPr sz="3600">
                <a:solidFill>
                  <a:schemeClr val="accent1"/>
                </a:solidFill>
              </a:defRPr>
            </a:lvl5pPr>
            <a:lvl6pPr lvl="5" algn="l">
              <a:lnSpc>
                <a:spcPct val="70000"/>
              </a:lnSpc>
              <a:spcBef>
                <a:spcPts val="0"/>
              </a:spcBef>
              <a:spcAft>
                <a:spcPts val="0"/>
              </a:spcAft>
              <a:buClr>
                <a:schemeClr val="accent1"/>
              </a:buClr>
              <a:buSzPts val="3600"/>
              <a:buNone/>
              <a:defRPr sz="3600">
                <a:solidFill>
                  <a:schemeClr val="accent1"/>
                </a:solidFill>
              </a:defRPr>
            </a:lvl6pPr>
            <a:lvl7pPr lvl="6" algn="l">
              <a:lnSpc>
                <a:spcPct val="70000"/>
              </a:lnSpc>
              <a:spcBef>
                <a:spcPts val="0"/>
              </a:spcBef>
              <a:spcAft>
                <a:spcPts val="0"/>
              </a:spcAft>
              <a:buClr>
                <a:schemeClr val="accent1"/>
              </a:buClr>
              <a:buSzPts val="3600"/>
              <a:buNone/>
              <a:defRPr sz="3600">
                <a:solidFill>
                  <a:schemeClr val="accent1"/>
                </a:solidFill>
              </a:defRPr>
            </a:lvl7pPr>
            <a:lvl8pPr lvl="7" algn="l">
              <a:lnSpc>
                <a:spcPct val="70000"/>
              </a:lnSpc>
              <a:spcBef>
                <a:spcPts val="0"/>
              </a:spcBef>
              <a:spcAft>
                <a:spcPts val="0"/>
              </a:spcAft>
              <a:buClr>
                <a:schemeClr val="accent1"/>
              </a:buClr>
              <a:buSzPts val="3600"/>
              <a:buNone/>
              <a:defRPr sz="3600">
                <a:solidFill>
                  <a:schemeClr val="accent1"/>
                </a:solidFill>
              </a:defRPr>
            </a:lvl8pPr>
            <a:lvl9pPr lvl="8" algn="l">
              <a:lnSpc>
                <a:spcPct val="70000"/>
              </a:lnSpc>
              <a:spcBef>
                <a:spcPts val="0"/>
              </a:spcBef>
              <a:spcAft>
                <a:spcPts val="0"/>
              </a:spcAft>
              <a:buClr>
                <a:schemeClr val="accent1"/>
              </a:buClr>
              <a:buSzPts val="3600"/>
              <a:buNone/>
              <a:defRPr sz="3600">
                <a:solidFill>
                  <a:schemeClr val="accent1"/>
                </a:solidFill>
              </a:defRPr>
            </a:lvl9pPr>
          </a:lstStyle>
          <a:p/>
        </p:txBody>
      </p:sp>
      <p:sp>
        <p:nvSpPr>
          <p:cNvPr id="2367" name="Google Shape;2367;p207"/>
          <p:cNvSpPr txBox="1"/>
          <p:nvPr>
            <p:ph idx="1" type="body"/>
          </p:nvPr>
        </p:nvSpPr>
        <p:spPr>
          <a:xfrm>
            <a:off x="445450" y="3056313"/>
            <a:ext cx="2008800" cy="1448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1pPr>
            <a:lvl2pPr indent="-304800" lvl="1" marL="914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2pPr>
            <a:lvl3pPr indent="-304800" lvl="2" marL="1371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3pPr>
            <a:lvl4pPr indent="-304800" lvl="3" marL="1828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4pPr>
            <a:lvl5pPr indent="-304800" lvl="4" marL="22860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5pPr>
            <a:lvl6pPr indent="-304800" lvl="5" marL="2743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6pPr>
            <a:lvl7pPr indent="-304800" lvl="6" marL="3200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7pPr>
            <a:lvl8pPr indent="-304800" lvl="7" marL="3657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8pPr>
            <a:lvl9pPr indent="-304800" lvl="8" marL="4114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9pPr>
          </a:lstStyle>
          <a:p/>
        </p:txBody>
      </p:sp>
      <p:sp>
        <p:nvSpPr>
          <p:cNvPr id="2368" name="Google Shape;2368;p207"/>
          <p:cNvSpPr txBox="1"/>
          <p:nvPr>
            <p:ph idx="2" type="subTitle"/>
          </p:nvPr>
        </p:nvSpPr>
        <p:spPr>
          <a:xfrm>
            <a:off x="445450" y="2663488"/>
            <a:ext cx="20088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accent1"/>
              </a:buClr>
              <a:buSzPts val="1200"/>
              <a:buFont typeface="Inter"/>
              <a:buNone/>
              <a:defRPr b="1" sz="12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400"/>
              <a:buNone/>
              <a:defRPr>
                <a:solidFill>
                  <a:schemeClr val="accent1"/>
                </a:solidFill>
              </a:defRPr>
            </a:lvl2pPr>
            <a:lvl3pPr lvl="2" algn="l">
              <a:lnSpc>
                <a:spcPct val="115000"/>
              </a:lnSpc>
              <a:spcBef>
                <a:spcPts val="0"/>
              </a:spcBef>
              <a:spcAft>
                <a:spcPts val="0"/>
              </a:spcAft>
              <a:buClr>
                <a:schemeClr val="accent1"/>
              </a:buClr>
              <a:buSzPts val="1400"/>
              <a:buNone/>
              <a:defRPr>
                <a:solidFill>
                  <a:schemeClr val="accent1"/>
                </a:solidFill>
              </a:defRPr>
            </a:lvl3pPr>
            <a:lvl4pPr lvl="3" algn="l">
              <a:lnSpc>
                <a:spcPct val="115000"/>
              </a:lnSpc>
              <a:spcBef>
                <a:spcPts val="0"/>
              </a:spcBef>
              <a:spcAft>
                <a:spcPts val="0"/>
              </a:spcAft>
              <a:buClr>
                <a:schemeClr val="accent1"/>
              </a:buClr>
              <a:buSzPts val="1400"/>
              <a:buNone/>
              <a:defRPr>
                <a:solidFill>
                  <a:schemeClr val="accent1"/>
                </a:solidFill>
              </a:defRPr>
            </a:lvl4pPr>
            <a:lvl5pPr lvl="4" algn="l">
              <a:lnSpc>
                <a:spcPct val="115000"/>
              </a:lnSpc>
              <a:spcBef>
                <a:spcPts val="0"/>
              </a:spcBef>
              <a:spcAft>
                <a:spcPts val="0"/>
              </a:spcAft>
              <a:buClr>
                <a:schemeClr val="accent1"/>
              </a:buClr>
              <a:buSzPts val="1400"/>
              <a:buNone/>
              <a:defRPr>
                <a:solidFill>
                  <a:schemeClr val="accent1"/>
                </a:solidFill>
              </a:defRPr>
            </a:lvl5pPr>
            <a:lvl6pPr lvl="5" algn="l">
              <a:lnSpc>
                <a:spcPct val="115000"/>
              </a:lnSpc>
              <a:spcBef>
                <a:spcPts val="0"/>
              </a:spcBef>
              <a:spcAft>
                <a:spcPts val="0"/>
              </a:spcAft>
              <a:buClr>
                <a:schemeClr val="accent1"/>
              </a:buClr>
              <a:buSzPts val="1400"/>
              <a:buNone/>
              <a:defRPr>
                <a:solidFill>
                  <a:schemeClr val="accent1"/>
                </a:solidFill>
              </a:defRPr>
            </a:lvl6pPr>
            <a:lvl7pPr lvl="6" algn="l">
              <a:lnSpc>
                <a:spcPct val="115000"/>
              </a:lnSpc>
              <a:spcBef>
                <a:spcPts val="0"/>
              </a:spcBef>
              <a:spcAft>
                <a:spcPts val="0"/>
              </a:spcAft>
              <a:buClr>
                <a:schemeClr val="accent1"/>
              </a:buClr>
              <a:buSzPts val="1400"/>
              <a:buNone/>
              <a:defRPr>
                <a:solidFill>
                  <a:schemeClr val="accent1"/>
                </a:solidFill>
              </a:defRPr>
            </a:lvl7pPr>
            <a:lvl8pPr lvl="7" algn="l">
              <a:lnSpc>
                <a:spcPct val="115000"/>
              </a:lnSpc>
              <a:spcBef>
                <a:spcPts val="0"/>
              </a:spcBef>
              <a:spcAft>
                <a:spcPts val="0"/>
              </a:spcAft>
              <a:buClr>
                <a:schemeClr val="accent1"/>
              </a:buClr>
              <a:buSzPts val="1400"/>
              <a:buNone/>
              <a:defRPr>
                <a:solidFill>
                  <a:schemeClr val="accent1"/>
                </a:solidFill>
              </a:defRPr>
            </a:lvl8pPr>
            <a:lvl9pPr lvl="8" algn="l">
              <a:lnSpc>
                <a:spcPct val="115000"/>
              </a:lnSpc>
              <a:spcBef>
                <a:spcPts val="0"/>
              </a:spcBef>
              <a:spcAft>
                <a:spcPts val="0"/>
              </a:spcAft>
              <a:buClr>
                <a:schemeClr val="accent1"/>
              </a:buClr>
              <a:buSzPts val="1400"/>
              <a:buNone/>
              <a:defRPr>
                <a:solidFill>
                  <a:schemeClr val="accent1"/>
                </a:solidFill>
              </a:defRPr>
            </a:lvl9pPr>
          </a:lstStyle>
          <a:p/>
        </p:txBody>
      </p:sp>
      <p:sp>
        <p:nvSpPr>
          <p:cNvPr id="2369" name="Google Shape;2369;p20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370" name="Google Shape;2370;p20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371" name="Google Shape;2371;p20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3">
  <p:cSld name="TITLE_2_1_1_1_1_2_3">
    <p:bg>
      <p:bgPr>
        <a:solidFill>
          <a:schemeClr val="accent1"/>
        </a:solidFill>
      </p:bgPr>
    </p:bg>
    <p:spTree>
      <p:nvGrpSpPr>
        <p:cNvPr id="2372" name="Shape 2372"/>
        <p:cNvGrpSpPr/>
        <p:nvPr/>
      </p:nvGrpSpPr>
      <p:grpSpPr>
        <a:xfrm>
          <a:off x="0" y="0"/>
          <a:ext cx="0" cy="0"/>
          <a:chOff x="0" y="0"/>
          <a:chExt cx="0" cy="0"/>
        </a:xfrm>
      </p:grpSpPr>
      <p:sp>
        <p:nvSpPr>
          <p:cNvPr id="2373" name="Google Shape;2373;p208"/>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4" name="Google Shape;2374;p208"/>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5" name="Google Shape;2375;p208"/>
          <p:cNvSpPr txBox="1"/>
          <p:nvPr>
            <p:ph type="title"/>
          </p:nvPr>
        </p:nvSpPr>
        <p:spPr>
          <a:xfrm>
            <a:off x="381850" y="10618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9pPr>
          </a:lstStyle>
          <a:p/>
        </p:txBody>
      </p:sp>
      <p:sp>
        <p:nvSpPr>
          <p:cNvPr id="2376" name="Google Shape;2376;p208"/>
          <p:cNvSpPr txBox="1"/>
          <p:nvPr>
            <p:ph idx="1" type="body"/>
          </p:nvPr>
        </p:nvSpPr>
        <p:spPr>
          <a:xfrm>
            <a:off x="381850"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2377" name="Google Shape;2377;p208"/>
          <p:cNvSpPr txBox="1"/>
          <p:nvPr>
            <p:ph idx="2" type="subTitle"/>
          </p:nvPr>
        </p:nvSpPr>
        <p:spPr>
          <a:xfrm>
            <a:off x="381850"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378" name="Google Shape;2378;p208"/>
          <p:cNvSpPr/>
          <p:nvPr/>
        </p:nvSpPr>
        <p:spPr>
          <a:xfrm rot="-5400000">
            <a:off x="4386425" y="249325"/>
            <a:ext cx="4173900" cy="49095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9" name="Google Shape;2379;p20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380" name="Google Shape;2380;p20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381" name="Google Shape;2381;p20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3">
  <p:cSld name="TITLE_2_1_1_1_1_4">
    <p:bg>
      <p:bgPr>
        <a:solidFill>
          <a:schemeClr val="dk2"/>
        </a:solidFill>
      </p:bgPr>
    </p:bg>
    <p:spTree>
      <p:nvGrpSpPr>
        <p:cNvPr id="2382" name="Shape 2382"/>
        <p:cNvGrpSpPr/>
        <p:nvPr/>
      </p:nvGrpSpPr>
      <p:grpSpPr>
        <a:xfrm>
          <a:off x="0" y="0"/>
          <a:ext cx="0" cy="0"/>
          <a:chOff x="0" y="0"/>
          <a:chExt cx="0" cy="0"/>
        </a:xfrm>
      </p:grpSpPr>
      <p:sp>
        <p:nvSpPr>
          <p:cNvPr id="2383" name="Google Shape;2383;p209"/>
          <p:cNvSpPr/>
          <p:nvPr/>
        </p:nvSpPr>
        <p:spPr>
          <a:xfrm rot="-5400000">
            <a:off x="4325400" y="17575"/>
            <a:ext cx="4423500" cy="5213700"/>
          </a:xfrm>
          <a:prstGeom prst="round2SameRect">
            <a:avLst>
              <a:gd fmla="val 3746"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84" name="Google Shape;2384;p209"/>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385" name="Google Shape;2385;p209"/>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386" name="Google Shape;2386;p209"/>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387" name="Google Shape;2387;p209"/>
          <p:cNvSpPr txBox="1"/>
          <p:nvPr>
            <p:ph type="title"/>
          </p:nvPr>
        </p:nvSpPr>
        <p:spPr>
          <a:xfrm>
            <a:off x="163875" y="130130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None/>
              <a:defRPr sz="3800">
                <a:solidFill>
                  <a:schemeClr val="lt2"/>
                </a:solidFill>
              </a:defRPr>
            </a:lvl2pPr>
            <a:lvl3pPr lvl="2" algn="l">
              <a:lnSpc>
                <a:spcPct val="70000"/>
              </a:lnSpc>
              <a:spcBef>
                <a:spcPts val="0"/>
              </a:spcBef>
              <a:spcAft>
                <a:spcPts val="0"/>
              </a:spcAft>
              <a:buClr>
                <a:schemeClr val="lt2"/>
              </a:buClr>
              <a:buSzPts val="3800"/>
              <a:buNone/>
              <a:defRPr sz="3800">
                <a:solidFill>
                  <a:schemeClr val="lt2"/>
                </a:solidFill>
              </a:defRPr>
            </a:lvl3pPr>
            <a:lvl4pPr lvl="3" algn="l">
              <a:lnSpc>
                <a:spcPct val="70000"/>
              </a:lnSpc>
              <a:spcBef>
                <a:spcPts val="0"/>
              </a:spcBef>
              <a:spcAft>
                <a:spcPts val="0"/>
              </a:spcAft>
              <a:buClr>
                <a:schemeClr val="lt2"/>
              </a:buClr>
              <a:buSzPts val="3800"/>
              <a:buNone/>
              <a:defRPr sz="3800">
                <a:solidFill>
                  <a:schemeClr val="lt2"/>
                </a:solidFill>
              </a:defRPr>
            </a:lvl4pPr>
            <a:lvl5pPr lvl="4" algn="l">
              <a:lnSpc>
                <a:spcPct val="70000"/>
              </a:lnSpc>
              <a:spcBef>
                <a:spcPts val="0"/>
              </a:spcBef>
              <a:spcAft>
                <a:spcPts val="0"/>
              </a:spcAft>
              <a:buClr>
                <a:schemeClr val="lt2"/>
              </a:buClr>
              <a:buSzPts val="3800"/>
              <a:buNone/>
              <a:defRPr sz="3800">
                <a:solidFill>
                  <a:schemeClr val="lt2"/>
                </a:solidFill>
              </a:defRPr>
            </a:lvl5pPr>
            <a:lvl6pPr lvl="5" algn="l">
              <a:lnSpc>
                <a:spcPct val="70000"/>
              </a:lnSpc>
              <a:spcBef>
                <a:spcPts val="0"/>
              </a:spcBef>
              <a:spcAft>
                <a:spcPts val="0"/>
              </a:spcAft>
              <a:buClr>
                <a:schemeClr val="lt2"/>
              </a:buClr>
              <a:buSzPts val="3800"/>
              <a:buNone/>
              <a:defRPr sz="3800">
                <a:solidFill>
                  <a:schemeClr val="lt2"/>
                </a:solidFill>
              </a:defRPr>
            </a:lvl6pPr>
            <a:lvl7pPr lvl="6" algn="l">
              <a:lnSpc>
                <a:spcPct val="70000"/>
              </a:lnSpc>
              <a:spcBef>
                <a:spcPts val="0"/>
              </a:spcBef>
              <a:spcAft>
                <a:spcPts val="0"/>
              </a:spcAft>
              <a:buClr>
                <a:schemeClr val="lt2"/>
              </a:buClr>
              <a:buSzPts val="3800"/>
              <a:buNone/>
              <a:defRPr sz="3800">
                <a:solidFill>
                  <a:schemeClr val="lt2"/>
                </a:solidFill>
              </a:defRPr>
            </a:lvl7pPr>
            <a:lvl8pPr lvl="7" algn="l">
              <a:lnSpc>
                <a:spcPct val="70000"/>
              </a:lnSpc>
              <a:spcBef>
                <a:spcPts val="0"/>
              </a:spcBef>
              <a:spcAft>
                <a:spcPts val="0"/>
              </a:spcAft>
              <a:buClr>
                <a:schemeClr val="lt2"/>
              </a:buClr>
              <a:buSzPts val="3800"/>
              <a:buNone/>
              <a:defRPr sz="3800">
                <a:solidFill>
                  <a:schemeClr val="lt2"/>
                </a:solidFill>
              </a:defRPr>
            </a:lvl8pPr>
            <a:lvl9pPr lvl="8" algn="l">
              <a:lnSpc>
                <a:spcPct val="70000"/>
              </a:lnSpc>
              <a:spcBef>
                <a:spcPts val="0"/>
              </a:spcBef>
              <a:spcAft>
                <a:spcPts val="0"/>
              </a:spcAft>
              <a:buClr>
                <a:schemeClr val="lt2"/>
              </a:buClr>
              <a:buSzPts val="3800"/>
              <a:buNone/>
              <a:defRPr sz="3800">
                <a:solidFill>
                  <a:schemeClr val="lt2"/>
                </a:solidFill>
              </a:defRPr>
            </a:lvl9pPr>
          </a:lstStyle>
          <a:p/>
        </p:txBody>
      </p:sp>
      <p:sp>
        <p:nvSpPr>
          <p:cNvPr id="2388" name="Google Shape;2388;p209"/>
          <p:cNvSpPr txBox="1"/>
          <p:nvPr>
            <p:ph idx="2" type="body"/>
          </p:nvPr>
        </p:nvSpPr>
        <p:spPr>
          <a:xfrm>
            <a:off x="163875"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Char char="○"/>
              <a:defRPr sz="1200">
                <a:solidFill>
                  <a:schemeClr val="lt2"/>
                </a:solidFill>
              </a:defRPr>
            </a:lvl2pPr>
            <a:lvl3pPr indent="-304800" lvl="2" marL="1371600" algn="l">
              <a:lnSpc>
                <a:spcPct val="115000"/>
              </a:lnSpc>
              <a:spcBef>
                <a:spcPts val="0"/>
              </a:spcBef>
              <a:spcAft>
                <a:spcPts val="0"/>
              </a:spcAft>
              <a:buClr>
                <a:schemeClr val="lt2"/>
              </a:buClr>
              <a:buSzPts val="1200"/>
              <a:buChar char="■"/>
              <a:defRPr sz="1200">
                <a:solidFill>
                  <a:schemeClr val="lt2"/>
                </a:solidFill>
              </a:defRPr>
            </a:lvl3pPr>
            <a:lvl4pPr indent="-304800" lvl="3" marL="1828800" algn="l">
              <a:lnSpc>
                <a:spcPct val="115000"/>
              </a:lnSpc>
              <a:spcBef>
                <a:spcPts val="0"/>
              </a:spcBef>
              <a:spcAft>
                <a:spcPts val="0"/>
              </a:spcAft>
              <a:buClr>
                <a:schemeClr val="lt2"/>
              </a:buClr>
              <a:buSzPts val="1200"/>
              <a:buChar char="●"/>
              <a:defRPr sz="1200">
                <a:solidFill>
                  <a:schemeClr val="lt2"/>
                </a:solidFill>
              </a:defRPr>
            </a:lvl4pPr>
            <a:lvl5pPr indent="-304800" lvl="4" marL="2286000" algn="l">
              <a:lnSpc>
                <a:spcPct val="115000"/>
              </a:lnSpc>
              <a:spcBef>
                <a:spcPts val="0"/>
              </a:spcBef>
              <a:spcAft>
                <a:spcPts val="0"/>
              </a:spcAft>
              <a:buClr>
                <a:schemeClr val="lt2"/>
              </a:buClr>
              <a:buSzPts val="1200"/>
              <a:buChar char="○"/>
              <a:defRPr sz="1200">
                <a:solidFill>
                  <a:schemeClr val="lt2"/>
                </a:solidFill>
              </a:defRPr>
            </a:lvl5pPr>
            <a:lvl6pPr indent="-304800" lvl="5" marL="2743200" algn="l">
              <a:lnSpc>
                <a:spcPct val="115000"/>
              </a:lnSpc>
              <a:spcBef>
                <a:spcPts val="0"/>
              </a:spcBef>
              <a:spcAft>
                <a:spcPts val="0"/>
              </a:spcAft>
              <a:buClr>
                <a:schemeClr val="lt2"/>
              </a:buClr>
              <a:buSzPts val="1200"/>
              <a:buChar char="■"/>
              <a:defRPr sz="1200">
                <a:solidFill>
                  <a:schemeClr val="lt2"/>
                </a:solidFill>
              </a:defRPr>
            </a:lvl6pPr>
            <a:lvl7pPr indent="-304800" lvl="6" marL="3200400" algn="l">
              <a:lnSpc>
                <a:spcPct val="115000"/>
              </a:lnSpc>
              <a:spcBef>
                <a:spcPts val="0"/>
              </a:spcBef>
              <a:spcAft>
                <a:spcPts val="0"/>
              </a:spcAft>
              <a:buClr>
                <a:schemeClr val="lt2"/>
              </a:buClr>
              <a:buSzPts val="1200"/>
              <a:buChar char="●"/>
              <a:defRPr sz="1200">
                <a:solidFill>
                  <a:schemeClr val="lt2"/>
                </a:solidFill>
              </a:defRPr>
            </a:lvl7pPr>
            <a:lvl8pPr indent="-304800" lvl="7" marL="3657600" algn="l">
              <a:lnSpc>
                <a:spcPct val="115000"/>
              </a:lnSpc>
              <a:spcBef>
                <a:spcPts val="0"/>
              </a:spcBef>
              <a:spcAft>
                <a:spcPts val="0"/>
              </a:spcAft>
              <a:buClr>
                <a:schemeClr val="lt2"/>
              </a:buClr>
              <a:buSzPts val="1200"/>
              <a:buChar char="○"/>
              <a:defRPr sz="1200">
                <a:solidFill>
                  <a:schemeClr val="lt2"/>
                </a:solidFill>
              </a:defRPr>
            </a:lvl8pPr>
            <a:lvl9pPr indent="-304800" lvl="8" marL="4114800" algn="l">
              <a:lnSpc>
                <a:spcPct val="115000"/>
              </a:lnSpc>
              <a:spcBef>
                <a:spcPts val="0"/>
              </a:spcBef>
              <a:spcAft>
                <a:spcPts val="0"/>
              </a:spcAft>
              <a:buClr>
                <a:schemeClr val="lt2"/>
              </a:buClr>
              <a:buSzPts val="1200"/>
              <a:buChar char="■"/>
              <a:defRPr sz="1200">
                <a:solidFill>
                  <a:schemeClr val="lt2"/>
                </a:solidFill>
              </a:defRPr>
            </a:lvl9pPr>
          </a:lstStyle>
          <a:p/>
        </p:txBody>
      </p:sp>
      <p:sp>
        <p:nvSpPr>
          <p:cNvPr id="2389" name="Google Shape;2389;p209"/>
          <p:cNvSpPr txBox="1"/>
          <p:nvPr>
            <p:ph idx="3" type="subTitle"/>
          </p:nvPr>
        </p:nvSpPr>
        <p:spPr>
          <a:xfrm>
            <a:off x="163875"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390" name="Google Shape;2390;p209"/>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p:cSld name="TITLE_2_1_1_1_1_2_1_1_1_1_1_1_1_1_1">
    <p:bg>
      <p:bgPr>
        <a:solidFill>
          <a:schemeClr val="accent1"/>
        </a:solidFill>
      </p:bgPr>
    </p:bg>
    <p:spTree>
      <p:nvGrpSpPr>
        <p:cNvPr id="2391" name="Shape 2391"/>
        <p:cNvGrpSpPr/>
        <p:nvPr/>
      </p:nvGrpSpPr>
      <p:grpSpPr>
        <a:xfrm>
          <a:off x="0" y="0"/>
          <a:ext cx="0" cy="0"/>
          <a:chOff x="0" y="0"/>
          <a:chExt cx="0" cy="0"/>
        </a:xfrm>
      </p:grpSpPr>
      <p:sp>
        <p:nvSpPr>
          <p:cNvPr id="2392" name="Google Shape;2392;p210"/>
          <p:cNvSpPr/>
          <p:nvPr/>
        </p:nvSpPr>
        <p:spPr>
          <a:xfrm>
            <a:off x="120150" y="402300"/>
            <a:ext cx="8903700" cy="43884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93" name="Google Shape;2393;p210"/>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394" name="Google Shape;2394;p210"/>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395" name="Google Shape;2395;p210"/>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396" name="Google Shape;2396;p210"/>
          <p:cNvSpPr/>
          <p:nvPr/>
        </p:nvSpPr>
        <p:spPr>
          <a:xfrm>
            <a:off x="352300" y="1578800"/>
            <a:ext cx="2655300" cy="2942400"/>
          </a:xfrm>
          <a:prstGeom prst="roundRect">
            <a:avLst>
              <a:gd fmla="val 469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7" name="Google Shape;2397;p210"/>
          <p:cNvSpPr/>
          <p:nvPr/>
        </p:nvSpPr>
        <p:spPr>
          <a:xfrm>
            <a:off x="3246325" y="1578800"/>
            <a:ext cx="2655300" cy="2942400"/>
          </a:xfrm>
          <a:prstGeom prst="roundRect">
            <a:avLst>
              <a:gd fmla="val 469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8" name="Google Shape;2398;p210"/>
          <p:cNvSpPr/>
          <p:nvPr/>
        </p:nvSpPr>
        <p:spPr>
          <a:xfrm>
            <a:off x="6140350" y="1578800"/>
            <a:ext cx="2655300" cy="2942400"/>
          </a:xfrm>
          <a:prstGeom prst="roundRect">
            <a:avLst>
              <a:gd fmla="val 469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9" name="Google Shape;2399;p210"/>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2400" name="Google Shape;2400;p210"/>
          <p:cNvSpPr txBox="1"/>
          <p:nvPr>
            <p:ph idx="2" type="body"/>
          </p:nvPr>
        </p:nvSpPr>
        <p:spPr>
          <a:xfrm>
            <a:off x="461475" y="29394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2401" name="Google Shape;2401;p210"/>
          <p:cNvSpPr txBox="1"/>
          <p:nvPr>
            <p:ph idx="3" type="subTitle"/>
          </p:nvPr>
        </p:nvSpPr>
        <p:spPr>
          <a:xfrm>
            <a:off x="461475" y="26226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2402" name="Google Shape;2402;p210"/>
          <p:cNvSpPr txBox="1"/>
          <p:nvPr>
            <p:ph idx="4" type="body"/>
          </p:nvPr>
        </p:nvSpPr>
        <p:spPr>
          <a:xfrm>
            <a:off x="3356850" y="29394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2403" name="Google Shape;2403;p210"/>
          <p:cNvSpPr txBox="1"/>
          <p:nvPr>
            <p:ph idx="5" type="subTitle"/>
          </p:nvPr>
        </p:nvSpPr>
        <p:spPr>
          <a:xfrm>
            <a:off x="3356850" y="26226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2404" name="Google Shape;2404;p210"/>
          <p:cNvSpPr txBox="1"/>
          <p:nvPr>
            <p:ph idx="6" type="body"/>
          </p:nvPr>
        </p:nvSpPr>
        <p:spPr>
          <a:xfrm>
            <a:off x="6252225" y="29394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2405" name="Google Shape;2405;p210"/>
          <p:cNvSpPr txBox="1"/>
          <p:nvPr>
            <p:ph idx="7" type="subTitle"/>
          </p:nvPr>
        </p:nvSpPr>
        <p:spPr>
          <a:xfrm>
            <a:off x="6252225" y="26226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2406" name="Google Shape;2406;p210"/>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p:cSld name="TITLE_2_1_1_1_1_2_1_1_1_1_1_1_1_1_1_1_1">
    <p:bg>
      <p:bgPr>
        <a:solidFill>
          <a:schemeClr val="accent1"/>
        </a:solidFill>
      </p:bgPr>
    </p:bg>
    <p:spTree>
      <p:nvGrpSpPr>
        <p:cNvPr id="2407" name="Shape 2407"/>
        <p:cNvGrpSpPr/>
        <p:nvPr/>
      </p:nvGrpSpPr>
      <p:grpSpPr>
        <a:xfrm>
          <a:off x="0" y="0"/>
          <a:ext cx="0" cy="0"/>
          <a:chOff x="0" y="0"/>
          <a:chExt cx="0" cy="0"/>
        </a:xfrm>
      </p:grpSpPr>
      <p:pic>
        <p:nvPicPr>
          <p:cNvPr id="2408" name="Google Shape;2408;p211"/>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409" name="Google Shape;2409;p211"/>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410" name="Google Shape;2410;p211"/>
          <p:cNvSpPr/>
          <p:nvPr/>
        </p:nvSpPr>
        <p:spPr>
          <a:xfrm>
            <a:off x="123598" y="121600"/>
            <a:ext cx="10446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411" name="Google Shape;2411;p211"/>
          <p:cNvSpPr/>
          <p:nvPr/>
        </p:nvSpPr>
        <p:spPr>
          <a:xfrm>
            <a:off x="99350" y="1324375"/>
            <a:ext cx="2908200" cy="33990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2" name="Google Shape;2412;p211"/>
          <p:cNvSpPr/>
          <p:nvPr/>
        </p:nvSpPr>
        <p:spPr>
          <a:xfrm>
            <a:off x="3117900" y="1324375"/>
            <a:ext cx="2908200" cy="33990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3" name="Google Shape;2413;p211"/>
          <p:cNvSpPr/>
          <p:nvPr/>
        </p:nvSpPr>
        <p:spPr>
          <a:xfrm>
            <a:off x="6136450" y="1324375"/>
            <a:ext cx="2908200" cy="33990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4" name="Google Shape;2414;p211"/>
          <p:cNvSpPr txBox="1"/>
          <p:nvPr>
            <p:ph type="title"/>
          </p:nvPr>
        </p:nvSpPr>
        <p:spPr>
          <a:xfrm>
            <a:off x="99350" y="3982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2415" name="Google Shape;2415;p211"/>
          <p:cNvSpPr txBox="1"/>
          <p:nvPr>
            <p:ph idx="2"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416" name="Google Shape;2416;p211"/>
          <p:cNvSpPr txBox="1"/>
          <p:nvPr>
            <p:ph idx="3" type="subTitle"/>
          </p:nvPr>
        </p:nvSpPr>
        <p:spPr>
          <a:xfrm>
            <a:off x="3383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417" name="Google Shape;2417;p211"/>
          <p:cNvSpPr txBox="1"/>
          <p:nvPr>
            <p:ph idx="4"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418" name="Google Shape;2418;p211"/>
          <p:cNvSpPr txBox="1"/>
          <p:nvPr>
            <p:ph idx="5" type="subTitle"/>
          </p:nvPr>
        </p:nvSpPr>
        <p:spPr>
          <a:xfrm>
            <a:off x="335685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419" name="Google Shape;2419;p211"/>
          <p:cNvSpPr txBox="1"/>
          <p:nvPr>
            <p:ph idx="6"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420" name="Google Shape;2420;p211"/>
          <p:cNvSpPr txBox="1"/>
          <p:nvPr>
            <p:ph idx="7" type="subTitle"/>
          </p:nvPr>
        </p:nvSpPr>
        <p:spPr>
          <a:xfrm>
            <a:off x="63754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421" name="Google Shape;2421;p211"/>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p:cSld name="TITLE_2_1_1_1_1_2_1_1_1_1_1_1_1_1_1_1_1_1">
    <p:bg>
      <p:bgPr>
        <a:solidFill>
          <a:schemeClr val="lt1"/>
        </a:solidFill>
      </p:bgPr>
    </p:bg>
    <p:spTree>
      <p:nvGrpSpPr>
        <p:cNvPr id="2422" name="Shape 2422"/>
        <p:cNvGrpSpPr/>
        <p:nvPr/>
      </p:nvGrpSpPr>
      <p:grpSpPr>
        <a:xfrm>
          <a:off x="0" y="0"/>
          <a:ext cx="0" cy="0"/>
          <a:chOff x="0" y="0"/>
          <a:chExt cx="0" cy="0"/>
        </a:xfrm>
      </p:grpSpPr>
      <p:sp>
        <p:nvSpPr>
          <p:cNvPr id="2423" name="Google Shape;2423;p212"/>
          <p:cNvSpPr/>
          <p:nvPr/>
        </p:nvSpPr>
        <p:spPr>
          <a:xfrm>
            <a:off x="99350" y="1324375"/>
            <a:ext cx="2908200" cy="3399000"/>
          </a:xfrm>
          <a:prstGeom prst="roundRect">
            <a:avLst>
              <a:gd fmla="val 7576"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4" name="Google Shape;2424;p212"/>
          <p:cNvSpPr/>
          <p:nvPr/>
        </p:nvSpPr>
        <p:spPr>
          <a:xfrm>
            <a:off x="3117900" y="1324375"/>
            <a:ext cx="2908200" cy="3399000"/>
          </a:xfrm>
          <a:prstGeom prst="roundRect">
            <a:avLst>
              <a:gd fmla="val 7576"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5" name="Google Shape;2425;p212"/>
          <p:cNvSpPr/>
          <p:nvPr/>
        </p:nvSpPr>
        <p:spPr>
          <a:xfrm>
            <a:off x="6136450" y="1324375"/>
            <a:ext cx="2908200" cy="3399000"/>
          </a:xfrm>
          <a:prstGeom prst="roundRect">
            <a:avLst>
              <a:gd fmla="val 7576"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6" name="Google Shape;2426;p212"/>
          <p:cNvSpPr txBox="1"/>
          <p:nvPr>
            <p:ph type="title"/>
          </p:nvPr>
        </p:nvSpPr>
        <p:spPr>
          <a:xfrm>
            <a:off x="99350" y="3982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2427" name="Google Shape;2427;p212"/>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2428" name="Google Shape;2428;p212"/>
          <p:cNvSpPr txBox="1"/>
          <p:nvPr>
            <p:ph idx="2" type="subTitle"/>
          </p:nvPr>
        </p:nvSpPr>
        <p:spPr>
          <a:xfrm>
            <a:off x="3383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2429" name="Google Shape;2429;p212"/>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2430" name="Google Shape;2430;p212"/>
          <p:cNvSpPr txBox="1"/>
          <p:nvPr>
            <p:ph idx="4" type="subTitle"/>
          </p:nvPr>
        </p:nvSpPr>
        <p:spPr>
          <a:xfrm>
            <a:off x="335685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2431" name="Google Shape;2431;p212"/>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2432" name="Google Shape;2432;p212"/>
          <p:cNvSpPr txBox="1"/>
          <p:nvPr>
            <p:ph idx="6" type="subTitle"/>
          </p:nvPr>
        </p:nvSpPr>
        <p:spPr>
          <a:xfrm>
            <a:off x="63754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pic>
        <p:nvPicPr>
          <p:cNvPr id="2433" name="Google Shape;2433;p212"/>
          <p:cNvPicPr preferRelativeResize="0"/>
          <p:nvPr/>
        </p:nvPicPr>
        <p:blipFill rotWithShape="1">
          <a:blip r:embed="rId2">
            <a:alphaModFix/>
          </a:blip>
          <a:srcRect b="0" l="0" r="0" t="0"/>
          <a:stretch/>
        </p:blipFill>
        <p:spPr>
          <a:xfrm>
            <a:off x="8065775" y="116277"/>
            <a:ext cx="958045" cy="170225"/>
          </a:xfrm>
          <a:prstGeom prst="rect">
            <a:avLst/>
          </a:prstGeom>
          <a:noFill/>
          <a:ln>
            <a:noFill/>
          </a:ln>
        </p:spPr>
      </p:pic>
      <p:sp>
        <p:nvSpPr>
          <p:cNvPr id="2434" name="Google Shape;2434;p212"/>
          <p:cNvSpPr txBox="1"/>
          <p:nvPr>
            <p:ph idx="7"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600"/>
              <a:buFont typeface="Inter"/>
              <a:buNone/>
              <a:defRPr b="1" sz="600">
                <a:solidFill>
                  <a:schemeClr val="accent1"/>
                </a:solidFill>
                <a:latin typeface="Inter"/>
                <a:ea typeface="Inter"/>
                <a:cs typeface="Inter"/>
                <a:sym typeface="Inter"/>
              </a:defRPr>
            </a:lvl1pPr>
            <a:lvl2pPr lvl="1"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2pPr>
            <a:lvl3pPr lvl="2"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3pPr>
            <a:lvl4pPr lvl="3"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4pPr>
            <a:lvl5pPr lvl="4"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5pPr>
            <a:lvl6pPr lvl="5"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6pPr>
            <a:lvl7pPr lvl="6"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7pPr>
            <a:lvl8pPr lvl="7"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8pPr>
            <a:lvl9pPr lvl="8"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9pPr>
          </a:lstStyle>
          <a:p/>
        </p:txBody>
      </p:sp>
      <p:sp>
        <p:nvSpPr>
          <p:cNvPr id="2435" name="Google Shape;2435;p212"/>
          <p:cNvSpPr/>
          <p:nvPr/>
        </p:nvSpPr>
        <p:spPr>
          <a:xfrm>
            <a:off x="123606" y="121600"/>
            <a:ext cx="806400" cy="1596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436" name="Google Shape;2436;p212"/>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dk2"/>
                </a:solidFill>
                <a:latin typeface="Inter"/>
                <a:ea typeface="Inter"/>
                <a:cs typeface="Inter"/>
                <a:sym typeface="Inter"/>
              </a:rPr>
              <a:t>‹#›</a:t>
            </a:fld>
            <a:endParaRPr b="1" i="0" sz="800" u="none" cap="none" strike="noStrike">
              <a:solidFill>
                <a:schemeClr val="dk2"/>
              </a:solidFill>
              <a:latin typeface="Inter"/>
              <a:ea typeface="Inter"/>
              <a:cs typeface="Inter"/>
              <a:sym typeface="Inter"/>
            </a:endParaRPr>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p:cSld name="TITLE_2_1_1_1_1_2_1_1_1_1_1_1_1_1_1_1_1_1_1">
    <p:bg>
      <p:bgPr>
        <a:solidFill>
          <a:schemeClr val="accent1"/>
        </a:solidFill>
      </p:bgPr>
    </p:bg>
    <p:spTree>
      <p:nvGrpSpPr>
        <p:cNvPr id="2437" name="Shape 2437"/>
        <p:cNvGrpSpPr/>
        <p:nvPr/>
      </p:nvGrpSpPr>
      <p:grpSpPr>
        <a:xfrm>
          <a:off x="0" y="0"/>
          <a:ext cx="0" cy="0"/>
          <a:chOff x="0" y="0"/>
          <a:chExt cx="0" cy="0"/>
        </a:xfrm>
      </p:grpSpPr>
      <p:sp>
        <p:nvSpPr>
          <p:cNvPr id="2438" name="Google Shape;2438;p213"/>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39" name="Google Shape;2439;p213"/>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440" name="Google Shape;2440;p213"/>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441" name="Google Shape;2441;p213"/>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442" name="Google Shape;2442;p213"/>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p:cSld name="TITLE_2_1_1_1_1_2_1_1_1_1_1_1_1_1_1_1_1_1_1_1">
    <p:bg>
      <p:bgPr>
        <a:solidFill>
          <a:schemeClr val="accent1"/>
        </a:solidFill>
      </p:bgPr>
    </p:bg>
    <p:spTree>
      <p:nvGrpSpPr>
        <p:cNvPr id="2443" name="Shape 2443"/>
        <p:cNvGrpSpPr/>
        <p:nvPr/>
      </p:nvGrpSpPr>
      <p:grpSpPr>
        <a:xfrm>
          <a:off x="0" y="0"/>
          <a:ext cx="0" cy="0"/>
          <a:chOff x="0" y="0"/>
          <a:chExt cx="0" cy="0"/>
        </a:xfrm>
      </p:grpSpPr>
      <p:sp>
        <p:nvSpPr>
          <p:cNvPr id="2444" name="Google Shape;2444;p214"/>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45" name="Google Shape;2445;p214"/>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446" name="Google Shape;2446;p214"/>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447" name="Google Shape;2447;p214"/>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448" name="Google Shape;2448;p214"/>
          <p:cNvSpPr txBox="1"/>
          <p:nvPr>
            <p:ph type="title"/>
          </p:nvPr>
        </p:nvSpPr>
        <p:spPr>
          <a:xfrm>
            <a:off x="405250" y="10189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449" name="Google Shape;2449;p214"/>
          <p:cNvSpPr txBox="1"/>
          <p:nvPr>
            <p:ph idx="2" type="body"/>
          </p:nvPr>
        </p:nvSpPr>
        <p:spPr>
          <a:xfrm>
            <a:off x="405250" y="26144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450" name="Google Shape;2450;p214"/>
          <p:cNvSpPr txBox="1"/>
          <p:nvPr>
            <p:ph idx="3" type="subTitle"/>
          </p:nvPr>
        </p:nvSpPr>
        <p:spPr>
          <a:xfrm>
            <a:off x="405250" y="22496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p:cSld name="TITLE_2_1_1_1_1_2_1_1_1_1_1_1_1_1_1_1_1_1_1_1_1">
    <p:bg>
      <p:bgPr>
        <a:solidFill>
          <a:schemeClr val="dk2"/>
        </a:solidFill>
      </p:bgPr>
    </p:bg>
    <p:spTree>
      <p:nvGrpSpPr>
        <p:cNvPr id="2451" name="Shape 2451"/>
        <p:cNvGrpSpPr/>
        <p:nvPr/>
      </p:nvGrpSpPr>
      <p:grpSpPr>
        <a:xfrm>
          <a:off x="0" y="0"/>
          <a:ext cx="0" cy="0"/>
          <a:chOff x="0" y="0"/>
          <a:chExt cx="0" cy="0"/>
        </a:xfrm>
      </p:grpSpPr>
      <p:pic>
        <p:nvPicPr>
          <p:cNvPr id="2452" name="Google Shape;2452;p215"/>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453" name="Google Shape;2453;p215"/>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454" name="Google Shape;2454;p215"/>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455" name="Google Shape;2455;p215"/>
          <p:cNvSpPr/>
          <p:nvPr/>
        </p:nvSpPr>
        <p:spPr>
          <a:xfrm>
            <a:off x="120150" y="402300"/>
            <a:ext cx="43878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6" name="Google Shape;2456;p215"/>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2457" name="Google Shape;2457;p215"/>
          <p:cNvSpPr txBox="1"/>
          <p:nvPr>
            <p:ph idx="2"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458" name="Google Shape;2458;p215"/>
          <p:cNvSpPr txBox="1"/>
          <p:nvPr>
            <p:ph idx="3"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59" name="Google Shape;2459;p215"/>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3">
  <p:cSld name="TITLE_2_1_1_1_1_2_1_1_1_1_1_1_1_1_1_1_1_1_1_1_1_3">
    <p:bg>
      <p:bgPr>
        <a:solidFill>
          <a:schemeClr val="dk2"/>
        </a:solidFill>
      </p:bgPr>
    </p:bg>
    <p:spTree>
      <p:nvGrpSpPr>
        <p:cNvPr id="2460" name="Shape 2460"/>
        <p:cNvGrpSpPr/>
        <p:nvPr/>
      </p:nvGrpSpPr>
      <p:grpSpPr>
        <a:xfrm>
          <a:off x="0" y="0"/>
          <a:ext cx="0" cy="0"/>
          <a:chOff x="0" y="0"/>
          <a:chExt cx="0" cy="0"/>
        </a:xfrm>
      </p:grpSpPr>
      <p:sp>
        <p:nvSpPr>
          <p:cNvPr id="2461" name="Google Shape;2461;p216"/>
          <p:cNvSpPr/>
          <p:nvPr>
            <p:ph idx="2" type="pic"/>
          </p:nvPr>
        </p:nvSpPr>
        <p:spPr>
          <a:xfrm>
            <a:off x="3541550" y="4014500"/>
            <a:ext cx="932400" cy="880500"/>
          </a:xfrm>
          <a:prstGeom prst="roundRect">
            <a:avLst>
              <a:gd fmla="val 18700" name="adj"/>
            </a:avLst>
          </a:prstGeom>
          <a:noFill/>
          <a:ln>
            <a:noFill/>
          </a:ln>
        </p:spPr>
      </p:sp>
      <p:sp>
        <p:nvSpPr>
          <p:cNvPr id="2462" name="Google Shape;2462;p216"/>
          <p:cNvSpPr/>
          <p:nvPr>
            <p:ph idx="3" type="pic"/>
          </p:nvPr>
        </p:nvSpPr>
        <p:spPr>
          <a:xfrm>
            <a:off x="3541700" y="3076700"/>
            <a:ext cx="932400" cy="880500"/>
          </a:xfrm>
          <a:prstGeom prst="roundRect">
            <a:avLst>
              <a:gd fmla="val 18700" name="adj"/>
            </a:avLst>
          </a:prstGeom>
          <a:noFill/>
          <a:ln>
            <a:noFill/>
          </a:ln>
        </p:spPr>
      </p:sp>
      <p:sp>
        <p:nvSpPr>
          <p:cNvPr id="2463" name="Google Shape;2463;p216"/>
          <p:cNvSpPr/>
          <p:nvPr>
            <p:ph idx="4" type="pic"/>
          </p:nvPr>
        </p:nvSpPr>
        <p:spPr>
          <a:xfrm>
            <a:off x="3541700" y="2127388"/>
            <a:ext cx="932400" cy="880500"/>
          </a:xfrm>
          <a:prstGeom prst="roundRect">
            <a:avLst>
              <a:gd fmla="val 18700" name="adj"/>
            </a:avLst>
          </a:prstGeom>
          <a:noFill/>
          <a:ln>
            <a:noFill/>
          </a:ln>
        </p:spPr>
      </p:sp>
      <p:sp>
        <p:nvSpPr>
          <p:cNvPr id="2464" name="Google Shape;2464;p216"/>
          <p:cNvSpPr/>
          <p:nvPr>
            <p:ph idx="5" type="pic"/>
          </p:nvPr>
        </p:nvSpPr>
        <p:spPr>
          <a:xfrm>
            <a:off x="3541700" y="1195350"/>
            <a:ext cx="932400" cy="880500"/>
          </a:xfrm>
          <a:prstGeom prst="roundRect">
            <a:avLst>
              <a:gd fmla="val 18700" name="adj"/>
            </a:avLst>
          </a:prstGeom>
          <a:noFill/>
          <a:ln>
            <a:noFill/>
          </a:ln>
        </p:spPr>
      </p:sp>
      <p:sp>
        <p:nvSpPr>
          <p:cNvPr id="2465" name="Google Shape;2465;p216"/>
          <p:cNvSpPr/>
          <p:nvPr>
            <p:ph idx="6" type="pic"/>
          </p:nvPr>
        </p:nvSpPr>
        <p:spPr>
          <a:xfrm>
            <a:off x="3541700" y="263300"/>
            <a:ext cx="932400" cy="880500"/>
          </a:xfrm>
          <a:prstGeom prst="roundRect">
            <a:avLst>
              <a:gd fmla="val 18700" name="adj"/>
            </a:avLst>
          </a:prstGeom>
          <a:noFill/>
          <a:ln>
            <a:noFill/>
          </a:ln>
        </p:spPr>
      </p:sp>
      <p:sp>
        <p:nvSpPr>
          <p:cNvPr id="2466" name="Google Shape;2466;p216"/>
          <p:cNvSpPr/>
          <p:nvPr>
            <p:ph idx="7" type="pic"/>
          </p:nvPr>
        </p:nvSpPr>
        <p:spPr>
          <a:xfrm>
            <a:off x="6108575" y="4014500"/>
            <a:ext cx="932400" cy="880500"/>
          </a:xfrm>
          <a:prstGeom prst="roundRect">
            <a:avLst>
              <a:gd fmla="val 18700" name="adj"/>
            </a:avLst>
          </a:prstGeom>
          <a:noFill/>
          <a:ln>
            <a:noFill/>
          </a:ln>
        </p:spPr>
      </p:sp>
      <p:sp>
        <p:nvSpPr>
          <p:cNvPr id="2467" name="Google Shape;2467;p216"/>
          <p:cNvSpPr/>
          <p:nvPr>
            <p:ph idx="8" type="pic"/>
          </p:nvPr>
        </p:nvSpPr>
        <p:spPr>
          <a:xfrm>
            <a:off x="6108725" y="3076700"/>
            <a:ext cx="932400" cy="880500"/>
          </a:xfrm>
          <a:prstGeom prst="roundRect">
            <a:avLst>
              <a:gd fmla="val 18700" name="adj"/>
            </a:avLst>
          </a:prstGeom>
          <a:noFill/>
          <a:ln>
            <a:noFill/>
          </a:ln>
        </p:spPr>
      </p:sp>
      <p:sp>
        <p:nvSpPr>
          <p:cNvPr id="2468" name="Google Shape;2468;p216"/>
          <p:cNvSpPr/>
          <p:nvPr>
            <p:ph idx="9" type="pic"/>
          </p:nvPr>
        </p:nvSpPr>
        <p:spPr>
          <a:xfrm>
            <a:off x="6108725" y="2127388"/>
            <a:ext cx="932400" cy="880500"/>
          </a:xfrm>
          <a:prstGeom prst="roundRect">
            <a:avLst>
              <a:gd fmla="val 18700" name="adj"/>
            </a:avLst>
          </a:prstGeom>
          <a:noFill/>
          <a:ln>
            <a:noFill/>
          </a:ln>
        </p:spPr>
      </p:sp>
      <p:sp>
        <p:nvSpPr>
          <p:cNvPr id="2469" name="Google Shape;2469;p216"/>
          <p:cNvSpPr/>
          <p:nvPr>
            <p:ph idx="13" type="pic"/>
          </p:nvPr>
        </p:nvSpPr>
        <p:spPr>
          <a:xfrm>
            <a:off x="6108725" y="1195350"/>
            <a:ext cx="932400" cy="880500"/>
          </a:xfrm>
          <a:prstGeom prst="roundRect">
            <a:avLst>
              <a:gd fmla="val 18700" name="adj"/>
            </a:avLst>
          </a:prstGeom>
          <a:noFill/>
          <a:ln>
            <a:noFill/>
          </a:ln>
        </p:spPr>
      </p:sp>
      <p:sp>
        <p:nvSpPr>
          <p:cNvPr id="2470" name="Google Shape;2470;p216"/>
          <p:cNvSpPr/>
          <p:nvPr>
            <p:ph idx="14" type="pic"/>
          </p:nvPr>
        </p:nvSpPr>
        <p:spPr>
          <a:xfrm>
            <a:off x="6108725" y="263300"/>
            <a:ext cx="932400" cy="880500"/>
          </a:xfrm>
          <a:prstGeom prst="roundRect">
            <a:avLst>
              <a:gd fmla="val 18700" name="adj"/>
            </a:avLst>
          </a:prstGeom>
          <a:noFill/>
          <a:ln>
            <a:noFill/>
          </a:ln>
        </p:spPr>
      </p:sp>
      <p:sp>
        <p:nvSpPr>
          <p:cNvPr id="2471" name="Google Shape;2471;p216"/>
          <p:cNvSpPr txBox="1"/>
          <p:nvPr>
            <p:ph idx="1" type="subTitle"/>
          </p:nvPr>
        </p:nvSpPr>
        <p:spPr>
          <a:xfrm>
            <a:off x="4578250" y="553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472" name="Google Shape;2472;p216"/>
          <p:cNvSpPr txBox="1"/>
          <p:nvPr>
            <p:ph idx="15" type="subTitle"/>
          </p:nvPr>
        </p:nvSpPr>
        <p:spPr>
          <a:xfrm>
            <a:off x="4578250" y="699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473" name="Google Shape;2473;p216"/>
          <p:cNvSpPr txBox="1"/>
          <p:nvPr>
            <p:ph idx="16" type="subTitle"/>
          </p:nvPr>
        </p:nvSpPr>
        <p:spPr>
          <a:xfrm>
            <a:off x="4578250" y="15040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474" name="Google Shape;2474;p216"/>
          <p:cNvSpPr txBox="1"/>
          <p:nvPr>
            <p:ph idx="17" type="subTitle"/>
          </p:nvPr>
        </p:nvSpPr>
        <p:spPr>
          <a:xfrm>
            <a:off x="4578250" y="16506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pic>
        <p:nvPicPr>
          <p:cNvPr id="2475" name="Google Shape;2475;p216"/>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476" name="Google Shape;2476;p216"/>
          <p:cNvSpPr txBox="1"/>
          <p:nvPr>
            <p:ph idx="18"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477" name="Google Shape;2477;p216"/>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478" name="Google Shape;2478;p216"/>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479" name="Google Shape;2479;p216"/>
          <p:cNvSpPr txBox="1"/>
          <p:nvPr>
            <p:ph idx="19" type="subTitle"/>
          </p:nvPr>
        </p:nvSpPr>
        <p:spPr>
          <a:xfrm>
            <a:off x="4578250" y="2398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480" name="Google Shape;2480;p216"/>
          <p:cNvSpPr txBox="1"/>
          <p:nvPr>
            <p:ph idx="20" type="subTitle"/>
          </p:nvPr>
        </p:nvSpPr>
        <p:spPr>
          <a:xfrm>
            <a:off x="4578250" y="2544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481" name="Google Shape;2481;p216"/>
          <p:cNvSpPr txBox="1"/>
          <p:nvPr>
            <p:ph idx="21" type="subTitle"/>
          </p:nvPr>
        </p:nvSpPr>
        <p:spPr>
          <a:xfrm>
            <a:off x="4578250" y="333591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482" name="Google Shape;2482;p216"/>
          <p:cNvSpPr txBox="1"/>
          <p:nvPr>
            <p:ph idx="22" type="subTitle"/>
          </p:nvPr>
        </p:nvSpPr>
        <p:spPr>
          <a:xfrm>
            <a:off x="4578250" y="34825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483" name="Google Shape;2483;p216"/>
          <p:cNvSpPr txBox="1"/>
          <p:nvPr>
            <p:ph idx="23" type="subTitle"/>
          </p:nvPr>
        </p:nvSpPr>
        <p:spPr>
          <a:xfrm>
            <a:off x="4578250" y="427372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484" name="Google Shape;2484;p216"/>
          <p:cNvSpPr txBox="1"/>
          <p:nvPr>
            <p:ph idx="24" type="subTitle"/>
          </p:nvPr>
        </p:nvSpPr>
        <p:spPr>
          <a:xfrm>
            <a:off x="4578250" y="44204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485" name="Google Shape;2485;p216"/>
          <p:cNvSpPr txBox="1"/>
          <p:nvPr>
            <p:ph idx="25" type="subTitle"/>
          </p:nvPr>
        </p:nvSpPr>
        <p:spPr>
          <a:xfrm>
            <a:off x="7152650" y="553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486" name="Google Shape;2486;p216"/>
          <p:cNvSpPr txBox="1"/>
          <p:nvPr>
            <p:ph idx="26" type="subTitle"/>
          </p:nvPr>
        </p:nvSpPr>
        <p:spPr>
          <a:xfrm>
            <a:off x="7152650" y="699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487" name="Google Shape;2487;p216"/>
          <p:cNvSpPr txBox="1"/>
          <p:nvPr>
            <p:ph idx="27" type="subTitle"/>
          </p:nvPr>
        </p:nvSpPr>
        <p:spPr>
          <a:xfrm>
            <a:off x="7152650" y="15040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488" name="Google Shape;2488;p216"/>
          <p:cNvSpPr txBox="1"/>
          <p:nvPr>
            <p:ph idx="28" type="subTitle"/>
          </p:nvPr>
        </p:nvSpPr>
        <p:spPr>
          <a:xfrm>
            <a:off x="7152650" y="16506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489" name="Google Shape;2489;p216"/>
          <p:cNvSpPr txBox="1"/>
          <p:nvPr>
            <p:ph idx="29" type="subTitle"/>
          </p:nvPr>
        </p:nvSpPr>
        <p:spPr>
          <a:xfrm>
            <a:off x="7152650" y="2398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490" name="Google Shape;2490;p216"/>
          <p:cNvSpPr txBox="1"/>
          <p:nvPr>
            <p:ph idx="30" type="subTitle"/>
          </p:nvPr>
        </p:nvSpPr>
        <p:spPr>
          <a:xfrm>
            <a:off x="7152650" y="2544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491" name="Google Shape;2491;p216"/>
          <p:cNvSpPr txBox="1"/>
          <p:nvPr>
            <p:ph idx="31" type="subTitle"/>
          </p:nvPr>
        </p:nvSpPr>
        <p:spPr>
          <a:xfrm>
            <a:off x="7152650" y="333591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492" name="Google Shape;2492;p216"/>
          <p:cNvSpPr txBox="1"/>
          <p:nvPr>
            <p:ph idx="32" type="subTitle"/>
          </p:nvPr>
        </p:nvSpPr>
        <p:spPr>
          <a:xfrm>
            <a:off x="7152650" y="34825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493" name="Google Shape;2493;p216"/>
          <p:cNvSpPr txBox="1"/>
          <p:nvPr>
            <p:ph idx="33" type="subTitle"/>
          </p:nvPr>
        </p:nvSpPr>
        <p:spPr>
          <a:xfrm>
            <a:off x="7152650" y="427372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2494" name="Google Shape;2494;p216"/>
          <p:cNvSpPr txBox="1"/>
          <p:nvPr>
            <p:ph idx="34" type="subTitle"/>
          </p:nvPr>
        </p:nvSpPr>
        <p:spPr>
          <a:xfrm>
            <a:off x="7152650" y="44204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2495" name="Google Shape;2495;p216"/>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2">
  <p:cSld name="TITLE_2_1_1_1_1_2_1_1_1_1_1_1_1_1_1_1_1_1_1_1_1_2">
    <p:bg>
      <p:bgPr>
        <a:solidFill>
          <a:schemeClr val="dk2"/>
        </a:solidFill>
      </p:bgPr>
    </p:bg>
    <p:spTree>
      <p:nvGrpSpPr>
        <p:cNvPr id="2496" name="Shape 2496"/>
        <p:cNvGrpSpPr/>
        <p:nvPr/>
      </p:nvGrpSpPr>
      <p:grpSpPr>
        <a:xfrm>
          <a:off x="0" y="0"/>
          <a:ext cx="0" cy="0"/>
          <a:chOff x="0" y="0"/>
          <a:chExt cx="0" cy="0"/>
        </a:xfrm>
      </p:grpSpPr>
      <p:pic>
        <p:nvPicPr>
          <p:cNvPr id="2497" name="Google Shape;2497;p217"/>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498" name="Google Shape;2498;p217"/>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499" name="Google Shape;2499;p217"/>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500" name="Google Shape;2500;p217"/>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501" name="Google Shape;2501;p217"/>
          <p:cNvSpPr txBox="1"/>
          <p:nvPr>
            <p:ph idx="2"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2502" name="Google Shape;2502;p217"/>
          <p:cNvSpPr txBox="1"/>
          <p:nvPr>
            <p:ph idx="3"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503" name="Google Shape;2503;p217"/>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p:cSld name="TITLE_2_1_1_1_1_2_1_1_1_1_1_1_1_1_1_1_1_1_1_1_1_1_1_1_1_1">
    <p:bg>
      <p:bgPr>
        <a:solidFill>
          <a:schemeClr val="accent1"/>
        </a:solidFill>
      </p:bgPr>
    </p:bg>
    <p:spTree>
      <p:nvGrpSpPr>
        <p:cNvPr id="2504" name="Shape 2504"/>
        <p:cNvGrpSpPr/>
        <p:nvPr/>
      </p:nvGrpSpPr>
      <p:grpSpPr>
        <a:xfrm>
          <a:off x="0" y="0"/>
          <a:ext cx="0" cy="0"/>
          <a:chOff x="0" y="0"/>
          <a:chExt cx="0" cy="0"/>
        </a:xfrm>
      </p:grpSpPr>
      <p:sp>
        <p:nvSpPr>
          <p:cNvPr id="2505" name="Google Shape;2505;p218"/>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06" name="Google Shape;2506;p218"/>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507" name="Google Shape;2507;p218"/>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508" name="Google Shape;2508;p218"/>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509" name="Google Shape;2509;p218"/>
          <p:cNvSpPr txBox="1"/>
          <p:nvPr>
            <p:ph type="title"/>
          </p:nvPr>
        </p:nvSpPr>
        <p:spPr>
          <a:xfrm>
            <a:off x="361750" y="59930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2510" name="Google Shape;2510;p218"/>
          <p:cNvSpPr txBox="1"/>
          <p:nvPr>
            <p:ph idx="2" type="body"/>
          </p:nvPr>
        </p:nvSpPr>
        <p:spPr>
          <a:xfrm>
            <a:off x="36175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511" name="Google Shape;2511;p218"/>
          <p:cNvSpPr txBox="1"/>
          <p:nvPr>
            <p:ph idx="3" type="subTitle"/>
          </p:nvPr>
        </p:nvSpPr>
        <p:spPr>
          <a:xfrm>
            <a:off x="36175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2" name="Google Shape;2512;p218"/>
          <p:cNvSpPr txBox="1"/>
          <p:nvPr>
            <p:ph idx="4" type="body"/>
          </p:nvPr>
        </p:nvSpPr>
        <p:spPr>
          <a:xfrm>
            <a:off x="253147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513" name="Google Shape;2513;p218"/>
          <p:cNvSpPr txBox="1"/>
          <p:nvPr>
            <p:ph idx="5" type="subTitle"/>
          </p:nvPr>
        </p:nvSpPr>
        <p:spPr>
          <a:xfrm>
            <a:off x="253147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4" name="Google Shape;2514;p218"/>
          <p:cNvSpPr txBox="1"/>
          <p:nvPr>
            <p:ph idx="6" type="body"/>
          </p:nvPr>
        </p:nvSpPr>
        <p:spPr>
          <a:xfrm>
            <a:off x="470120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515" name="Google Shape;2515;p218"/>
          <p:cNvSpPr txBox="1"/>
          <p:nvPr>
            <p:ph idx="7" type="subTitle"/>
          </p:nvPr>
        </p:nvSpPr>
        <p:spPr>
          <a:xfrm>
            <a:off x="470120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6" name="Google Shape;2516;p218"/>
          <p:cNvSpPr txBox="1"/>
          <p:nvPr>
            <p:ph idx="8" type="body"/>
          </p:nvPr>
        </p:nvSpPr>
        <p:spPr>
          <a:xfrm>
            <a:off x="687092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517" name="Google Shape;2517;p218"/>
          <p:cNvSpPr txBox="1"/>
          <p:nvPr>
            <p:ph idx="9" type="subTitle"/>
          </p:nvPr>
        </p:nvSpPr>
        <p:spPr>
          <a:xfrm>
            <a:off x="687092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2">
  <p:cSld name="TITLE_2_1_1_1_1_2_1_1_1_1_1_1_1_1_1_1_1_1_1_1_1_1_1_1_1_1_2">
    <p:bg>
      <p:bgPr>
        <a:solidFill>
          <a:schemeClr val="dk2"/>
        </a:solidFill>
      </p:bgPr>
    </p:bg>
    <p:spTree>
      <p:nvGrpSpPr>
        <p:cNvPr id="2518" name="Shape 2518"/>
        <p:cNvGrpSpPr/>
        <p:nvPr/>
      </p:nvGrpSpPr>
      <p:grpSpPr>
        <a:xfrm>
          <a:off x="0" y="0"/>
          <a:ext cx="0" cy="0"/>
          <a:chOff x="0" y="0"/>
          <a:chExt cx="0" cy="0"/>
        </a:xfrm>
      </p:grpSpPr>
      <p:sp>
        <p:nvSpPr>
          <p:cNvPr id="2519" name="Google Shape;2519;p219"/>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20" name="Google Shape;2520;p219"/>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521" name="Google Shape;2521;p219"/>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522" name="Google Shape;2522;p219"/>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523" name="Google Shape;2523;p219"/>
          <p:cNvSpPr txBox="1"/>
          <p:nvPr>
            <p:ph type="title"/>
          </p:nvPr>
        </p:nvSpPr>
        <p:spPr>
          <a:xfrm>
            <a:off x="361750" y="59930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2524" name="Google Shape;2524;p219"/>
          <p:cNvSpPr txBox="1"/>
          <p:nvPr>
            <p:ph idx="2" type="body"/>
          </p:nvPr>
        </p:nvSpPr>
        <p:spPr>
          <a:xfrm>
            <a:off x="36175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525" name="Google Shape;2525;p219"/>
          <p:cNvSpPr txBox="1"/>
          <p:nvPr>
            <p:ph idx="3" type="subTitle"/>
          </p:nvPr>
        </p:nvSpPr>
        <p:spPr>
          <a:xfrm>
            <a:off x="36175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26" name="Google Shape;2526;p219"/>
          <p:cNvSpPr txBox="1"/>
          <p:nvPr>
            <p:ph idx="4" type="body"/>
          </p:nvPr>
        </p:nvSpPr>
        <p:spPr>
          <a:xfrm>
            <a:off x="253147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527" name="Google Shape;2527;p219"/>
          <p:cNvSpPr txBox="1"/>
          <p:nvPr>
            <p:ph idx="5" type="subTitle"/>
          </p:nvPr>
        </p:nvSpPr>
        <p:spPr>
          <a:xfrm>
            <a:off x="253147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28" name="Google Shape;2528;p219"/>
          <p:cNvSpPr txBox="1"/>
          <p:nvPr>
            <p:ph idx="6" type="body"/>
          </p:nvPr>
        </p:nvSpPr>
        <p:spPr>
          <a:xfrm>
            <a:off x="470120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529" name="Google Shape;2529;p219"/>
          <p:cNvSpPr txBox="1"/>
          <p:nvPr>
            <p:ph idx="7" type="subTitle"/>
          </p:nvPr>
        </p:nvSpPr>
        <p:spPr>
          <a:xfrm>
            <a:off x="470120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0" name="Google Shape;2530;p219"/>
          <p:cNvSpPr txBox="1"/>
          <p:nvPr>
            <p:ph idx="8" type="body"/>
          </p:nvPr>
        </p:nvSpPr>
        <p:spPr>
          <a:xfrm>
            <a:off x="687092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531" name="Google Shape;2531;p219"/>
          <p:cNvSpPr txBox="1"/>
          <p:nvPr>
            <p:ph idx="9" type="subTitle"/>
          </p:nvPr>
        </p:nvSpPr>
        <p:spPr>
          <a:xfrm>
            <a:off x="687092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p:cSld name="TITLE_2_1_1_1_1_2_1_1_1_1_1_1_1_1_1_1_1_1_1_1_1_1_1_1_1_1_1">
    <p:bg>
      <p:bgPr>
        <a:solidFill>
          <a:schemeClr val="accent1"/>
        </a:solidFill>
      </p:bgPr>
    </p:bg>
    <p:spTree>
      <p:nvGrpSpPr>
        <p:cNvPr id="2532" name="Shape 2532"/>
        <p:cNvGrpSpPr/>
        <p:nvPr/>
      </p:nvGrpSpPr>
      <p:grpSpPr>
        <a:xfrm>
          <a:off x="0" y="0"/>
          <a:ext cx="0" cy="0"/>
          <a:chOff x="0" y="0"/>
          <a:chExt cx="0" cy="0"/>
        </a:xfrm>
      </p:grpSpPr>
      <p:pic>
        <p:nvPicPr>
          <p:cNvPr id="2533" name="Google Shape;2533;p220"/>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534" name="Google Shape;2534;p220"/>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535" name="Google Shape;2535;p220"/>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536" name="Google Shape;2536;p220"/>
          <p:cNvSpPr/>
          <p:nvPr/>
        </p:nvSpPr>
        <p:spPr>
          <a:xfrm>
            <a:off x="99350" y="1652300"/>
            <a:ext cx="8924400" cy="32961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7" name="Google Shape;2537;p220"/>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538" name="Google Shape;2538;p220"/>
          <p:cNvSpPr txBox="1"/>
          <p:nvPr>
            <p:ph idx="2" type="body"/>
          </p:nvPr>
        </p:nvSpPr>
        <p:spPr>
          <a:xfrm>
            <a:off x="36175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39" name="Google Shape;2539;p220"/>
          <p:cNvSpPr txBox="1"/>
          <p:nvPr>
            <p:ph idx="3" type="subTitle"/>
          </p:nvPr>
        </p:nvSpPr>
        <p:spPr>
          <a:xfrm>
            <a:off x="36175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0" name="Google Shape;2540;p220"/>
          <p:cNvSpPr txBox="1"/>
          <p:nvPr>
            <p:ph idx="4" type="body"/>
          </p:nvPr>
        </p:nvSpPr>
        <p:spPr>
          <a:xfrm>
            <a:off x="253147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41" name="Google Shape;2541;p220"/>
          <p:cNvSpPr txBox="1"/>
          <p:nvPr>
            <p:ph idx="5" type="subTitle"/>
          </p:nvPr>
        </p:nvSpPr>
        <p:spPr>
          <a:xfrm>
            <a:off x="253147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2" name="Google Shape;2542;p220"/>
          <p:cNvSpPr txBox="1"/>
          <p:nvPr>
            <p:ph idx="6" type="body"/>
          </p:nvPr>
        </p:nvSpPr>
        <p:spPr>
          <a:xfrm>
            <a:off x="470120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43" name="Google Shape;2543;p220"/>
          <p:cNvSpPr txBox="1"/>
          <p:nvPr>
            <p:ph idx="7" type="subTitle"/>
          </p:nvPr>
        </p:nvSpPr>
        <p:spPr>
          <a:xfrm>
            <a:off x="470120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4" name="Google Shape;2544;p220"/>
          <p:cNvSpPr txBox="1"/>
          <p:nvPr>
            <p:ph idx="8" type="body"/>
          </p:nvPr>
        </p:nvSpPr>
        <p:spPr>
          <a:xfrm>
            <a:off x="687092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45" name="Google Shape;2545;p220"/>
          <p:cNvSpPr txBox="1"/>
          <p:nvPr>
            <p:ph idx="9" type="subTitle"/>
          </p:nvPr>
        </p:nvSpPr>
        <p:spPr>
          <a:xfrm>
            <a:off x="687092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2">
  <p:cSld name="TITLE_2_1_1_1_1_2_1_1_1_1_1_1_1_1_1_1_1_1_1_1_1_1_1_1_1_1_1_2">
    <p:bg>
      <p:bgPr>
        <a:solidFill>
          <a:schemeClr val="dk2"/>
        </a:solidFill>
      </p:bgPr>
    </p:bg>
    <p:spTree>
      <p:nvGrpSpPr>
        <p:cNvPr id="2546" name="Shape 2546"/>
        <p:cNvGrpSpPr/>
        <p:nvPr/>
      </p:nvGrpSpPr>
      <p:grpSpPr>
        <a:xfrm>
          <a:off x="0" y="0"/>
          <a:ext cx="0" cy="0"/>
          <a:chOff x="0" y="0"/>
          <a:chExt cx="0" cy="0"/>
        </a:xfrm>
      </p:grpSpPr>
      <p:pic>
        <p:nvPicPr>
          <p:cNvPr id="2547" name="Google Shape;2547;p221"/>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548" name="Google Shape;2548;p221"/>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549" name="Google Shape;2549;p221"/>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550" name="Google Shape;2550;p221"/>
          <p:cNvSpPr/>
          <p:nvPr/>
        </p:nvSpPr>
        <p:spPr>
          <a:xfrm>
            <a:off x="99350" y="1652300"/>
            <a:ext cx="8924400" cy="32961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1" name="Google Shape;2551;p221"/>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552" name="Google Shape;2552;p221"/>
          <p:cNvSpPr txBox="1"/>
          <p:nvPr>
            <p:ph idx="2" type="body"/>
          </p:nvPr>
        </p:nvSpPr>
        <p:spPr>
          <a:xfrm>
            <a:off x="36175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53" name="Google Shape;2553;p221"/>
          <p:cNvSpPr txBox="1"/>
          <p:nvPr>
            <p:ph idx="3" type="subTitle"/>
          </p:nvPr>
        </p:nvSpPr>
        <p:spPr>
          <a:xfrm>
            <a:off x="36175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54" name="Google Shape;2554;p221"/>
          <p:cNvSpPr txBox="1"/>
          <p:nvPr>
            <p:ph idx="4" type="body"/>
          </p:nvPr>
        </p:nvSpPr>
        <p:spPr>
          <a:xfrm>
            <a:off x="253147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55" name="Google Shape;2555;p221"/>
          <p:cNvSpPr txBox="1"/>
          <p:nvPr>
            <p:ph idx="5" type="subTitle"/>
          </p:nvPr>
        </p:nvSpPr>
        <p:spPr>
          <a:xfrm>
            <a:off x="253147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56" name="Google Shape;2556;p221"/>
          <p:cNvSpPr txBox="1"/>
          <p:nvPr>
            <p:ph idx="6" type="body"/>
          </p:nvPr>
        </p:nvSpPr>
        <p:spPr>
          <a:xfrm>
            <a:off x="470120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57" name="Google Shape;2557;p221"/>
          <p:cNvSpPr txBox="1"/>
          <p:nvPr>
            <p:ph idx="7" type="subTitle"/>
          </p:nvPr>
        </p:nvSpPr>
        <p:spPr>
          <a:xfrm>
            <a:off x="470120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58" name="Google Shape;2558;p221"/>
          <p:cNvSpPr txBox="1"/>
          <p:nvPr>
            <p:ph idx="8" type="body"/>
          </p:nvPr>
        </p:nvSpPr>
        <p:spPr>
          <a:xfrm>
            <a:off x="687092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59" name="Google Shape;2559;p221"/>
          <p:cNvSpPr txBox="1"/>
          <p:nvPr>
            <p:ph idx="9" type="subTitle"/>
          </p:nvPr>
        </p:nvSpPr>
        <p:spPr>
          <a:xfrm>
            <a:off x="687092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p:cSld name="TITLE_2_1_1_1_1_2_1_1_1_1_1_1_1_1_1_1_1_1_1_1_1_1_1_1_1_1_1_1">
    <p:bg>
      <p:bgPr>
        <a:solidFill>
          <a:schemeClr val="accent1"/>
        </a:solidFill>
      </p:bgPr>
    </p:bg>
    <p:spTree>
      <p:nvGrpSpPr>
        <p:cNvPr id="2560" name="Shape 2560"/>
        <p:cNvGrpSpPr/>
        <p:nvPr/>
      </p:nvGrpSpPr>
      <p:grpSpPr>
        <a:xfrm>
          <a:off x="0" y="0"/>
          <a:ext cx="0" cy="0"/>
          <a:chOff x="0" y="0"/>
          <a:chExt cx="0" cy="0"/>
        </a:xfrm>
      </p:grpSpPr>
      <p:sp>
        <p:nvSpPr>
          <p:cNvPr id="2561" name="Google Shape;2561;p222"/>
          <p:cNvSpPr/>
          <p:nvPr/>
        </p:nvSpPr>
        <p:spPr>
          <a:xfrm>
            <a:off x="86725"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2" name="Google Shape;2562;p222"/>
          <p:cNvSpPr/>
          <p:nvPr/>
        </p:nvSpPr>
        <p:spPr>
          <a:xfrm>
            <a:off x="2346950"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3" name="Google Shape;2563;p222"/>
          <p:cNvSpPr/>
          <p:nvPr/>
        </p:nvSpPr>
        <p:spPr>
          <a:xfrm>
            <a:off x="4602625"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4" name="Google Shape;2564;p222"/>
          <p:cNvSpPr/>
          <p:nvPr/>
        </p:nvSpPr>
        <p:spPr>
          <a:xfrm>
            <a:off x="6870925"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5" name="Google Shape;2565;p222"/>
          <p:cNvSpPr txBox="1"/>
          <p:nvPr>
            <p:ph type="title"/>
          </p:nvPr>
        </p:nvSpPr>
        <p:spPr>
          <a:xfrm>
            <a:off x="182650" y="4522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566" name="Google Shape;2566;p222"/>
          <p:cNvSpPr txBox="1"/>
          <p:nvPr>
            <p:ph idx="1" type="body"/>
          </p:nvPr>
        </p:nvSpPr>
        <p:spPr>
          <a:xfrm>
            <a:off x="2758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67" name="Google Shape;2567;p222"/>
          <p:cNvSpPr txBox="1"/>
          <p:nvPr>
            <p:ph idx="2" type="subTitle"/>
          </p:nvPr>
        </p:nvSpPr>
        <p:spPr>
          <a:xfrm>
            <a:off x="2758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68" name="Google Shape;2568;p222"/>
          <p:cNvSpPr txBox="1"/>
          <p:nvPr>
            <p:ph idx="3" type="body"/>
          </p:nvPr>
        </p:nvSpPr>
        <p:spPr>
          <a:xfrm>
            <a:off x="25495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69" name="Google Shape;2569;p222"/>
          <p:cNvSpPr txBox="1"/>
          <p:nvPr>
            <p:ph idx="4" type="subTitle"/>
          </p:nvPr>
        </p:nvSpPr>
        <p:spPr>
          <a:xfrm>
            <a:off x="25495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0" name="Google Shape;2570;p222"/>
          <p:cNvSpPr txBox="1"/>
          <p:nvPr>
            <p:ph idx="5" type="body"/>
          </p:nvPr>
        </p:nvSpPr>
        <p:spPr>
          <a:xfrm>
            <a:off x="47745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71" name="Google Shape;2571;p222"/>
          <p:cNvSpPr txBox="1"/>
          <p:nvPr>
            <p:ph idx="6" type="subTitle"/>
          </p:nvPr>
        </p:nvSpPr>
        <p:spPr>
          <a:xfrm>
            <a:off x="47745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2" name="Google Shape;2572;p222"/>
          <p:cNvSpPr txBox="1"/>
          <p:nvPr>
            <p:ph idx="7" type="body"/>
          </p:nvPr>
        </p:nvSpPr>
        <p:spPr>
          <a:xfrm>
            <a:off x="70669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73" name="Google Shape;2573;p222"/>
          <p:cNvSpPr txBox="1"/>
          <p:nvPr>
            <p:ph idx="8" type="subTitle"/>
          </p:nvPr>
        </p:nvSpPr>
        <p:spPr>
          <a:xfrm>
            <a:off x="70669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574" name="Google Shape;2574;p222"/>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575" name="Google Shape;2575;p222"/>
          <p:cNvSpPr txBox="1"/>
          <p:nvPr>
            <p:ph idx="9"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576" name="Google Shape;2576;p222"/>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2">
  <p:cSld name="TITLE_2_1_1_1_1_2_1_1_1_1_1_1_1_1_1_1_1_1_1_1_1_1_1_1_1_1_1_1_2">
    <p:bg>
      <p:bgPr>
        <a:solidFill>
          <a:schemeClr val="accent1"/>
        </a:solidFill>
      </p:bgPr>
    </p:bg>
    <p:spTree>
      <p:nvGrpSpPr>
        <p:cNvPr id="2577" name="Shape 2577"/>
        <p:cNvGrpSpPr/>
        <p:nvPr/>
      </p:nvGrpSpPr>
      <p:grpSpPr>
        <a:xfrm>
          <a:off x="0" y="0"/>
          <a:ext cx="0" cy="0"/>
          <a:chOff x="0" y="0"/>
          <a:chExt cx="0" cy="0"/>
        </a:xfrm>
      </p:grpSpPr>
      <p:sp>
        <p:nvSpPr>
          <p:cNvPr id="2578" name="Google Shape;2578;p223"/>
          <p:cNvSpPr/>
          <p:nvPr/>
        </p:nvSpPr>
        <p:spPr>
          <a:xfrm>
            <a:off x="86725"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9" name="Google Shape;2579;p223"/>
          <p:cNvSpPr/>
          <p:nvPr/>
        </p:nvSpPr>
        <p:spPr>
          <a:xfrm>
            <a:off x="2346950"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0" name="Google Shape;2580;p223"/>
          <p:cNvSpPr/>
          <p:nvPr/>
        </p:nvSpPr>
        <p:spPr>
          <a:xfrm>
            <a:off x="4602625"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1" name="Google Shape;2581;p223"/>
          <p:cNvSpPr/>
          <p:nvPr/>
        </p:nvSpPr>
        <p:spPr>
          <a:xfrm>
            <a:off x="6870925"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2" name="Google Shape;2582;p223"/>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583" name="Google Shape;2583;p223"/>
          <p:cNvSpPr txBox="1"/>
          <p:nvPr>
            <p:ph idx="1" type="body"/>
          </p:nvPr>
        </p:nvSpPr>
        <p:spPr>
          <a:xfrm>
            <a:off x="2830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84" name="Google Shape;2584;p223"/>
          <p:cNvSpPr txBox="1"/>
          <p:nvPr>
            <p:ph idx="2" type="subTitle"/>
          </p:nvPr>
        </p:nvSpPr>
        <p:spPr>
          <a:xfrm>
            <a:off x="2830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85" name="Google Shape;2585;p223"/>
          <p:cNvSpPr txBox="1"/>
          <p:nvPr>
            <p:ph idx="3" type="body"/>
          </p:nvPr>
        </p:nvSpPr>
        <p:spPr>
          <a:xfrm>
            <a:off x="25567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86" name="Google Shape;2586;p223"/>
          <p:cNvSpPr txBox="1"/>
          <p:nvPr>
            <p:ph idx="4" type="subTitle"/>
          </p:nvPr>
        </p:nvSpPr>
        <p:spPr>
          <a:xfrm>
            <a:off x="25567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87" name="Google Shape;2587;p223"/>
          <p:cNvSpPr txBox="1"/>
          <p:nvPr>
            <p:ph idx="5" type="body"/>
          </p:nvPr>
        </p:nvSpPr>
        <p:spPr>
          <a:xfrm>
            <a:off x="4781675"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88" name="Google Shape;2588;p223"/>
          <p:cNvSpPr txBox="1"/>
          <p:nvPr>
            <p:ph idx="6" type="subTitle"/>
          </p:nvPr>
        </p:nvSpPr>
        <p:spPr>
          <a:xfrm>
            <a:off x="4781675"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89" name="Google Shape;2589;p223"/>
          <p:cNvSpPr txBox="1"/>
          <p:nvPr>
            <p:ph idx="7" type="body"/>
          </p:nvPr>
        </p:nvSpPr>
        <p:spPr>
          <a:xfrm>
            <a:off x="7080413"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590" name="Google Shape;2590;p223"/>
          <p:cNvSpPr txBox="1"/>
          <p:nvPr>
            <p:ph idx="8" type="subTitle"/>
          </p:nvPr>
        </p:nvSpPr>
        <p:spPr>
          <a:xfrm>
            <a:off x="7080413"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591" name="Google Shape;2591;p223"/>
          <p:cNvPicPr preferRelativeResize="0"/>
          <p:nvPr/>
        </p:nvPicPr>
        <p:blipFill rotWithShape="1">
          <a:blip r:embed="rId2">
            <a:alphaModFix/>
          </a:blip>
          <a:srcRect b="0" l="0" r="0" t="0"/>
          <a:stretch/>
        </p:blipFill>
        <p:spPr>
          <a:xfrm>
            <a:off x="6465563" y="4442075"/>
            <a:ext cx="243174" cy="243174"/>
          </a:xfrm>
          <a:prstGeom prst="rect">
            <a:avLst/>
          </a:prstGeom>
          <a:noFill/>
          <a:ln>
            <a:noFill/>
          </a:ln>
        </p:spPr>
      </p:pic>
      <p:pic>
        <p:nvPicPr>
          <p:cNvPr id="2592" name="Google Shape;2592;p223"/>
          <p:cNvPicPr preferRelativeResize="0"/>
          <p:nvPr/>
        </p:nvPicPr>
        <p:blipFill rotWithShape="1">
          <a:blip r:embed="rId2">
            <a:alphaModFix/>
          </a:blip>
          <a:srcRect b="0" l="0" r="0" t="0"/>
          <a:stretch/>
        </p:blipFill>
        <p:spPr>
          <a:xfrm>
            <a:off x="8713263" y="4442075"/>
            <a:ext cx="243174" cy="243174"/>
          </a:xfrm>
          <a:prstGeom prst="rect">
            <a:avLst/>
          </a:prstGeom>
          <a:noFill/>
          <a:ln>
            <a:noFill/>
          </a:ln>
        </p:spPr>
      </p:pic>
      <p:pic>
        <p:nvPicPr>
          <p:cNvPr id="2593" name="Google Shape;2593;p223"/>
          <p:cNvPicPr preferRelativeResize="0"/>
          <p:nvPr/>
        </p:nvPicPr>
        <p:blipFill rotWithShape="1">
          <a:blip r:embed="rId2">
            <a:alphaModFix/>
          </a:blip>
          <a:srcRect b="0" l="0" r="0" t="0"/>
          <a:stretch/>
        </p:blipFill>
        <p:spPr>
          <a:xfrm>
            <a:off x="4169963" y="4442075"/>
            <a:ext cx="243174" cy="243174"/>
          </a:xfrm>
          <a:prstGeom prst="rect">
            <a:avLst/>
          </a:prstGeom>
          <a:noFill/>
          <a:ln>
            <a:noFill/>
          </a:ln>
        </p:spPr>
      </p:pic>
      <p:pic>
        <p:nvPicPr>
          <p:cNvPr id="2594" name="Google Shape;2594;p223"/>
          <p:cNvPicPr preferRelativeResize="0"/>
          <p:nvPr/>
        </p:nvPicPr>
        <p:blipFill rotWithShape="1">
          <a:blip r:embed="rId2">
            <a:alphaModFix/>
          </a:blip>
          <a:srcRect b="0" l="0" r="0" t="0"/>
          <a:stretch/>
        </p:blipFill>
        <p:spPr>
          <a:xfrm>
            <a:off x="1923088" y="4442075"/>
            <a:ext cx="243174" cy="243174"/>
          </a:xfrm>
          <a:prstGeom prst="rect">
            <a:avLst/>
          </a:prstGeom>
          <a:noFill/>
          <a:ln>
            <a:noFill/>
          </a:ln>
        </p:spPr>
      </p:pic>
      <p:pic>
        <p:nvPicPr>
          <p:cNvPr id="2595" name="Google Shape;2595;p223"/>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2596" name="Google Shape;2596;p223"/>
          <p:cNvSpPr txBox="1"/>
          <p:nvPr>
            <p:ph idx="9"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597" name="Google Shape;2597;p223"/>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2 1">
  <p:cSld name="TITLE_2_1_1_1_1_2_1_1_1_1_1_1_1_1_1_1_1_1_1_1_1_1_1_1_1_1_1_1_2_1">
    <p:bg>
      <p:bgPr>
        <a:solidFill>
          <a:schemeClr val="accent1"/>
        </a:solidFill>
      </p:bgPr>
    </p:bg>
    <p:spTree>
      <p:nvGrpSpPr>
        <p:cNvPr id="2598" name="Shape 2598"/>
        <p:cNvGrpSpPr/>
        <p:nvPr/>
      </p:nvGrpSpPr>
      <p:grpSpPr>
        <a:xfrm>
          <a:off x="0" y="0"/>
          <a:ext cx="0" cy="0"/>
          <a:chOff x="0" y="0"/>
          <a:chExt cx="0" cy="0"/>
        </a:xfrm>
      </p:grpSpPr>
      <p:sp>
        <p:nvSpPr>
          <p:cNvPr id="2599" name="Google Shape;2599;p224"/>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600" name="Google Shape;2600;p224"/>
          <p:cNvSpPr txBox="1"/>
          <p:nvPr>
            <p:ph idx="1" type="body"/>
          </p:nvPr>
        </p:nvSpPr>
        <p:spPr>
          <a:xfrm>
            <a:off x="288475"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2601" name="Google Shape;2601;p224"/>
          <p:cNvSpPr txBox="1"/>
          <p:nvPr>
            <p:ph idx="2" type="subTitle"/>
          </p:nvPr>
        </p:nvSpPr>
        <p:spPr>
          <a:xfrm>
            <a:off x="288475"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602" name="Google Shape;2602;p224"/>
          <p:cNvSpPr txBox="1"/>
          <p:nvPr>
            <p:ph idx="3" type="body"/>
          </p:nvPr>
        </p:nvSpPr>
        <p:spPr>
          <a:xfrm>
            <a:off x="2562175"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2603" name="Google Shape;2603;p224"/>
          <p:cNvSpPr txBox="1"/>
          <p:nvPr>
            <p:ph idx="4" type="subTitle"/>
          </p:nvPr>
        </p:nvSpPr>
        <p:spPr>
          <a:xfrm>
            <a:off x="2562175"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604" name="Google Shape;2604;p224"/>
          <p:cNvSpPr txBox="1"/>
          <p:nvPr>
            <p:ph idx="5" type="body"/>
          </p:nvPr>
        </p:nvSpPr>
        <p:spPr>
          <a:xfrm>
            <a:off x="4787150"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2605" name="Google Shape;2605;p224"/>
          <p:cNvSpPr txBox="1"/>
          <p:nvPr>
            <p:ph idx="6" type="subTitle"/>
          </p:nvPr>
        </p:nvSpPr>
        <p:spPr>
          <a:xfrm>
            <a:off x="4787150"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606" name="Google Shape;2606;p224"/>
          <p:cNvSpPr txBox="1"/>
          <p:nvPr>
            <p:ph idx="7" type="body"/>
          </p:nvPr>
        </p:nvSpPr>
        <p:spPr>
          <a:xfrm>
            <a:off x="7079550"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2607" name="Google Shape;2607;p224"/>
          <p:cNvSpPr txBox="1"/>
          <p:nvPr>
            <p:ph idx="8" type="subTitle"/>
          </p:nvPr>
        </p:nvSpPr>
        <p:spPr>
          <a:xfrm>
            <a:off x="7079550"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2608" name="Google Shape;2608;p224"/>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609" name="Google Shape;2609;p224"/>
          <p:cNvSpPr txBox="1"/>
          <p:nvPr>
            <p:ph idx="9"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610" name="Google Shape;2610;p224"/>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p:cSld name="TITLE_2_2_1_2_2">
    <p:bg>
      <p:bgPr>
        <a:solidFill>
          <a:schemeClr val="dk2"/>
        </a:solidFill>
      </p:bgPr>
    </p:bg>
    <p:spTree>
      <p:nvGrpSpPr>
        <p:cNvPr id="2611" name="Shape 2611"/>
        <p:cNvGrpSpPr/>
        <p:nvPr/>
      </p:nvGrpSpPr>
      <p:grpSpPr>
        <a:xfrm>
          <a:off x="0" y="0"/>
          <a:ext cx="0" cy="0"/>
          <a:chOff x="0" y="0"/>
          <a:chExt cx="0" cy="0"/>
        </a:xfrm>
      </p:grpSpPr>
      <p:sp>
        <p:nvSpPr>
          <p:cNvPr id="2612" name="Google Shape;2612;p225"/>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13" name="Google Shape;2613;p225"/>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614" name="Google Shape;2614;p225"/>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615" name="Google Shape;2615;p225"/>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616" name="Google Shape;2616;p225"/>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617" name="Google Shape;2617;p225"/>
          <p:cNvSpPr txBox="1"/>
          <p:nvPr>
            <p:ph idx="2"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1">
  <p:cSld name="TITLE_2_1_1_1_1_3_2">
    <p:bg>
      <p:bgPr>
        <a:solidFill>
          <a:schemeClr val="accent1"/>
        </a:solidFill>
      </p:bgPr>
    </p:bg>
    <p:spTree>
      <p:nvGrpSpPr>
        <p:cNvPr id="2618" name="Shape 2618"/>
        <p:cNvGrpSpPr/>
        <p:nvPr/>
      </p:nvGrpSpPr>
      <p:grpSpPr>
        <a:xfrm>
          <a:off x="0" y="0"/>
          <a:ext cx="0" cy="0"/>
          <a:chOff x="0" y="0"/>
          <a:chExt cx="0" cy="0"/>
        </a:xfrm>
      </p:grpSpPr>
      <p:sp>
        <p:nvSpPr>
          <p:cNvPr id="2619" name="Google Shape;2619;p226"/>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0" name="Google Shape;2620;p226"/>
          <p:cNvSpPr/>
          <p:nvPr/>
        </p:nvSpPr>
        <p:spPr>
          <a:xfrm>
            <a:off x="991956" y="121600"/>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2621" name="Google Shape;2621;p226"/>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622" name="Google Shape;2622;p226"/>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623" name="Google Shape;2623;p226"/>
          <p:cNvSpPr txBox="1"/>
          <p:nvPr>
            <p:ph idx="12" type="sldNum"/>
          </p:nvPr>
        </p:nvSpPr>
        <p:spPr>
          <a:xfrm>
            <a:off x="929256" y="93713"/>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2624" name="Google Shape;2624;p226"/>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625" name="Google Shape;2625;p226"/>
          <p:cNvSpPr txBox="1"/>
          <p:nvPr>
            <p:ph type="title"/>
          </p:nvPr>
        </p:nvSpPr>
        <p:spPr>
          <a:xfrm>
            <a:off x="314275" y="11258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2626" name="Google Shape;2626;p226"/>
          <p:cNvSpPr txBox="1"/>
          <p:nvPr>
            <p:ph idx="2" type="body"/>
          </p:nvPr>
        </p:nvSpPr>
        <p:spPr>
          <a:xfrm>
            <a:off x="314275" y="263657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627" name="Google Shape;2627;p226"/>
          <p:cNvSpPr txBox="1"/>
          <p:nvPr>
            <p:ph idx="3" type="subTitle"/>
          </p:nvPr>
        </p:nvSpPr>
        <p:spPr>
          <a:xfrm>
            <a:off x="314275" y="228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2">
  <p:cSld name="TITLE_2_2_1_2_3">
    <p:bg>
      <p:bgPr>
        <a:solidFill>
          <a:schemeClr val="dk2"/>
        </a:solidFill>
      </p:bgPr>
    </p:bg>
    <p:spTree>
      <p:nvGrpSpPr>
        <p:cNvPr id="2628" name="Shape 2628"/>
        <p:cNvGrpSpPr/>
        <p:nvPr/>
      </p:nvGrpSpPr>
      <p:grpSpPr>
        <a:xfrm>
          <a:off x="0" y="0"/>
          <a:ext cx="0" cy="0"/>
          <a:chOff x="0" y="0"/>
          <a:chExt cx="0" cy="0"/>
        </a:xfrm>
      </p:grpSpPr>
      <p:sp>
        <p:nvSpPr>
          <p:cNvPr id="2629" name="Google Shape;2629;p227"/>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0" name="Google Shape;2630;p227"/>
          <p:cNvSpPr/>
          <p:nvPr/>
        </p:nvSpPr>
        <p:spPr>
          <a:xfrm>
            <a:off x="991956" y="117789"/>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2631" name="Google Shape;2631;p227"/>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632" name="Google Shape;2632;p227"/>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633" name="Google Shape;2633;p227"/>
          <p:cNvSpPr txBox="1"/>
          <p:nvPr>
            <p:ph idx="12" type="sldNum"/>
          </p:nvPr>
        </p:nvSpPr>
        <p:spPr>
          <a:xfrm>
            <a:off x="929256" y="89901"/>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2634" name="Google Shape;2634;p227"/>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635" name="Google Shape;2635;p227"/>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636" name="Google Shape;2636;p227"/>
          <p:cNvSpPr txBox="1"/>
          <p:nvPr>
            <p:ph idx="2"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1 2">
  <p:cSld name="TITLE_2_1_1_1_1_3_3">
    <p:bg>
      <p:bgPr>
        <a:solidFill>
          <a:schemeClr val="accent1"/>
        </a:solidFill>
      </p:bgPr>
    </p:bg>
    <p:spTree>
      <p:nvGrpSpPr>
        <p:cNvPr id="2637" name="Shape 2637"/>
        <p:cNvGrpSpPr/>
        <p:nvPr/>
      </p:nvGrpSpPr>
      <p:grpSpPr>
        <a:xfrm>
          <a:off x="0" y="0"/>
          <a:ext cx="0" cy="0"/>
          <a:chOff x="0" y="0"/>
          <a:chExt cx="0" cy="0"/>
        </a:xfrm>
      </p:grpSpPr>
      <p:sp>
        <p:nvSpPr>
          <p:cNvPr id="2638" name="Google Shape;2638;p228"/>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9" name="Google Shape;2639;p228"/>
          <p:cNvSpPr/>
          <p:nvPr/>
        </p:nvSpPr>
        <p:spPr>
          <a:xfrm>
            <a:off x="991956" y="121600"/>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640" name="Google Shape;2640;p228"/>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641" name="Google Shape;2641;p228"/>
          <p:cNvSpPr txBox="1"/>
          <p:nvPr>
            <p:ph idx="12" type="sldNum"/>
          </p:nvPr>
        </p:nvSpPr>
        <p:spPr>
          <a:xfrm>
            <a:off x="929256" y="93713"/>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2642" name="Google Shape;2642;p228"/>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643" name="Google Shape;2643;p228"/>
          <p:cNvSpPr txBox="1"/>
          <p:nvPr>
            <p:ph type="title"/>
          </p:nvPr>
        </p:nvSpPr>
        <p:spPr>
          <a:xfrm>
            <a:off x="314275" y="11258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2644" name="Google Shape;2644;p228"/>
          <p:cNvSpPr txBox="1"/>
          <p:nvPr>
            <p:ph idx="2" type="body"/>
          </p:nvPr>
        </p:nvSpPr>
        <p:spPr>
          <a:xfrm>
            <a:off x="314275" y="263657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645" name="Google Shape;2645;p228"/>
          <p:cNvSpPr txBox="1"/>
          <p:nvPr>
            <p:ph idx="3" type="subTitle"/>
          </p:nvPr>
        </p:nvSpPr>
        <p:spPr>
          <a:xfrm>
            <a:off x="314275" y="228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pic>
        <p:nvPicPr>
          <p:cNvPr id="2646" name="Google Shape;2646;p228"/>
          <p:cNvPicPr preferRelativeResize="0"/>
          <p:nvPr/>
        </p:nvPicPr>
        <p:blipFill rotWithShape="1">
          <a:blip r:embed="rId2">
            <a:alphaModFix/>
          </a:blip>
          <a:srcRect b="0" l="0" r="0" t="0"/>
          <a:stretch/>
        </p:blipFill>
        <p:spPr>
          <a:xfrm>
            <a:off x="7802498" y="53350"/>
            <a:ext cx="1221354" cy="296100"/>
          </a:xfrm>
          <a:prstGeom prst="rect">
            <a:avLst/>
          </a:prstGeom>
          <a:noFill/>
          <a:ln>
            <a:noFill/>
          </a:ln>
        </p:spPr>
      </p:pic>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p:cSld name="TITLE_2_1_1_1">
    <p:bg>
      <p:bgPr>
        <a:solidFill>
          <a:schemeClr val="dk2"/>
        </a:solidFill>
      </p:bgPr>
    </p:bg>
    <p:spTree>
      <p:nvGrpSpPr>
        <p:cNvPr id="2647" name="Shape 2647"/>
        <p:cNvGrpSpPr/>
        <p:nvPr/>
      </p:nvGrpSpPr>
      <p:grpSpPr>
        <a:xfrm>
          <a:off x="0" y="0"/>
          <a:ext cx="0" cy="0"/>
          <a:chOff x="0" y="0"/>
          <a:chExt cx="0" cy="0"/>
        </a:xfrm>
      </p:grpSpPr>
      <p:sp>
        <p:nvSpPr>
          <p:cNvPr id="2648" name="Google Shape;2648;p229"/>
          <p:cNvSpPr/>
          <p:nvPr/>
        </p:nvSpPr>
        <p:spPr>
          <a:xfrm>
            <a:off x="120150" y="766200"/>
            <a:ext cx="89037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9" name="Google Shape;2649;p229"/>
          <p:cNvSpPr txBox="1"/>
          <p:nvPr>
            <p:ph type="title"/>
          </p:nvPr>
        </p:nvSpPr>
        <p:spPr>
          <a:xfrm>
            <a:off x="222100" y="1562275"/>
            <a:ext cx="5825100" cy="976800"/>
          </a:xfrm>
          <a:prstGeom prst="rect">
            <a:avLst/>
          </a:prstGeom>
          <a:noFill/>
          <a:ln>
            <a:noFill/>
          </a:ln>
        </p:spPr>
        <p:txBody>
          <a:bodyPr anchorCtr="0" anchor="t" bIns="91425" lIns="91425"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2650" name="Google Shape;2650;p229"/>
          <p:cNvSpPr txBox="1"/>
          <p:nvPr>
            <p:ph idx="1" type="body"/>
          </p:nvPr>
        </p:nvSpPr>
        <p:spPr>
          <a:xfrm>
            <a:off x="3005900"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51" name="Google Shape;2651;p229"/>
          <p:cNvSpPr txBox="1"/>
          <p:nvPr>
            <p:ph idx="2" type="body"/>
          </p:nvPr>
        </p:nvSpPr>
        <p:spPr>
          <a:xfrm>
            <a:off x="5944050" y="2824188"/>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52" name="Google Shape;2652;p22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653" name="Google Shape;2653;p22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654" name="Google Shape;2654;p229"/>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4">
  <p:cSld name="TITLE_2_2_1_4">
    <p:bg>
      <p:bgPr>
        <a:solidFill>
          <a:schemeClr val="dk2"/>
        </a:solidFill>
      </p:bgPr>
    </p:bg>
    <p:spTree>
      <p:nvGrpSpPr>
        <p:cNvPr id="2655" name="Shape 2655"/>
        <p:cNvGrpSpPr/>
        <p:nvPr/>
      </p:nvGrpSpPr>
      <p:grpSpPr>
        <a:xfrm>
          <a:off x="0" y="0"/>
          <a:ext cx="0" cy="0"/>
          <a:chOff x="0" y="0"/>
          <a:chExt cx="0" cy="0"/>
        </a:xfrm>
      </p:grpSpPr>
      <p:sp>
        <p:nvSpPr>
          <p:cNvPr id="2656" name="Google Shape;2656;p230"/>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57" name="Google Shape;2657;p230"/>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658" name="Google Shape;2658;p230"/>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659" name="Google Shape;2659;p230"/>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660" name="Google Shape;2660;p230"/>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3 1">
  <p:cSld name="Title slide 2 2 1 3">
    <p:bg>
      <p:bgPr>
        <a:solidFill>
          <a:schemeClr val="dk2"/>
        </a:solidFill>
      </p:bgPr>
    </p:bg>
    <p:spTree>
      <p:nvGrpSpPr>
        <p:cNvPr id="2661" name="Shape 2661"/>
        <p:cNvGrpSpPr/>
        <p:nvPr/>
      </p:nvGrpSpPr>
      <p:grpSpPr>
        <a:xfrm>
          <a:off x="0" y="0"/>
          <a:ext cx="0" cy="0"/>
          <a:chOff x="0" y="0"/>
          <a:chExt cx="0" cy="0"/>
        </a:xfrm>
      </p:grpSpPr>
      <p:sp>
        <p:nvSpPr>
          <p:cNvPr id="2662" name="Google Shape;2662;p231"/>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663" name="Google Shape;2663;p231"/>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664" name="Google Shape;2664;p231"/>
          <p:cNvSpPr txBox="1"/>
          <p:nvPr>
            <p:ph type="title"/>
          </p:nvPr>
        </p:nvSpPr>
        <p:spPr>
          <a:xfrm>
            <a:off x="345775" y="593950"/>
            <a:ext cx="8456400" cy="1089600"/>
          </a:xfrm>
          <a:prstGeom prst="rect">
            <a:avLst/>
          </a:prstGeom>
          <a:noFill/>
          <a:ln>
            <a:noFill/>
          </a:ln>
        </p:spPr>
        <p:txBody>
          <a:bodyPr anchorCtr="0" anchor="t" bIns="68575" lIns="0" spcFirstLastPara="1" rIns="68575" wrap="square" tIns="68575">
            <a:normAutofit/>
          </a:bodyPr>
          <a:lstStyle>
            <a:lvl1pPr lvl="0"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665" name="Google Shape;2665;p231"/>
          <p:cNvSpPr txBox="1"/>
          <p:nvPr>
            <p:ph idx="1" type="body"/>
          </p:nvPr>
        </p:nvSpPr>
        <p:spPr>
          <a:xfrm>
            <a:off x="314275" y="1413950"/>
            <a:ext cx="8430600" cy="2915700"/>
          </a:xfrm>
          <a:prstGeom prst="rect">
            <a:avLst/>
          </a:prstGeom>
          <a:noFill/>
          <a:ln>
            <a:noFill/>
          </a:ln>
        </p:spPr>
        <p:txBody>
          <a:bodyPr anchorCtr="0" anchor="t" bIns="68575" lIns="0" spcFirstLastPara="1" rIns="68575" wrap="square" tIns="0">
            <a:normAutofit/>
          </a:bodyPr>
          <a:lstStyle>
            <a:lvl1pPr indent="-285750" lvl="0" marL="457200" algn="l">
              <a:lnSpc>
                <a:spcPct val="115000"/>
              </a:lnSpc>
              <a:spcBef>
                <a:spcPts val="0"/>
              </a:spcBef>
              <a:spcAft>
                <a:spcPts val="0"/>
              </a:spcAft>
              <a:buSzPts val="900"/>
              <a:buFont typeface="Inter"/>
              <a:buChar char="●"/>
              <a:defRPr sz="1200">
                <a:latin typeface="Inter"/>
                <a:ea typeface="Inter"/>
                <a:cs typeface="Inter"/>
                <a:sym typeface="Inter"/>
              </a:defRPr>
            </a:lvl1pPr>
            <a:lvl2pPr indent="-285750" lvl="1" marL="914400" algn="l">
              <a:lnSpc>
                <a:spcPct val="115000"/>
              </a:lnSpc>
              <a:spcBef>
                <a:spcPts val="0"/>
              </a:spcBef>
              <a:spcAft>
                <a:spcPts val="0"/>
              </a:spcAft>
              <a:buSzPts val="900"/>
              <a:buFont typeface="Inter"/>
              <a:buChar char="○"/>
              <a:defRPr sz="1200">
                <a:latin typeface="Inter"/>
                <a:ea typeface="Inter"/>
                <a:cs typeface="Inter"/>
                <a:sym typeface="Inter"/>
              </a:defRPr>
            </a:lvl2pPr>
            <a:lvl3pPr indent="-285750" lvl="2" marL="1371600" algn="l">
              <a:lnSpc>
                <a:spcPct val="115000"/>
              </a:lnSpc>
              <a:spcBef>
                <a:spcPts val="0"/>
              </a:spcBef>
              <a:spcAft>
                <a:spcPts val="0"/>
              </a:spcAft>
              <a:buSzPts val="900"/>
              <a:buFont typeface="Inter"/>
              <a:buChar char="■"/>
              <a:defRPr sz="1200">
                <a:latin typeface="Inter"/>
                <a:ea typeface="Inter"/>
                <a:cs typeface="Inter"/>
                <a:sym typeface="Inter"/>
              </a:defRPr>
            </a:lvl3pPr>
            <a:lvl4pPr indent="-285750" lvl="3" marL="1828800" algn="l">
              <a:lnSpc>
                <a:spcPct val="115000"/>
              </a:lnSpc>
              <a:spcBef>
                <a:spcPts val="0"/>
              </a:spcBef>
              <a:spcAft>
                <a:spcPts val="0"/>
              </a:spcAft>
              <a:buSzPts val="900"/>
              <a:buFont typeface="Inter"/>
              <a:buChar char="●"/>
              <a:defRPr sz="1200">
                <a:latin typeface="Inter"/>
                <a:ea typeface="Inter"/>
                <a:cs typeface="Inter"/>
                <a:sym typeface="Inter"/>
              </a:defRPr>
            </a:lvl4pPr>
            <a:lvl5pPr indent="-285750" lvl="4" marL="2286000" algn="l">
              <a:lnSpc>
                <a:spcPct val="115000"/>
              </a:lnSpc>
              <a:spcBef>
                <a:spcPts val="0"/>
              </a:spcBef>
              <a:spcAft>
                <a:spcPts val="0"/>
              </a:spcAft>
              <a:buSzPts val="900"/>
              <a:buFont typeface="Inter"/>
              <a:buChar char="○"/>
              <a:defRPr sz="1200">
                <a:latin typeface="Inter"/>
                <a:ea typeface="Inter"/>
                <a:cs typeface="Inter"/>
                <a:sym typeface="Inter"/>
              </a:defRPr>
            </a:lvl5pPr>
            <a:lvl6pPr indent="-285750" lvl="5" marL="2743200" algn="l">
              <a:lnSpc>
                <a:spcPct val="115000"/>
              </a:lnSpc>
              <a:spcBef>
                <a:spcPts val="0"/>
              </a:spcBef>
              <a:spcAft>
                <a:spcPts val="0"/>
              </a:spcAft>
              <a:buSzPts val="900"/>
              <a:buFont typeface="Inter"/>
              <a:buChar char="■"/>
              <a:defRPr sz="1200">
                <a:latin typeface="Inter"/>
                <a:ea typeface="Inter"/>
                <a:cs typeface="Inter"/>
                <a:sym typeface="Inter"/>
              </a:defRPr>
            </a:lvl6pPr>
            <a:lvl7pPr indent="-285750" lvl="6" marL="3200400" algn="l">
              <a:lnSpc>
                <a:spcPct val="115000"/>
              </a:lnSpc>
              <a:spcBef>
                <a:spcPts val="0"/>
              </a:spcBef>
              <a:spcAft>
                <a:spcPts val="0"/>
              </a:spcAft>
              <a:buSzPts val="900"/>
              <a:buFont typeface="Inter"/>
              <a:buChar char="●"/>
              <a:defRPr sz="1200">
                <a:latin typeface="Inter"/>
                <a:ea typeface="Inter"/>
                <a:cs typeface="Inter"/>
                <a:sym typeface="Inter"/>
              </a:defRPr>
            </a:lvl7pPr>
            <a:lvl8pPr indent="-285750" lvl="7" marL="3657600" algn="l">
              <a:lnSpc>
                <a:spcPct val="115000"/>
              </a:lnSpc>
              <a:spcBef>
                <a:spcPts val="0"/>
              </a:spcBef>
              <a:spcAft>
                <a:spcPts val="0"/>
              </a:spcAft>
              <a:buSzPts val="900"/>
              <a:buFont typeface="Inter"/>
              <a:buChar char="○"/>
              <a:defRPr sz="1200">
                <a:latin typeface="Inter"/>
                <a:ea typeface="Inter"/>
                <a:cs typeface="Inter"/>
                <a:sym typeface="Inter"/>
              </a:defRPr>
            </a:lvl8pPr>
            <a:lvl9pPr indent="-285750" lvl="8" marL="4114800" algn="l">
              <a:lnSpc>
                <a:spcPct val="115000"/>
              </a:lnSpc>
              <a:spcBef>
                <a:spcPts val="0"/>
              </a:spcBef>
              <a:spcAft>
                <a:spcPts val="0"/>
              </a:spcAft>
              <a:buSzPts val="900"/>
              <a:buFont typeface="Inter"/>
              <a:buChar char="■"/>
              <a:defRPr sz="1200">
                <a:latin typeface="Inter"/>
                <a:ea typeface="Inter"/>
                <a:cs typeface="Inter"/>
                <a:sym typeface="Inter"/>
              </a:defRPr>
            </a:lvl9pPr>
          </a:lstStyle>
          <a:p/>
        </p:txBody>
      </p:sp>
      <p:sp>
        <p:nvSpPr>
          <p:cNvPr id="2666" name="Google Shape;2666;p231"/>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667" name="Google Shape;2667;p231"/>
          <p:cNvSpPr txBox="1"/>
          <p:nvPr>
            <p:ph idx="2" type="title"/>
          </p:nvPr>
        </p:nvSpPr>
        <p:spPr>
          <a:xfrm>
            <a:off x="345775" y="1032100"/>
            <a:ext cx="8456400" cy="1089600"/>
          </a:xfrm>
          <a:prstGeom prst="rect">
            <a:avLst/>
          </a:prstGeom>
          <a:noFill/>
          <a:ln>
            <a:noFill/>
          </a:ln>
        </p:spPr>
        <p:txBody>
          <a:bodyPr anchorCtr="0" anchor="t" bIns="68575" lIns="0" spcFirstLastPara="1" rIns="68575" wrap="square" tIns="68575">
            <a:normAutofit/>
          </a:bodyPr>
          <a:lstStyle>
            <a:lvl1pPr lvl="0"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668" name="Google Shape;2668;p23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669" name="Google Shape;2669;p231"/>
          <p:cNvPicPr preferRelativeResize="0"/>
          <p:nvPr/>
        </p:nvPicPr>
        <p:blipFill rotWithShape="1">
          <a:blip r:embed="rId2">
            <a:alphaModFix/>
          </a:blip>
          <a:srcRect b="0" l="0" r="0" t="0"/>
          <a:stretch/>
        </p:blipFill>
        <p:spPr>
          <a:xfrm>
            <a:off x="7973351" y="229964"/>
            <a:ext cx="958101" cy="170225"/>
          </a:xfrm>
          <a:prstGeom prst="rect">
            <a:avLst/>
          </a:prstGeom>
          <a:noFill/>
          <a:ln>
            <a:noFill/>
          </a:ln>
        </p:spPr>
      </p:pic>
      <p:sp>
        <p:nvSpPr>
          <p:cNvPr id="2670" name="Google Shape;2670;p231"/>
          <p:cNvSpPr txBox="1"/>
          <p:nvPr>
            <p:ph idx="12" type="sldNum"/>
          </p:nvPr>
        </p:nvSpPr>
        <p:spPr>
          <a:xfrm>
            <a:off x="8632389" y="4836899"/>
            <a:ext cx="393000" cy="2154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3">
  <p:cSld name="TITLE_2_2_1_2_4">
    <p:bg>
      <p:bgPr>
        <a:solidFill>
          <a:schemeClr val="dk2"/>
        </a:solidFill>
      </p:bgPr>
    </p:bg>
    <p:spTree>
      <p:nvGrpSpPr>
        <p:cNvPr id="2671" name="Shape 2671"/>
        <p:cNvGrpSpPr/>
        <p:nvPr/>
      </p:nvGrpSpPr>
      <p:grpSpPr>
        <a:xfrm>
          <a:off x="0" y="0"/>
          <a:ext cx="0" cy="0"/>
          <a:chOff x="0" y="0"/>
          <a:chExt cx="0" cy="0"/>
        </a:xfrm>
      </p:grpSpPr>
      <p:sp>
        <p:nvSpPr>
          <p:cNvPr id="2672" name="Google Shape;2672;p232"/>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3" name="Google Shape;2673;p232"/>
          <p:cNvSpPr/>
          <p:nvPr/>
        </p:nvSpPr>
        <p:spPr>
          <a:xfrm>
            <a:off x="991956" y="117789"/>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2674" name="Google Shape;2674;p232"/>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675" name="Google Shape;2675;p232"/>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676" name="Google Shape;2676;p232"/>
          <p:cNvSpPr txBox="1"/>
          <p:nvPr>
            <p:ph idx="12" type="sldNum"/>
          </p:nvPr>
        </p:nvSpPr>
        <p:spPr>
          <a:xfrm>
            <a:off x="929256" y="89901"/>
            <a:ext cx="285000" cy="2154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2677" name="Google Shape;2677;p232"/>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678" name="Google Shape;2678;p232"/>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679" name="Google Shape;2679;p232"/>
          <p:cNvSpPr txBox="1"/>
          <p:nvPr>
            <p:ph idx="2"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1 1 1 1 2 1">
  <p:cSld name="Title slide 2 1 1 1 1 2 1 1 1 1 1 1 1 1 1 1 1 1 1 1 1 1 1 1 1 1 1 1 1 1 1 1 1 1 1 1 1 1 1">
    <p:bg>
      <p:bgPr>
        <a:solidFill>
          <a:schemeClr val="accent1"/>
        </a:solidFill>
      </p:bgPr>
    </p:bg>
    <p:spTree>
      <p:nvGrpSpPr>
        <p:cNvPr id="2680" name="Shape 2680"/>
        <p:cNvGrpSpPr/>
        <p:nvPr/>
      </p:nvGrpSpPr>
      <p:grpSpPr>
        <a:xfrm>
          <a:off x="0" y="0"/>
          <a:ext cx="0" cy="0"/>
          <a:chOff x="0" y="0"/>
          <a:chExt cx="0" cy="0"/>
        </a:xfrm>
      </p:grpSpPr>
      <p:sp>
        <p:nvSpPr>
          <p:cNvPr id="2681" name="Google Shape;2681;p233"/>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82" name="Google Shape;2682;p233"/>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683" name="Google Shape;2683;p233"/>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684" name="Google Shape;2684;p233"/>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685" name="Google Shape;2685;p233"/>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2 1 1">
  <p:cSld name="Title slide 2 1 1 1 1 2 1 1 1 1 1 1 1 1 1 1 1 1 1 1 1 2 1">
    <p:bg>
      <p:bgPr>
        <a:solidFill>
          <a:schemeClr val="dk2"/>
        </a:solidFill>
      </p:bgPr>
    </p:bg>
    <p:spTree>
      <p:nvGrpSpPr>
        <p:cNvPr id="2686" name="Shape 2686"/>
        <p:cNvGrpSpPr/>
        <p:nvPr/>
      </p:nvGrpSpPr>
      <p:grpSpPr>
        <a:xfrm>
          <a:off x="0" y="0"/>
          <a:ext cx="0" cy="0"/>
          <a:chOff x="0" y="0"/>
          <a:chExt cx="0" cy="0"/>
        </a:xfrm>
      </p:grpSpPr>
      <p:sp>
        <p:nvSpPr>
          <p:cNvPr id="2687" name="Google Shape;2687;p234"/>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688" name="Google Shape;2688;p234"/>
          <p:cNvSpPr txBox="1"/>
          <p:nvPr>
            <p:ph idx="1"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2689" name="Google Shape;2689;p234"/>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0" name="Google Shape;2690;p234"/>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1" name="Google Shape;2691;p234"/>
          <p:cNvSpPr txBox="1"/>
          <p:nvPr>
            <p:ph idx="2"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692" name="Google Shape;2692;p23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693" name="Google Shape;2693;p23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694" name="Google Shape;2694;p23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4 1 1">
  <p:cSld name="Title slide 2 1 1 1 1 2 1 1 1 1 1 1 1 1 1 1 1 1 1 1 1 1 1 1 1 1 1 1 1 4 1">
    <p:bg>
      <p:bgPr>
        <a:solidFill>
          <a:schemeClr val="dk2"/>
        </a:solidFill>
      </p:bgPr>
    </p:bg>
    <p:spTree>
      <p:nvGrpSpPr>
        <p:cNvPr id="2695" name="Shape 2695"/>
        <p:cNvGrpSpPr/>
        <p:nvPr/>
      </p:nvGrpSpPr>
      <p:grpSpPr>
        <a:xfrm>
          <a:off x="0" y="0"/>
          <a:ext cx="0" cy="0"/>
          <a:chOff x="0" y="0"/>
          <a:chExt cx="0" cy="0"/>
        </a:xfrm>
      </p:grpSpPr>
      <p:sp>
        <p:nvSpPr>
          <p:cNvPr id="2696" name="Google Shape;2696;p235"/>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7" name="Google Shape;2697;p235"/>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8" name="Google Shape;2698;p235"/>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9" name="Google Shape;2699;p235"/>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0" name="Google Shape;2700;p23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701" name="Google Shape;2701;p23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702" name="Google Shape;2702;p23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703" name="Google Shape;2703;p235"/>
          <p:cNvSpPr txBox="1"/>
          <p:nvPr>
            <p:ph type="title"/>
          </p:nvPr>
        </p:nvSpPr>
        <p:spPr>
          <a:xfrm>
            <a:off x="290263" y="712650"/>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704" name="Google Shape;2704;p235"/>
          <p:cNvSpPr txBox="1"/>
          <p:nvPr>
            <p:ph idx="1" type="body"/>
          </p:nvPr>
        </p:nvSpPr>
        <p:spPr>
          <a:xfrm>
            <a:off x="5436863" y="8067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705" name="Google Shape;2705;p235"/>
          <p:cNvSpPr txBox="1"/>
          <p:nvPr>
            <p:ph idx="2" type="body"/>
          </p:nvPr>
        </p:nvSpPr>
        <p:spPr>
          <a:xfrm>
            <a:off x="5436863" y="16894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706" name="Google Shape;2706;p235"/>
          <p:cNvSpPr txBox="1"/>
          <p:nvPr>
            <p:ph idx="3" type="body"/>
          </p:nvPr>
        </p:nvSpPr>
        <p:spPr>
          <a:xfrm>
            <a:off x="5436863" y="25721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707" name="Google Shape;2707;p235"/>
          <p:cNvSpPr txBox="1"/>
          <p:nvPr>
            <p:ph idx="4" type="body"/>
          </p:nvPr>
        </p:nvSpPr>
        <p:spPr>
          <a:xfrm>
            <a:off x="5436863" y="3380625"/>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708" name="Google Shape;2708;p235"/>
          <p:cNvSpPr txBox="1"/>
          <p:nvPr>
            <p:ph idx="5" type="body"/>
          </p:nvPr>
        </p:nvSpPr>
        <p:spPr>
          <a:xfrm>
            <a:off x="5436863" y="418910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709" name="Google Shape;2709;p235"/>
          <p:cNvSpPr txBox="1"/>
          <p:nvPr/>
        </p:nvSpPr>
        <p:spPr>
          <a:xfrm>
            <a:off x="4772263" y="10205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1</a:t>
            </a:r>
            <a:endParaRPr b="0" i="0" sz="4900" u="none" cap="none" strike="noStrike">
              <a:solidFill>
                <a:schemeClr val="accent1"/>
              </a:solidFill>
              <a:latin typeface="Inter Black"/>
              <a:ea typeface="Inter Black"/>
              <a:cs typeface="Inter Black"/>
              <a:sym typeface="Inter Black"/>
            </a:endParaRPr>
          </a:p>
        </p:txBody>
      </p:sp>
      <p:sp>
        <p:nvSpPr>
          <p:cNvPr id="2710" name="Google Shape;2710;p235"/>
          <p:cNvSpPr txBox="1"/>
          <p:nvPr/>
        </p:nvSpPr>
        <p:spPr>
          <a:xfrm>
            <a:off x="4772263" y="18302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2</a:t>
            </a:r>
            <a:endParaRPr b="0" i="0" sz="4900" u="none" cap="none" strike="noStrike">
              <a:solidFill>
                <a:schemeClr val="accent1"/>
              </a:solidFill>
              <a:latin typeface="Inter Black"/>
              <a:ea typeface="Inter Black"/>
              <a:cs typeface="Inter Black"/>
              <a:sym typeface="Inter Black"/>
            </a:endParaRPr>
          </a:p>
        </p:txBody>
      </p:sp>
      <p:sp>
        <p:nvSpPr>
          <p:cNvPr id="2711" name="Google Shape;2711;p235"/>
          <p:cNvSpPr txBox="1"/>
          <p:nvPr/>
        </p:nvSpPr>
        <p:spPr>
          <a:xfrm>
            <a:off x="4772263" y="26399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3</a:t>
            </a:r>
            <a:endParaRPr b="0" i="0" sz="4900" u="none" cap="none" strike="noStrike">
              <a:solidFill>
                <a:schemeClr val="accent1"/>
              </a:solidFill>
              <a:latin typeface="Inter Black"/>
              <a:ea typeface="Inter Black"/>
              <a:cs typeface="Inter Black"/>
              <a:sym typeface="Inter Black"/>
            </a:endParaRPr>
          </a:p>
        </p:txBody>
      </p:sp>
      <p:sp>
        <p:nvSpPr>
          <p:cNvPr id="2712" name="Google Shape;2712;p235"/>
          <p:cNvSpPr txBox="1"/>
          <p:nvPr/>
        </p:nvSpPr>
        <p:spPr>
          <a:xfrm>
            <a:off x="4772263" y="34496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4</a:t>
            </a:r>
            <a:endParaRPr b="0" i="0" sz="4900" u="none" cap="none" strike="noStrike">
              <a:solidFill>
                <a:schemeClr val="accent1"/>
              </a:solidFill>
              <a:latin typeface="Inter Black"/>
              <a:ea typeface="Inter Black"/>
              <a:cs typeface="Inter Black"/>
              <a:sym typeface="Inter Black"/>
            </a:endParaRPr>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2 1 1 2">
  <p:cSld name="Title slide 2 2 2 1 1">
    <p:bg>
      <p:bgPr>
        <a:solidFill>
          <a:schemeClr val="dk2"/>
        </a:solidFill>
      </p:bgPr>
    </p:bg>
    <p:spTree>
      <p:nvGrpSpPr>
        <p:cNvPr id="2713" name="Shape 2713"/>
        <p:cNvGrpSpPr/>
        <p:nvPr/>
      </p:nvGrpSpPr>
      <p:grpSpPr>
        <a:xfrm>
          <a:off x="0" y="0"/>
          <a:ext cx="0" cy="0"/>
          <a:chOff x="0" y="0"/>
          <a:chExt cx="0" cy="0"/>
        </a:xfrm>
      </p:grpSpPr>
      <p:sp>
        <p:nvSpPr>
          <p:cNvPr id="2714" name="Google Shape;2714;p236"/>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715" name="Google Shape;2715;p236"/>
          <p:cNvSpPr txBox="1"/>
          <p:nvPr>
            <p:ph idx="1" type="body"/>
          </p:nvPr>
        </p:nvSpPr>
        <p:spPr>
          <a:xfrm>
            <a:off x="1823850" y="164637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2716" name="Google Shape;2716;p236"/>
          <p:cNvSpPr txBox="1"/>
          <p:nvPr>
            <p:ph idx="2" type="body"/>
          </p:nvPr>
        </p:nvSpPr>
        <p:spPr>
          <a:xfrm>
            <a:off x="1823850" y="2559550"/>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2717" name="Google Shape;2717;p236"/>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8" name="Google Shape;2718;p236"/>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9" name="Google Shape;2719;p236"/>
          <p:cNvSpPr txBox="1"/>
          <p:nvPr>
            <p:ph idx="3" type="body"/>
          </p:nvPr>
        </p:nvSpPr>
        <p:spPr>
          <a:xfrm>
            <a:off x="1823850" y="347272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2720" name="Google Shape;2720;p236"/>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1" name="Google Shape;2721;p23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722" name="Google Shape;2722;p23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723" name="Google Shape;2723;p23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arge text 1 1">
  <p:cSld name="1_Title_large text 1">
    <p:bg>
      <p:bgPr>
        <a:solidFill>
          <a:srgbClr val="F2F8F3"/>
        </a:solidFill>
      </p:bgPr>
    </p:bg>
    <p:spTree>
      <p:nvGrpSpPr>
        <p:cNvPr id="2724" name="Shape 2724"/>
        <p:cNvGrpSpPr/>
        <p:nvPr/>
      </p:nvGrpSpPr>
      <p:grpSpPr>
        <a:xfrm>
          <a:off x="0" y="0"/>
          <a:ext cx="0" cy="0"/>
          <a:chOff x="0" y="0"/>
          <a:chExt cx="0" cy="0"/>
        </a:xfrm>
      </p:grpSpPr>
      <p:sp>
        <p:nvSpPr>
          <p:cNvPr id="2725" name="Google Shape;2725;p237"/>
          <p:cNvSpPr/>
          <p:nvPr/>
        </p:nvSpPr>
        <p:spPr>
          <a:xfrm>
            <a:off x="7970700" y="0"/>
            <a:ext cx="1173300" cy="759900"/>
          </a:xfrm>
          <a:prstGeom prst="roundRect">
            <a:avLst>
              <a:gd fmla="val 37011"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6" name="Google Shape;2726;p237"/>
          <p:cNvSpPr txBox="1"/>
          <p:nvPr>
            <p:ph type="title"/>
          </p:nvPr>
        </p:nvSpPr>
        <p:spPr>
          <a:xfrm>
            <a:off x="252000" y="540000"/>
            <a:ext cx="8640000" cy="1089600"/>
          </a:xfrm>
          <a:prstGeom prst="rect">
            <a:avLst/>
          </a:prstGeom>
          <a:noFill/>
          <a:ln>
            <a:noFill/>
          </a:ln>
        </p:spPr>
        <p:txBody>
          <a:bodyPr anchorCtr="0" anchor="t" bIns="91425" lIns="0" spcFirstLastPara="1" rIns="91425" wrap="square" tIns="91425">
            <a:normAutofit/>
          </a:bodyPr>
          <a:lstStyle>
            <a:lvl1pPr lvl="0" algn="l">
              <a:lnSpc>
                <a:spcPct val="90000"/>
              </a:lnSpc>
              <a:spcBef>
                <a:spcPts val="0"/>
              </a:spcBef>
              <a:spcAft>
                <a:spcPts val="0"/>
              </a:spcAft>
              <a:buClr>
                <a:schemeClr val="dk2"/>
              </a:buClr>
              <a:buSzPts val="9000"/>
              <a:buFont typeface="Inter Tight Black"/>
              <a:buNone/>
              <a:defRPr sz="20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9pPr>
          </a:lstStyle>
          <a:p/>
        </p:txBody>
      </p:sp>
      <p:sp>
        <p:nvSpPr>
          <p:cNvPr id="2727" name="Google Shape;2727;p237"/>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dk2"/>
                </a:solidFill>
                <a:latin typeface="Inter"/>
                <a:ea typeface="Inter"/>
                <a:cs typeface="Inter"/>
                <a:sym typeface="Inter"/>
              </a:rPr>
              <a:t>‹#›</a:t>
            </a:fld>
            <a:endParaRPr b="1" i="0" sz="800" u="none" cap="none" strike="noStrike">
              <a:solidFill>
                <a:schemeClr val="dk2"/>
              </a:solidFill>
              <a:latin typeface="Inter"/>
              <a:ea typeface="Inter"/>
              <a:cs typeface="Inter"/>
              <a:sym typeface="Inter"/>
            </a:endParaRPr>
          </a:p>
        </p:txBody>
      </p:sp>
      <p:pic>
        <p:nvPicPr>
          <p:cNvPr id="2728" name="Google Shape;2728;p237"/>
          <p:cNvPicPr preferRelativeResize="0"/>
          <p:nvPr/>
        </p:nvPicPr>
        <p:blipFill rotWithShape="1">
          <a:blip r:embed="rId2">
            <a:alphaModFix/>
          </a:blip>
          <a:srcRect b="0" l="0" r="0" t="0"/>
          <a:stretch/>
        </p:blipFill>
        <p:spPr>
          <a:xfrm>
            <a:off x="7973001" y="221841"/>
            <a:ext cx="958045" cy="170225"/>
          </a:xfrm>
          <a:prstGeom prst="rect">
            <a:avLst/>
          </a:prstGeom>
          <a:noFill/>
          <a:ln>
            <a:noFill/>
          </a:ln>
        </p:spPr>
      </p:pic>
      <p:sp>
        <p:nvSpPr>
          <p:cNvPr id="2729" name="Google Shape;2729;p237"/>
          <p:cNvSpPr/>
          <p:nvPr>
            <p:ph idx="1" type="body"/>
          </p:nvPr>
        </p:nvSpPr>
        <p:spPr>
          <a:xfrm>
            <a:off x="252000" y="252000"/>
            <a:ext cx="1649400" cy="1980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b="0" i="0" sz="600">
                <a:solidFill>
                  <a:schemeClr val="dk1"/>
                </a:solidFill>
                <a:latin typeface="Inter"/>
                <a:ea typeface="Inter"/>
                <a:cs typeface="Inter"/>
                <a:sym typeface="Inte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extLst>
    <p:ext uri="{DCECCB84-F9BA-43D5-87BE-67443E8EF086}">
      <p15:sldGuideLst>
        <p15:guide id="1" pos="1212">
          <p15:clr>
            <a:srgbClr val="F9AD4C"/>
          </p15:clr>
        </p15:guide>
        <p15:guide id="2" pos="1379">
          <p15:clr>
            <a:srgbClr val="F9AD4C"/>
          </p15:clr>
        </p15:guide>
        <p15:guide id="3" pos="2268">
          <p15:clr>
            <a:srgbClr val="F9AD4C"/>
          </p15:clr>
        </p15:guide>
        <p15:guide id="4" pos="2438">
          <p15:clr>
            <a:srgbClr val="F9AD4C"/>
          </p15:clr>
        </p15:guide>
        <p15:guide id="5" pos="3331">
          <p15:clr>
            <a:srgbClr val="F9AD4C"/>
          </p15:clr>
        </p15:guide>
        <p15:guide id="6" pos="3492">
          <p15:clr>
            <a:srgbClr val="F9AD4C"/>
          </p15:clr>
        </p15:guide>
        <p15:guide id="7" pos="4381">
          <p15:clr>
            <a:srgbClr val="F9AD4C"/>
          </p15:clr>
        </p15:guide>
        <p15:guide id="8" pos="4548">
          <p15:clr>
            <a:srgbClr val="F9AD4C"/>
          </p15:clr>
        </p15:guide>
        <p15:guide id="9" orient="horz" pos="397">
          <p15:clr>
            <a:srgbClr val="F9AD4C"/>
          </p15:clr>
        </p15:guide>
        <p15:guide id="10" orient="horz" pos="792">
          <p15:clr>
            <a:srgbClr val="F9AD4C"/>
          </p15:clr>
        </p15:guide>
      </p15:sldGuideLst>
    </p:ext>
  </p:extLst>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3 1">
  <p:cSld name="1_Title slide 2 1 1 1 1 2 3">
    <p:bg>
      <p:bgPr>
        <a:solidFill>
          <a:schemeClr val="dk2"/>
        </a:solidFill>
      </p:bgPr>
    </p:bg>
    <p:spTree>
      <p:nvGrpSpPr>
        <p:cNvPr id="2730" name="Shape 2730"/>
        <p:cNvGrpSpPr/>
        <p:nvPr/>
      </p:nvGrpSpPr>
      <p:grpSpPr>
        <a:xfrm>
          <a:off x="0" y="0"/>
          <a:ext cx="0" cy="0"/>
          <a:chOff x="0" y="0"/>
          <a:chExt cx="0" cy="0"/>
        </a:xfrm>
      </p:grpSpPr>
      <p:sp>
        <p:nvSpPr>
          <p:cNvPr id="2731" name="Google Shape;2731;p238"/>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2" name="Google Shape;2732;p238"/>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3" name="Google Shape;2733;p238"/>
          <p:cNvSpPr txBox="1"/>
          <p:nvPr>
            <p:ph type="title"/>
          </p:nvPr>
        </p:nvSpPr>
        <p:spPr>
          <a:xfrm>
            <a:off x="381850" y="10618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9pPr>
          </a:lstStyle>
          <a:p/>
        </p:txBody>
      </p:sp>
      <p:sp>
        <p:nvSpPr>
          <p:cNvPr id="2734" name="Google Shape;2734;p238"/>
          <p:cNvSpPr txBox="1"/>
          <p:nvPr>
            <p:ph idx="1" type="body"/>
          </p:nvPr>
        </p:nvSpPr>
        <p:spPr>
          <a:xfrm>
            <a:off x="381850"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2735" name="Google Shape;2735;p238"/>
          <p:cNvSpPr txBox="1"/>
          <p:nvPr>
            <p:ph idx="2" type="subTitle"/>
          </p:nvPr>
        </p:nvSpPr>
        <p:spPr>
          <a:xfrm>
            <a:off x="381850"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736" name="Google Shape;2736;p238"/>
          <p:cNvSpPr/>
          <p:nvPr/>
        </p:nvSpPr>
        <p:spPr>
          <a:xfrm rot="-5400000">
            <a:off x="4386425" y="249325"/>
            <a:ext cx="4173900" cy="49095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7" name="Google Shape;2737;p23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738" name="Google Shape;2738;p23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739" name="Google Shape;2739;p23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2">
  <p:cSld name="Title slide 2 1 1 1 1 2 1 1 1 1 1 1 1 1 1 1 1 1 1 1 1 1 1 1 1 2">
    <p:bg>
      <p:bgPr>
        <a:solidFill>
          <a:schemeClr val="accent1"/>
        </a:solidFill>
      </p:bgPr>
    </p:bg>
    <p:spTree>
      <p:nvGrpSpPr>
        <p:cNvPr id="2740" name="Shape 2740"/>
        <p:cNvGrpSpPr/>
        <p:nvPr/>
      </p:nvGrpSpPr>
      <p:grpSpPr>
        <a:xfrm>
          <a:off x="0" y="0"/>
          <a:ext cx="0" cy="0"/>
          <a:chOff x="0" y="0"/>
          <a:chExt cx="0" cy="0"/>
        </a:xfrm>
      </p:grpSpPr>
      <p:sp>
        <p:nvSpPr>
          <p:cNvPr id="2741" name="Google Shape;2741;p239"/>
          <p:cNvSpPr txBox="1"/>
          <p:nvPr>
            <p:ph type="title"/>
          </p:nvPr>
        </p:nvSpPr>
        <p:spPr>
          <a:xfrm>
            <a:off x="99375" y="1363900"/>
            <a:ext cx="22626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600"/>
              <a:buFont typeface="Inter Tight Black"/>
              <a:buNone/>
              <a:defRPr sz="36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600"/>
              <a:buNone/>
              <a:defRPr sz="3600">
                <a:solidFill>
                  <a:schemeClr val="lt1"/>
                </a:solidFill>
              </a:defRPr>
            </a:lvl2pPr>
            <a:lvl3pPr lvl="2" algn="l">
              <a:lnSpc>
                <a:spcPct val="70000"/>
              </a:lnSpc>
              <a:spcBef>
                <a:spcPts val="0"/>
              </a:spcBef>
              <a:spcAft>
                <a:spcPts val="0"/>
              </a:spcAft>
              <a:buClr>
                <a:schemeClr val="lt1"/>
              </a:buClr>
              <a:buSzPts val="3600"/>
              <a:buNone/>
              <a:defRPr sz="3600">
                <a:solidFill>
                  <a:schemeClr val="lt1"/>
                </a:solidFill>
              </a:defRPr>
            </a:lvl3pPr>
            <a:lvl4pPr lvl="3" algn="l">
              <a:lnSpc>
                <a:spcPct val="70000"/>
              </a:lnSpc>
              <a:spcBef>
                <a:spcPts val="0"/>
              </a:spcBef>
              <a:spcAft>
                <a:spcPts val="0"/>
              </a:spcAft>
              <a:buClr>
                <a:schemeClr val="lt1"/>
              </a:buClr>
              <a:buSzPts val="3600"/>
              <a:buNone/>
              <a:defRPr sz="3600">
                <a:solidFill>
                  <a:schemeClr val="lt1"/>
                </a:solidFill>
              </a:defRPr>
            </a:lvl4pPr>
            <a:lvl5pPr lvl="4" algn="l">
              <a:lnSpc>
                <a:spcPct val="70000"/>
              </a:lnSpc>
              <a:spcBef>
                <a:spcPts val="0"/>
              </a:spcBef>
              <a:spcAft>
                <a:spcPts val="0"/>
              </a:spcAft>
              <a:buClr>
                <a:schemeClr val="lt1"/>
              </a:buClr>
              <a:buSzPts val="3600"/>
              <a:buNone/>
              <a:defRPr sz="3600">
                <a:solidFill>
                  <a:schemeClr val="lt1"/>
                </a:solidFill>
              </a:defRPr>
            </a:lvl5pPr>
            <a:lvl6pPr lvl="5" algn="l">
              <a:lnSpc>
                <a:spcPct val="70000"/>
              </a:lnSpc>
              <a:spcBef>
                <a:spcPts val="0"/>
              </a:spcBef>
              <a:spcAft>
                <a:spcPts val="0"/>
              </a:spcAft>
              <a:buClr>
                <a:schemeClr val="lt1"/>
              </a:buClr>
              <a:buSzPts val="3600"/>
              <a:buNone/>
              <a:defRPr sz="3600">
                <a:solidFill>
                  <a:schemeClr val="lt1"/>
                </a:solidFill>
              </a:defRPr>
            </a:lvl6pPr>
            <a:lvl7pPr lvl="6" algn="l">
              <a:lnSpc>
                <a:spcPct val="70000"/>
              </a:lnSpc>
              <a:spcBef>
                <a:spcPts val="0"/>
              </a:spcBef>
              <a:spcAft>
                <a:spcPts val="0"/>
              </a:spcAft>
              <a:buClr>
                <a:schemeClr val="lt1"/>
              </a:buClr>
              <a:buSzPts val="3600"/>
              <a:buNone/>
              <a:defRPr sz="3600">
                <a:solidFill>
                  <a:schemeClr val="lt1"/>
                </a:solidFill>
              </a:defRPr>
            </a:lvl7pPr>
            <a:lvl8pPr lvl="7" algn="l">
              <a:lnSpc>
                <a:spcPct val="70000"/>
              </a:lnSpc>
              <a:spcBef>
                <a:spcPts val="0"/>
              </a:spcBef>
              <a:spcAft>
                <a:spcPts val="0"/>
              </a:spcAft>
              <a:buClr>
                <a:schemeClr val="lt1"/>
              </a:buClr>
              <a:buSzPts val="3600"/>
              <a:buNone/>
              <a:defRPr sz="3600">
                <a:solidFill>
                  <a:schemeClr val="lt1"/>
                </a:solidFill>
              </a:defRPr>
            </a:lvl8pPr>
            <a:lvl9pPr lvl="8" algn="l">
              <a:lnSpc>
                <a:spcPct val="70000"/>
              </a:lnSpc>
              <a:spcBef>
                <a:spcPts val="0"/>
              </a:spcBef>
              <a:spcAft>
                <a:spcPts val="0"/>
              </a:spcAft>
              <a:buClr>
                <a:schemeClr val="lt1"/>
              </a:buClr>
              <a:buSzPts val="3600"/>
              <a:buNone/>
              <a:defRPr sz="3600">
                <a:solidFill>
                  <a:schemeClr val="lt1"/>
                </a:solidFill>
              </a:defRPr>
            </a:lvl9pPr>
          </a:lstStyle>
          <a:p/>
        </p:txBody>
      </p:sp>
      <p:sp>
        <p:nvSpPr>
          <p:cNvPr id="2742" name="Google Shape;2742;p239"/>
          <p:cNvSpPr txBox="1"/>
          <p:nvPr>
            <p:ph idx="1" type="body"/>
          </p:nvPr>
        </p:nvSpPr>
        <p:spPr>
          <a:xfrm>
            <a:off x="99375" y="2961875"/>
            <a:ext cx="2262600" cy="1448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2743" name="Google Shape;2743;p239"/>
          <p:cNvSpPr txBox="1"/>
          <p:nvPr>
            <p:ph idx="2" type="subTitle"/>
          </p:nvPr>
        </p:nvSpPr>
        <p:spPr>
          <a:xfrm>
            <a:off x="99375" y="2569050"/>
            <a:ext cx="22626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2744" name="Google Shape;2744;p239"/>
          <p:cNvSpPr/>
          <p:nvPr/>
        </p:nvSpPr>
        <p:spPr>
          <a:xfrm>
            <a:off x="991956" y="121600"/>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2745" name="Google Shape;2745;p239"/>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746" name="Google Shape;2746;p239"/>
          <p:cNvSpPr txBox="1"/>
          <p:nvPr>
            <p:ph idx="3"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747" name="Google Shape;2747;p239"/>
          <p:cNvSpPr txBox="1"/>
          <p:nvPr>
            <p:ph idx="12" type="sldNum"/>
          </p:nvPr>
        </p:nvSpPr>
        <p:spPr>
          <a:xfrm>
            <a:off x="929256" y="93713"/>
            <a:ext cx="285000" cy="2154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2748" name="Google Shape;2748;p239"/>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749" name="Google Shape;2749;p239"/>
          <p:cNvSpPr/>
          <p:nvPr/>
        </p:nvSpPr>
        <p:spPr>
          <a:xfrm>
            <a:off x="2439375" y="418688"/>
            <a:ext cx="6626400" cy="4426200"/>
          </a:xfrm>
          <a:prstGeom prst="roundRect">
            <a:avLst>
              <a:gd fmla="val 35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4 1">
  <p:cSld name="Title slide 2 1 1 1 1 2 1 1 1 1 1 1 1 1 1 1 1 1 1 4 1">
    <p:bg>
      <p:bgPr>
        <a:solidFill>
          <a:schemeClr val="accent1"/>
        </a:solidFill>
      </p:bgPr>
    </p:bg>
    <p:spTree>
      <p:nvGrpSpPr>
        <p:cNvPr id="2750" name="Shape 2750"/>
        <p:cNvGrpSpPr/>
        <p:nvPr/>
      </p:nvGrpSpPr>
      <p:grpSpPr>
        <a:xfrm>
          <a:off x="0" y="0"/>
          <a:ext cx="0" cy="0"/>
          <a:chOff x="0" y="0"/>
          <a:chExt cx="0" cy="0"/>
        </a:xfrm>
      </p:grpSpPr>
      <p:sp>
        <p:nvSpPr>
          <p:cNvPr id="2751" name="Google Shape;2751;p240"/>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52" name="Google Shape;2752;p240"/>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753" name="Google Shape;2753;p240"/>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754" name="Google Shape;2754;p240"/>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755" name="Google Shape;2755;p240"/>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2756" name="Google Shape;2756;p240"/>
          <p:cNvSpPr txBox="1"/>
          <p:nvPr>
            <p:ph idx="12" type="sldNum"/>
          </p:nvPr>
        </p:nvSpPr>
        <p:spPr>
          <a:xfrm>
            <a:off x="8859006" y="4920375"/>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2757" name="Google Shape;2757;p240"/>
          <p:cNvSpPr/>
          <p:nvPr/>
        </p:nvSpPr>
        <p:spPr>
          <a:xfrm>
            <a:off x="8921706" y="4948264"/>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4">
  <p:cSld name="Title slide 2 1 1 1 1 2 1 1 1 1 1 1 1 1 1 1 1 1 1 1 1 1 1 1 1 1 1 4">
    <p:bg>
      <p:bgPr>
        <a:solidFill>
          <a:schemeClr val="accent1"/>
        </a:solidFill>
      </p:bgPr>
    </p:bg>
    <p:spTree>
      <p:nvGrpSpPr>
        <p:cNvPr id="2758" name="Shape 2758"/>
        <p:cNvGrpSpPr/>
        <p:nvPr/>
      </p:nvGrpSpPr>
      <p:grpSpPr>
        <a:xfrm>
          <a:off x="0" y="0"/>
          <a:ext cx="0" cy="0"/>
          <a:chOff x="0" y="0"/>
          <a:chExt cx="0" cy="0"/>
        </a:xfrm>
      </p:grpSpPr>
      <p:pic>
        <p:nvPicPr>
          <p:cNvPr id="2759" name="Google Shape;2759;p241"/>
          <p:cNvPicPr preferRelativeResize="0"/>
          <p:nvPr/>
        </p:nvPicPr>
        <p:blipFill rotWithShape="1">
          <a:blip r:embed="rId2">
            <a:alphaModFix/>
          </a:blip>
          <a:srcRect b="0" l="0" r="0" t="0"/>
          <a:stretch/>
        </p:blipFill>
        <p:spPr>
          <a:xfrm>
            <a:off x="8065751" y="126947"/>
            <a:ext cx="958101" cy="170225"/>
          </a:xfrm>
          <a:prstGeom prst="rect">
            <a:avLst/>
          </a:prstGeom>
          <a:noFill/>
          <a:ln>
            <a:noFill/>
          </a:ln>
        </p:spPr>
      </p:pic>
      <p:sp>
        <p:nvSpPr>
          <p:cNvPr id="2760" name="Google Shape;2760;p241"/>
          <p:cNvSpPr/>
          <p:nvPr/>
        </p:nvSpPr>
        <p:spPr>
          <a:xfrm>
            <a:off x="252000" y="1928825"/>
            <a:ext cx="8640000" cy="29634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2761" name="Google Shape;2761;p241"/>
          <p:cNvSpPr txBox="1"/>
          <p:nvPr>
            <p:ph type="title"/>
          </p:nvPr>
        </p:nvSpPr>
        <p:spPr>
          <a:xfrm>
            <a:off x="252000" y="540000"/>
            <a:ext cx="8153700" cy="976800"/>
          </a:xfrm>
          <a:prstGeom prst="rect">
            <a:avLst/>
          </a:prstGeom>
          <a:noFill/>
          <a:ln>
            <a:noFill/>
          </a:ln>
        </p:spPr>
        <p:txBody>
          <a:bodyPr anchorCtr="0" anchor="t" bIns="68575" lIns="0" spcFirstLastPara="1" rIns="68575" wrap="square" tIns="68575">
            <a:normAutofit/>
          </a:bodyPr>
          <a:lstStyle>
            <a:lvl1pPr lvl="0" algn="l">
              <a:lnSpc>
                <a:spcPct val="90000"/>
              </a:lnSpc>
              <a:spcBef>
                <a:spcPts val="0"/>
              </a:spcBef>
              <a:spcAft>
                <a:spcPts val="0"/>
              </a:spcAft>
              <a:buClr>
                <a:schemeClr val="lt1"/>
              </a:buClr>
              <a:buSzPts val="2900"/>
              <a:buFont typeface="Inter Tight Black"/>
              <a:buNone/>
              <a:defRPr sz="20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2900"/>
              <a:buNone/>
              <a:defRPr sz="3800">
                <a:solidFill>
                  <a:schemeClr val="lt1"/>
                </a:solidFill>
              </a:defRPr>
            </a:lvl2pPr>
            <a:lvl3pPr lvl="2" algn="l">
              <a:lnSpc>
                <a:spcPct val="70000"/>
              </a:lnSpc>
              <a:spcBef>
                <a:spcPts val="0"/>
              </a:spcBef>
              <a:spcAft>
                <a:spcPts val="0"/>
              </a:spcAft>
              <a:buClr>
                <a:schemeClr val="lt1"/>
              </a:buClr>
              <a:buSzPts val="2900"/>
              <a:buNone/>
              <a:defRPr sz="3800">
                <a:solidFill>
                  <a:schemeClr val="lt1"/>
                </a:solidFill>
              </a:defRPr>
            </a:lvl3pPr>
            <a:lvl4pPr lvl="3" algn="l">
              <a:lnSpc>
                <a:spcPct val="70000"/>
              </a:lnSpc>
              <a:spcBef>
                <a:spcPts val="0"/>
              </a:spcBef>
              <a:spcAft>
                <a:spcPts val="0"/>
              </a:spcAft>
              <a:buClr>
                <a:schemeClr val="lt1"/>
              </a:buClr>
              <a:buSzPts val="2900"/>
              <a:buNone/>
              <a:defRPr sz="3800">
                <a:solidFill>
                  <a:schemeClr val="lt1"/>
                </a:solidFill>
              </a:defRPr>
            </a:lvl4pPr>
            <a:lvl5pPr lvl="4" algn="l">
              <a:lnSpc>
                <a:spcPct val="70000"/>
              </a:lnSpc>
              <a:spcBef>
                <a:spcPts val="0"/>
              </a:spcBef>
              <a:spcAft>
                <a:spcPts val="0"/>
              </a:spcAft>
              <a:buClr>
                <a:schemeClr val="lt1"/>
              </a:buClr>
              <a:buSzPts val="2900"/>
              <a:buNone/>
              <a:defRPr sz="3800">
                <a:solidFill>
                  <a:schemeClr val="lt1"/>
                </a:solidFill>
              </a:defRPr>
            </a:lvl5pPr>
            <a:lvl6pPr lvl="5" algn="l">
              <a:lnSpc>
                <a:spcPct val="70000"/>
              </a:lnSpc>
              <a:spcBef>
                <a:spcPts val="0"/>
              </a:spcBef>
              <a:spcAft>
                <a:spcPts val="0"/>
              </a:spcAft>
              <a:buClr>
                <a:schemeClr val="lt1"/>
              </a:buClr>
              <a:buSzPts val="2900"/>
              <a:buNone/>
              <a:defRPr sz="3800">
                <a:solidFill>
                  <a:schemeClr val="lt1"/>
                </a:solidFill>
              </a:defRPr>
            </a:lvl6pPr>
            <a:lvl7pPr lvl="6" algn="l">
              <a:lnSpc>
                <a:spcPct val="70000"/>
              </a:lnSpc>
              <a:spcBef>
                <a:spcPts val="0"/>
              </a:spcBef>
              <a:spcAft>
                <a:spcPts val="0"/>
              </a:spcAft>
              <a:buClr>
                <a:schemeClr val="lt1"/>
              </a:buClr>
              <a:buSzPts val="2900"/>
              <a:buNone/>
              <a:defRPr sz="3800">
                <a:solidFill>
                  <a:schemeClr val="lt1"/>
                </a:solidFill>
              </a:defRPr>
            </a:lvl7pPr>
            <a:lvl8pPr lvl="7" algn="l">
              <a:lnSpc>
                <a:spcPct val="70000"/>
              </a:lnSpc>
              <a:spcBef>
                <a:spcPts val="0"/>
              </a:spcBef>
              <a:spcAft>
                <a:spcPts val="0"/>
              </a:spcAft>
              <a:buClr>
                <a:schemeClr val="lt1"/>
              </a:buClr>
              <a:buSzPts val="2900"/>
              <a:buNone/>
              <a:defRPr sz="3800">
                <a:solidFill>
                  <a:schemeClr val="lt1"/>
                </a:solidFill>
              </a:defRPr>
            </a:lvl8pPr>
            <a:lvl9pPr lvl="8" algn="l">
              <a:lnSpc>
                <a:spcPct val="70000"/>
              </a:lnSpc>
              <a:spcBef>
                <a:spcPts val="0"/>
              </a:spcBef>
              <a:spcAft>
                <a:spcPts val="0"/>
              </a:spcAft>
              <a:buClr>
                <a:schemeClr val="lt1"/>
              </a:buClr>
              <a:buSzPts val="2900"/>
              <a:buNone/>
              <a:defRPr sz="3800">
                <a:solidFill>
                  <a:schemeClr val="lt1"/>
                </a:solidFill>
              </a:defRPr>
            </a:lvl9pPr>
          </a:lstStyle>
          <a:p/>
        </p:txBody>
      </p:sp>
      <p:sp>
        <p:nvSpPr>
          <p:cNvPr id="2762" name="Google Shape;2762;p241"/>
          <p:cNvSpPr/>
          <p:nvPr>
            <p:ph idx="1" type="body"/>
          </p:nvPr>
        </p:nvSpPr>
        <p:spPr>
          <a:xfrm>
            <a:off x="252000" y="252000"/>
            <a:ext cx="1649400" cy="1980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68575" lIns="68575" spcFirstLastPara="1" rIns="68575" wrap="square" tIns="68575">
            <a:normAutofit/>
          </a:bodyPr>
          <a:lstStyle>
            <a:lvl1pPr indent="-228600" lvl="0" marL="457200" algn="l">
              <a:lnSpc>
                <a:spcPct val="100000"/>
              </a:lnSpc>
              <a:spcBef>
                <a:spcPts val="0"/>
              </a:spcBef>
              <a:spcAft>
                <a:spcPts val="0"/>
              </a:spcAft>
              <a:buSzPts val="1400"/>
              <a:buNone/>
              <a:defRPr b="0" i="0" sz="600">
                <a:solidFill>
                  <a:schemeClr val="lt1"/>
                </a:solidFill>
                <a:latin typeface="Inter"/>
                <a:ea typeface="Inter"/>
                <a:cs typeface="Inter"/>
                <a:sym typeface="Inte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763" name="Google Shape;2763;p24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215">
          <p15:clr>
            <a:srgbClr val="FBAE40"/>
          </p15:clr>
        </p15:guide>
        <p15:guide id="2" pos="2160">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3">
  <p:cSld name="Title slide 2 1 1 1 1 2 1 1 1 1 1 1 1 1 1 1 1 1 1">
    <p:bg>
      <p:bgPr>
        <a:solidFill>
          <a:schemeClr val="accent1"/>
        </a:solidFill>
      </p:bgPr>
    </p:bg>
    <p:spTree>
      <p:nvGrpSpPr>
        <p:cNvPr id="2764" name="Shape 2764"/>
        <p:cNvGrpSpPr/>
        <p:nvPr/>
      </p:nvGrpSpPr>
      <p:grpSpPr>
        <a:xfrm>
          <a:off x="0" y="0"/>
          <a:ext cx="0" cy="0"/>
          <a:chOff x="0" y="0"/>
          <a:chExt cx="0" cy="0"/>
        </a:xfrm>
      </p:grpSpPr>
      <p:sp>
        <p:nvSpPr>
          <p:cNvPr id="2765" name="Google Shape;2765;p242"/>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66" name="Google Shape;2766;p242"/>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767" name="Google Shape;2767;p242"/>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768" name="Google Shape;2768;p242"/>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769" name="Google Shape;2769;p242"/>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4">
  <p:cSld name="TITLE_2_1_1_1_1_2_1_1_1_1_1_1_1_1_1_1_1_1_1_4">
    <p:bg>
      <p:bgPr>
        <a:solidFill>
          <a:schemeClr val="accent1"/>
        </a:solidFill>
      </p:bgPr>
    </p:bg>
    <p:spTree>
      <p:nvGrpSpPr>
        <p:cNvPr id="2770" name="Shape 2770"/>
        <p:cNvGrpSpPr/>
        <p:nvPr/>
      </p:nvGrpSpPr>
      <p:grpSpPr>
        <a:xfrm>
          <a:off x="0" y="0"/>
          <a:ext cx="0" cy="0"/>
          <a:chOff x="0" y="0"/>
          <a:chExt cx="0" cy="0"/>
        </a:xfrm>
      </p:grpSpPr>
      <p:sp>
        <p:nvSpPr>
          <p:cNvPr id="2771" name="Google Shape;2771;p243"/>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72" name="Google Shape;2772;p243"/>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2773" name="Google Shape;2773;p243"/>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2774" name="Google Shape;2774;p243"/>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775" name="Google Shape;2775;p243"/>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2776" name="Google Shape;2776;p243"/>
          <p:cNvSpPr txBox="1"/>
          <p:nvPr>
            <p:ph idx="12" type="sldNum"/>
          </p:nvPr>
        </p:nvSpPr>
        <p:spPr>
          <a:xfrm>
            <a:off x="8859006" y="4920375"/>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2777" name="Google Shape;2777;p243"/>
          <p:cNvSpPr/>
          <p:nvPr/>
        </p:nvSpPr>
        <p:spPr>
          <a:xfrm>
            <a:off x="8921706" y="4948264"/>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782" name="Shape 2782"/>
        <p:cNvGrpSpPr/>
        <p:nvPr/>
      </p:nvGrpSpPr>
      <p:grpSpPr>
        <a:xfrm>
          <a:off x="0" y="0"/>
          <a:ext cx="0" cy="0"/>
          <a:chOff x="0" y="0"/>
          <a:chExt cx="0" cy="0"/>
        </a:xfrm>
      </p:grpSpPr>
    </p:spTree>
  </p:cSld>
  <p:clrMapOvr>
    <a:masterClrMapping/>
  </p:clrMapOvr>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solidFill>
          <a:schemeClr val="accent1"/>
        </a:solidFill>
      </p:bgPr>
    </p:bg>
    <p:spTree>
      <p:nvGrpSpPr>
        <p:cNvPr id="2783" name="Shape 2783"/>
        <p:cNvGrpSpPr/>
        <p:nvPr/>
      </p:nvGrpSpPr>
      <p:grpSpPr>
        <a:xfrm>
          <a:off x="0" y="0"/>
          <a:ext cx="0" cy="0"/>
          <a:chOff x="0" y="0"/>
          <a:chExt cx="0" cy="0"/>
        </a:xfrm>
      </p:grpSpPr>
      <p:sp>
        <p:nvSpPr>
          <p:cNvPr id="2784" name="Google Shape;2784;p24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5" name="Google Shape;2785;p24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6" name="Google Shape;2786;p246"/>
          <p:cNvSpPr txBox="1"/>
          <p:nvPr>
            <p:ph idx="12" type="sldNum"/>
          </p:nvPr>
        </p:nvSpPr>
        <p:spPr>
          <a:xfrm>
            <a:off x="8722877"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pic>
        <p:nvPicPr>
          <p:cNvPr id="2787" name="Google Shape;2787;p24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788" name="Google Shape;2788;p246"/>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55">
          <p15:clr>
            <a:srgbClr val="E46962"/>
          </p15:clr>
        </p15:guide>
        <p15:guide id="2" orient="horz" pos="3122">
          <p15:clr>
            <a:srgbClr val="E46962"/>
          </p15:clr>
        </p15:guide>
      </p15:sldGuideLst>
    </p:ext>
  </p:extLst>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2 1 1 1">
  <p:cSld name="TITLE_2_2_2_1_1_1">
    <p:bg>
      <p:bgPr>
        <a:solidFill>
          <a:schemeClr val="accent1"/>
        </a:solidFill>
      </p:bgPr>
    </p:bg>
    <p:spTree>
      <p:nvGrpSpPr>
        <p:cNvPr id="2789" name="Shape 2789"/>
        <p:cNvGrpSpPr/>
        <p:nvPr/>
      </p:nvGrpSpPr>
      <p:grpSpPr>
        <a:xfrm>
          <a:off x="0" y="0"/>
          <a:ext cx="0" cy="0"/>
          <a:chOff x="0" y="0"/>
          <a:chExt cx="0" cy="0"/>
        </a:xfrm>
      </p:grpSpPr>
      <p:sp>
        <p:nvSpPr>
          <p:cNvPr id="2790" name="Google Shape;2790;p247"/>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1" name="Google Shape;2791;p247"/>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2" name="Google Shape;2792;p24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793" name="Google Shape;2793;p24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794" name="Google Shape;2794;p24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795" name="Google Shape;2795;p247"/>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2796" name="Shape 2796"/>
        <p:cNvGrpSpPr/>
        <p:nvPr/>
      </p:nvGrpSpPr>
      <p:grpSpPr>
        <a:xfrm>
          <a:off x="0" y="0"/>
          <a:ext cx="0" cy="0"/>
          <a:chOff x="0" y="0"/>
          <a:chExt cx="0" cy="0"/>
        </a:xfrm>
      </p:grpSpPr>
      <p:sp>
        <p:nvSpPr>
          <p:cNvPr id="2797" name="Google Shape;2797;p24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798" name="Google Shape;2798;p24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799" name="Google Shape;2799;p24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00" name="Shape 2800"/>
        <p:cNvGrpSpPr/>
        <p:nvPr/>
      </p:nvGrpSpPr>
      <p:grpSpPr>
        <a:xfrm>
          <a:off x="0" y="0"/>
          <a:ext cx="0" cy="0"/>
          <a:chOff x="0" y="0"/>
          <a:chExt cx="0" cy="0"/>
        </a:xfrm>
      </p:grpSpPr>
      <p:sp>
        <p:nvSpPr>
          <p:cNvPr id="2801" name="Google Shape;2801;p2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02" name="Google Shape;2802;p2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03" name="Google Shape;2803;p249"/>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arge text 1">
  <p:cSld name="SECTION_HEADER_2_1">
    <p:bg>
      <p:bgPr>
        <a:solidFill>
          <a:srgbClr val="F2F8F3"/>
        </a:solidFill>
      </p:bgPr>
    </p:bg>
    <p:spTree>
      <p:nvGrpSpPr>
        <p:cNvPr id="2804" name="Shape 2804"/>
        <p:cNvGrpSpPr/>
        <p:nvPr/>
      </p:nvGrpSpPr>
      <p:grpSpPr>
        <a:xfrm>
          <a:off x="0" y="0"/>
          <a:ext cx="0" cy="0"/>
          <a:chOff x="0" y="0"/>
          <a:chExt cx="0" cy="0"/>
        </a:xfrm>
      </p:grpSpPr>
      <p:sp>
        <p:nvSpPr>
          <p:cNvPr id="2805" name="Google Shape;2805;p250"/>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6" name="Google Shape;2806;p250"/>
          <p:cNvSpPr/>
          <p:nvPr/>
        </p:nvSpPr>
        <p:spPr>
          <a:xfrm>
            <a:off x="7970700" y="0"/>
            <a:ext cx="1173300" cy="759900"/>
          </a:xfrm>
          <a:prstGeom prst="roundRect">
            <a:avLst>
              <a:gd fmla="val 37011"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7" name="Google Shape;2807;p250"/>
          <p:cNvSpPr/>
          <p:nvPr/>
        </p:nvSpPr>
        <p:spPr>
          <a:xfrm>
            <a:off x="212550" y="173775"/>
            <a:ext cx="1321500" cy="282600"/>
          </a:xfrm>
          <a:prstGeom prst="roundRect">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sp>
        <p:nvSpPr>
          <p:cNvPr id="2808" name="Google Shape;2808;p250"/>
          <p:cNvSpPr txBox="1"/>
          <p:nvPr>
            <p:ph type="title"/>
          </p:nvPr>
        </p:nvSpPr>
        <p:spPr>
          <a:xfrm>
            <a:off x="343800" y="11248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9pPr>
          </a:lstStyle>
          <a:p/>
        </p:txBody>
      </p:sp>
      <p:sp>
        <p:nvSpPr>
          <p:cNvPr id="2809" name="Google Shape;2809;p250"/>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dk2"/>
                </a:solidFill>
                <a:latin typeface="Inter"/>
                <a:ea typeface="Inter"/>
                <a:cs typeface="Inter"/>
                <a:sym typeface="Inter"/>
              </a:rPr>
              <a:t>‹#›</a:t>
            </a:fld>
            <a:endParaRPr b="1" i="0" sz="800" u="none" cap="none" strike="noStrike">
              <a:solidFill>
                <a:schemeClr val="dk2"/>
              </a:solidFill>
              <a:latin typeface="Inter"/>
              <a:ea typeface="Inter"/>
              <a:cs typeface="Inter"/>
              <a:sym typeface="Inter"/>
            </a:endParaRPr>
          </a:p>
        </p:txBody>
      </p:sp>
      <p:pic>
        <p:nvPicPr>
          <p:cNvPr id="2810" name="Google Shape;2810;p250"/>
          <p:cNvPicPr preferRelativeResize="0"/>
          <p:nvPr/>
        </p:nvPicPr>
        <p:blipFill rotWithShape="1">
          <a:blip r:embed="rId2">
            <a:alphaModFix/>
          </a:blip>
          <a:srcRect b="0" l="0" r="0" t="0"/>
          <a:stretch/>
        </p:blipFill>
        <p:spPr>
          <a:xfrm>
            <a:off x="7973000" y="221840"/>
            <a:ext cx="958045" cy="170225"/>
          </a:xfrm>
          <a:prstGeom prst="rect">
            <a:avLst/>
          </a:prstGeom>
          <a:noFill/>
          <a:ln>
            <a:noFill/>
          </a:ln>
        </p:spPr>
      </p:pic>
    </p:spTree>
  </p:cSld>
  <p:clrMapOvr>
    <a:masterClrMapping/>
  </p:clrMapOvr>
  <p:extLst>
    <p:ext uri="{DCECCB84-F9BA-43D5-87BE-67443E8EF086}">
      <p15:sldGuideLst>
        <p15:guide id="1" pos="1212">
          <p15:clr>
            <a:srgbClr val="F9AD4C"/>
          </p15:clr>
        </p15:guide>
        <p15:guide id="2" pos="1379">
          <p15:clr>
            <a:srgbClr val="F9AD4C"/>
          </p15:clr>
        </p15:guide>
        <p15:guide id="3" pos="2268">
          <p15:clr>
            <a:srgbClr val="F9AD4C"/>
          </p15:clr>
        </p15:guide>
        <p15:guide id="4" pos="2438">
          <p15:clr>
            <a:srgbClr val="F9AD4C"/>
          </p15:clr>
        </p15:guide>
        <p15:guide id="5" pos="3331">
          <p15:clr>
            <a:srgbClr val="F9AD4C"/>
          </p15:clr>
        </p15:guide>
        <p15:guide id="6" pos="3492">
          <p15:clr>
            <a:srgbClr val="F9AD4C"/>
          </p15:clr>
        </p15:guide>
        <p15:guide id="7" pos="4381">
          <p15:clr>
            <a:srgbClr val="F9AD4C"/>
          </p15:clr>
        </p15:guide>
        <p15:guide id="8" pos="4548">
          <p15:clr>
            <a:srgbClr val="F9AD4C"/>
          </p15:clr>
        </p15:guide>
        <p15:guide id="9" orient="horz" pos="397">
          <p15:clr>
            <a:srgbClr val="F9AD4C"/>
          </p15:clr>
        </p15:guide>
        <p15:guide id="10" orient="horz" pos="792">
          <p15:clr>
            <a:srgbClr val="F9AD4C"/>
          </p15:clr>
        </p15:guide>
      </p15:sldGuideLst>
    </p:ext>
  </p:extLst>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3 1 1 1">
  <p:cSld name="TITLE_2_3_1_1_1">
    <p:bg>
      <p:bgPr>
        <a:solidFill>
          <a:schemeClr val="dk2"/>
        </a:solidFill>
      </p:bgPr>
    </p:bg>
    <p:spTree>
      <p:nvGrpSpPr>
        <p:cNvPr id="2811" name="Shape 2811"/>
        <p:cNvGrpSpPr/>
        <p:nvPr/>
      </p:nvGrpSpPr>
      <p:grpSpPr>
        <a:xfrm>
          <a:off x="0" y="0"/>
          <a:ext cx="0" cy="0"/>
          <a:chOff x="0" y="0"/>
          <a:chExt cx="0" cy="0"/>
        </a:xfrm>
      </p:grpSpPr>
      <p:sp>
        <p:nvSpPr>
          <p:cNvPr id="2812" name="Google Shape;2812;p251"/>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3" name="Google Shape;2813;p251"/>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4" name="Google Shape;2814;p251"/>
          <p:cNvSpPr txBox="1"/>
          <p:nvPr>
            <p:ph type="title"/>
          </p:nvPr>
        </p:nvSpPr>
        <p:spPr>
          <a:xfrm>
            <a:off x="343800" y="1322225"/>
            <a:ext cx="8456400" cy="1089600"/>
          </a:xfrm>
          <a:prstGeom prst="rect">
            <a:avLst/>
          </a:prstGeom>
          <a:noFill/>
          <a:ln>
            <a:noFill/>
          </a:ln>
        </p:spPr>
        <p:txBody>
          <a:bodyPr anchorCtr="0" anchor="t" bIns="91425" lIns="0" spcFirstLastPara="1" rIns="91425" wrap="square" tIns="91425">
            <a:normAutofit/>
          </a:bodyPr>
          <a:lstStyle>
            <a:lvl1pPr lvl="0"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1pPr>
            <a:lvl2pPr lvl="1"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2pPr>
            <a:lvl3pPr lvl="2"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3pPr>
            <a:lvl4pPr lvl="3"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4pPr>
            <a:lvl5pPr lvl="4"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5pPr>
            <a:lvl6pPr lvl="5"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6pPr>
            <a:lvl7pPr lvl="6"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7pPr>
            <a:lvl8pPr lvl="7"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8pPr>
            <a:lvl9pPr lvl="8" algn="l">
              <a:lnSpc>
                <a:spcPct val="80000"/>
              </a:lnSpc>
              <a:spcBef>
                <a:spcPts val="0"/>
              </a:spcBef>
              <a:spcAft>
                <a:spcPts val="0"/>
              </a:spcAft>
              <a:buClr>
                <a:srgbClr val="F2F8F3"/>
              </a:buClr>
              <a:buSzPts val="9000"/>
              <a:buFont typeface="Inter Tight Black"/>
              <a:buNone/>
              <a:defRPr sz="9000">
                <a:solidFill>
                  <a:srgbClr val="F2F8F3"/>
                </a:solidFill>
                <a:latin typeface="Inter Tight Black"/>
                <a:ea typeface="Inter Tight Black"/>
                <a:cs typeface="Inter Tight Black"/>
                <a:sym typeface="Inter Tight Black"/>
              </a:defRPr>
            </a:lvl9pPr>
          </a:lstStyle>
          <a:p/>
        </p:txBody>
      </p:sp>
      <p:sp>
        <p:nvSpPr>
          <p:cNvPr id="2815" name="Google Shape;2815;p25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816" name="Google Shape;2816;p25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817" name="Google Shape;2817;p25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3 1 2">
  <p:cSld name="TITLE_2_3_1_2">
    <p:bg>
      <p:bgPr>
        <a:solidFill>
          <a:schemeClr val="accent1"/>
        </a:solidFill>
      </p:bgPr>
    </p:bg>
    <p:spTree>
      <p:nvGrpSpPr>
        <p:cNvPr id="2818" name="Shape 2818"/>
        <p:cNvGrpSpPr/>
        <p:nvPr/>
      </p:nvGrpSpPr>
      <p:grpSpPr>
        <a:xfrm>
          <a:off x="0" y="0"/>
          <a:ext cx="0" cy="0"/>
          <a:chOff x="0" y="0"/>
          <a:chExt cx="0" cy="0"/>
        </a:xfrm>
      </p:grpSpPr>
      <p:sp>
        <p:nvSpPr>
          <p:cNvPr id="2819" name="Google Shape;2819;p252"/>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0" name="Google Shape;2820;p252"/>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1" name="Google Shape;2821;p252"/>
          <p:cNvSpPr txBox="1"/>
          <p:nvPr>
            <p:ph type="title"/>
          </p:nvPr>
        </p:nvSpPr>
        <p:spPr>
          <a:xfrm>
            <a:off x="343800" y="149367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9000"/>
              <a:buFont typeface="Inter Tight Black"/>
              <a:buNone/>
              <a:defRPr sz="9000">
                <a:solidFill>
                  <a:schemeClr val="lt1"/>
                </a:solidFill>
                <a:latin typeface="Inter Tight Black"/>
                <a:ea typeface="Inter Tight Black"/>
                <a:cs typeface="Inter Tight Black"/>
                <a:sym typeface="Inter Tight Black"/>
              </a:defRPr>
            </a:lvl9pPr>
          </a:lstStyle>
          <a:p/>
        </p:txBody>
      </p:sp>
      <p:sp>
        <p:nvSpPr>
          <p:cNvPr id="2822" name="Google Shape;2822;p25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823" name="Google Shape;2823;p25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824" name="Google Shape;2824;p25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1 1">
  <p:cSld name="TITLE_2_1_1_1_1_3_1">
    <p:bg>
      <p:bgPr>
        <a:solidFill>
          <a:schemeClr val="accent1"/>
        </a:solidFill>
      </p:bgPr>
    </p:bg>
    <p:spTree>
      <p:nvGrpSpPr>
        <p:cNvPr id="2825" name="Shape 2825"/>
        <p:cNvGrpSpPr/>
        <p:nvPr/>
      </p:nvGrpSpPr>
      <p:grpSpPr>
        <a:xfrm>
          <a:off x="0" y="0"/>
          <a:ext cx="0" cy="0"/>
          <a:chOff x="0" y="0"/>
          <a:chExt cx="0" cy="0"/>
        </a:xfrm>
      </p:grpSpPr>
      <p:sp>
        <p:nvSpPr>
          <p:cNvPr id="2826" name="Google Shape;2826;p253"/>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7" name="Google Shape;2827;p253"/>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8" name="Google Shape;2828;p253"/>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9" name="Google Shape;2829;p25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830" name="Google Shape;2830;p25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831" name="Google Shape;2831;p25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832" name="Google Shape;2832;p253"/>
          <p:cNvSpPr txBox="1"/>
          <p:nvPr>
            <p:ph type="title"/>
          </p:nvPr>
        </p:nvSpPr>
        <p:spPr>
          <a:xfrm>
            <a:off x="314275" y="11258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2833" name="Google Shape;2833;p253"/>
          <p:cNvSpPr txBox="1"/>
          <p:nvPr>
            <p:ph idx="1" type="body"/>
          </p:nvPr>
        </p:nvSpPr>
        <p:spPr>
          <a:xfrm>
            <a:off x="314275" y="263657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834" name="Google Shape;2834;p253"/>
          <p:cNvSpPr txBox="1"/>
          <p:nvPr>
            <p:ph idx="2" type="subTitle"/>
          </p:nvPr>
        </p:nvSpPr>
        <p:spPr>
          <a:xfrm>
            <a:off x="314275" y="228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2 1 1">
  <p:cSld name="TITLE_2_2_2_1_1">
    <p:bg>
      <p:bgPr>
        <a:solidFill>
          <a:schemeClr val="dk2"/>
        </a:solidFill>
      </p:bgPr>
    </p:bg>
    <p:spTree>
      <p:nvGrpSpPr>
        <p:cNvPr id="2835" name="Shape 2835"/>
        <p:cNvGrpSpPr/>
        <p:nvPr/>
      </p:nvGrpSpPr>
      <p:grpSpPr>
        <a:xfrm>
          <a:off x="0" y="0"/>
          <a:ext cx="0" cy="0"/>
          <a:chOff x="0" y="0"/>
          <a:chExt cx="0" cy="0"/>
        </a:xfrm>
      </p:grpSpPr>
      <p:sp>
        <p:nvSpPr>
          <p:cNvPr id="2836" name="Google Shape;2836;p254"/>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837" name="Google Shape;2837;p254"/>
          <p:cNvSpPr txBox="1"/>
          <p:nvPr>
            <p:ph idx="1" type="body"/>
          </p:nvPr>
        </p:nvSpPr>
        <p:spPr>
          <a:xfrm>
            <a:off x="1823850" y="164637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2838" name="Google Shape;2838;p254"/>
          <p:cNvSpPr txBox="1"/>
          <p:nvPr>
            <p:ph idx="2" type="body"/>
          </p:nvPr>
        </p:nvSpPr>
        <p:spPr>
          <a:xfrm>
            <a:off x="1823850" y="2559550"/>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2839" name="Google Shape;2839;p254"/>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0" name="Google Shape;2840;p254"/>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1" name="Google Shape;2841;p254"/>
          <p:cNvSpPr txBox="1"/>
          <p:nvPr>
            <p:ph idx="3" type="body"/>
          </p:nvPr>
        </p:nvSpPr>
        <p:spPr>
          <a:xfrm>
            <a:off x="1823850" y="347272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2842" name="Google Shape;2842;p254"/>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3" name="Google Shape;2843;p25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844" name="Google Shape;2844;p25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845" name="Google Shape;2845;p25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1">
  <p:cSld name="TITLE_2_2_1_2_1">
    <p:bg>
      <p:bgPr>
        <a:solidFill>
          <a:schemeClr val="dk2"/>
        </a:solidFill>
      </p:bgPr>
    </p:bg>
    <p:spTree>
      <p:nvGrpSpPr>
        <p:cNvPr id="2846" name="Shape 2846"/>
        <p:cNvGrpSpPr/>
        <p:nvPr/>
      </p:nvGrpSpPr>
      <p:grpSpPr>
        <a:xfrm>
          <a:off x="0" y="0"/>
          <a:ext cx="0" cy="0"/>
          <a:chOff x="0" y="0"/>
          <a:chExt cx="0" cy="0"/>
        </a:xfrm>
      </p:grpSpPr>
      <p:sp>
        <p:nvSpPr>
          <p:cNvPr id="2847" name="Google Shape;2847;p255"/>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8" name="Google Shape;2848;p255"/>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9" name="Google Shape;2849;p255"/>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850" name="Google Shape;2850;p255"/>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851" name="Google Shape;2851;p255"/>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2" name="Google Shape;2852;p25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853" name="Google Shape;2853;p25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854" name="Google Shape;2854;p25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2">
  <p:cSld name="TITLE_2_1_1_1_1_2_1_1_2">
    <p:bg>
      <p:bgPr>
        <a:solidFill>
          <a:schemeClr val="accent1"/>
        </a:solidFill>
      </p:bgPr>
    </p:bg>
    <p:spTree>
      <p:nvGrpSpPr>
        <p:cNvPr id="2855" name="Shape 2855"/>
        <p:cNvGrpSpPr/>
        <p:nvPr/>
      </p:nvGrpSpPr>
      <p:grpSpPr>
        <a:xfrm>
          <a:off x="0" y="0"/>
          <a:ext cx="0" cy="0"/>
          <a:chOff x="0" y="0"/>
          <a:chExt cx="0" cy="0"/>
        </a:xfrm>
      </p:grpSpPr>
      <p:sp>
        <p:nvSpPr>
          <p:cNvPr id="2856" name="Google Shape;2856;p256"/>
          <p:cNvSpPr/>
          <p:nvPr>
            <p:ph idx="2" type="pic"/>
          </p:nvPr>
        </p:nvSpPr>
        <p:spPr>
          <a:xfrm>
            <a:off x="0" y="-6600"/>
            <a:ext cx="9144000" cy="5156700"/>
          </a:xfrm>
          <a:prstGeom prst="round1Rect">
            <a:avLst>
              <a:gd fmla="val 5365" name="adj"/>
            </a:avLst>
          </a:prstGeom>
          <a:noFill/>
          <a:ln>
            <a:noFill/>
          </a:ln>
        </p:spPr>
      </p:sp>
      <p:sp>
        <p:nvSpPr>
          <p:cNvPr id="2857" name="Google Shape;2857;p256"/>
          <p:cNvSpPr/>
          <p:nvPr/>
        </p:nvSpPr>
        <p:spPr>
          <a:xfrm>
            <a:off x="212550" y="766200"/>
            <a:ext cx="47595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8" name="Google Shape;2858;p256"/>
          <p:cNvSpPr txBox="1"/>
          <p:nvPr>
            <p:ph type="title"/>
          </p:nvPr>
        </p:nvSpPr>
        <p:spPr>
          <a:xfrm>
            <a:off x="414425" y="118280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859" name="Google Shape;2859;p256"/>
          <p:cNvSpPr txBox="1"/>
          <p:nvPr>
            <p:ph idx="1" type="subTitle"/>
          </p:nvPr>
        </p:nvSpPr>
        <p:spPr>
          <a:xfrm>
            <a:off x="414425" y="235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860" name="Google Shape;2860;p256"/>
          <p:cNvSpPr txBox="1"/>
          <p:nvPr>
            <p:ph idx="3" type="body"/>
          </p:nvPr>
        </p:nvSpPr>
        <p:spPr>
          <a:xfrm>
            <a:off x="414425" y="2726125"/>
            <a:ext cx="3516300" cy="207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861" name="Google Shape;2861;p25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862" name="Google Shape;2862;p25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863" name="Google Shape;2863;p25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pic>
        <p:nvPicPr>
          <p:cNvPr id="2864" name="Google Shape;2864;p256"/>
          <p:cNvPicPr preferRelativeResize="0"/>
          <p:nvPr/>
        </p:nvPicPr>
        <p:blipFill rotWithShape="1">
          <a:blip r:embed="rId3">
            <a:alphaModFix/>
          </a:blip>
          <a:srcRect b="0" l="0" r="0" t="0"/>
          <a:stretch/>
        </p:blipFill>
        <p:spPr>
          <a:xfrm>
            <a:off x="8861400" y="0"/>
            <a:ext cx="282600" cy="282600"/>
          </a:xfrm>
          <a:prstGeom prst="rect">
            <a:avLst/>
          </a:prstGeom>
          <a:noFill/>
          <a:ln>
            <a:noFill/>
          </a:ln>
        </p:spPr>
      </p:pic>
    </p:spTree>
  </p:cSld>
  <p:clrMapOvr>
    <a:masterClrMapping/>
  </p:clrMapOvr>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3">
  <p:cSld name="TITLE_2_1_1_1_1_2_1_1_1_1_1_1_1_1_3">
    <p:bg>
      <p:bgPr>
        <a:solidFill>
          <a:schemeClr val="accent1"/>
        </a:solidFill>
      </p:bgPr>
    </p:bg>
    <p:spTree>
      <p:nvGrpSpPr>
        <p:cNvPr id="2865" name="Shape 2865"/>
        <p:cNvGrpSpPr/>
        <p:nvPr/>
      </p:nvGrpSpPr>
      <p:grpSpPr>
        <a:xfrm>
          <a:off x="0" y="0"/>
          <a:ext cx="0" cy="0"/>
          <a:chOff x="0" y="0"/>
          <a:chExt cx="0" cy="0"/>
        </a:xfrm>
      </p:grpSpPr>
      <p:sp>
        <p:nvSpPr>
          <p:cNvPr id="2866" name="Google Shape;2866;p257"/>
          <p:cNvSpPr/>
          <p:nvPr>
            <p:ph idx="2" type="pic"/>
          </p:nvPr>
        </p:nvSpPr>
        <p:spPr>
          <a:xfrm>
            <a:off x="212550" y="766200"/>
            <a:ext cx="3933000" cy="3933600"/>
          </a:xfrm>
          <a:prstGeom prst="roundRect">
            <a:avLst>
              <a:gd fmla="val 3888" name="adj"/>
            </a:avLst>
          </a:prstGeom>
          <a:noFill/>
          <a:ln>
            <a:noFill/>
          </a:ln>
        </p:spPr>
      </p:sp>
      <p:sp>
        <p:nvSpPr>
          <p:cNvPr id="2867" name="Google Shape;2867;p257"/>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8" name="Google Shape;2868;p257"/>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9" name="Google Shape;2869;p257"/>
          <p:cNvSpPr txBox="1"/>
          <p:nvPr>
            <p:ph idx="1" type="subTitle"/>
          </p:nvPr>
        </p:nvSpPr>
        <p:spPr>
          <a:xfrm>
            <a:off x="4312250" y="1851613"/>
            <a:ext cx="2949000" cy="4452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900"/>
              <a:buFont typeface="Inter Black"/>
              <a:buNone/>
              <a:defRPr sz="1900">
                <a:latin typeface="Inter Black"/>
                <a:ea typeface="Inter Black"/>
                <a:cs typeface="Inter Black"/>
                <a:sym typeface="Inter Black"/>
              </a:defRPr>
            </a:lvl1pPr>
            <a:lvl2pPr lvl="1" algn="l">
              <a:lnSpc>
                <a:spcPct val="100000"/>
              </a:lnSpc>
              <a:spcBef>
                <a:spcPts val="0"/>
              </a:spcBef>
              <a:spcAft>
                <a:spcPts val="0"/>
              </a:spcAft>
              <a:buSzPts val="1900"/>
              <a:buFont typeface="Inter Black"/>
              <a:buNone/>
              <a:defRPr sz="1900">
                <a:latin typeface="Inter Black"/>
                <a:ea typeface="Inter Black"/>
                <a:cs typeface="Inter Black"/>
                <a:sym typeface="Inter Black"/>
              </a:defRPr>
            </a:lvl2pPr>
            <a:lvl3pPr lvl="2" algn="l">
              <a:lnSpc>
                <a:spcPct val="100000"/>
              </a:lnSpc>
              <a:spcBef>
                <a:spcPts val="0"/>
              </a:spcBef>
              <a:spcAft>
                <a:spcPts val="0"/>
              </a:spcAft>
              <a:buSzPts val="1900"/>
              <a:buFont typeface="Inter Black"/>
              <a:buNone/>
              <a:defRPr sz="1900">
                <a:latin typeface="Inter Black"/>
                <a:ea typeface="Inter Black"/>
                <a:cs typeface="Inter Black"/>
                <a:sym typeface="Inter Black"/>
              </a:defRPr>
            </a:lvl3pPr>
            <a:lvl4pPr lvl="3" algn="l">
              <a:lnSpc>
                <a:spcPct val="100000"/>
              </a:lnSpc>
              <a:spcBef>
                <a:spcPts val="0"/>
              </a:spcBef>
              <a:spcAft>
                <a:spcPts val="0"/>
              </a:spcAft>
              <a:buSzPts val="1900"/>
              <a:buFont typeface="Inter Black"/>
              <a:buNone/>
              <a:defRPr sz="1900">
                <a:latin typeface="Inter Black"/>
                <a:ea typeface="Inter Black"/>
                <a:cs typeface="Inter Black"/>
                <a:sym typeface="Inter Black"/>
              </a:defRPr>
            </a:lvl4pPr>
            <a:lvl5pPr lvl="4" algn="l">
              <a:lnSpc>
                <a:spcPct val="100000"/>
              </a:lnSpc>
              <a:spcBef>
                <a:spcPts val="0"/>
              </a:spcBef>
              <a:spcAft>
                <a:spcPts val="0"/>
              </a:spcAft>
              <a:buSzPts val="1900"/>
              <a:buFont typeface="Inter Black"/>
              <a:buNone/>
              <a:defRPr sz="1900">
                <a:latin typeface="Inter Black"/>
                <a:ea typeface="Inter Black"/>
                <a:cs typeface="Inter Black"/>
                <a:sym typeface="Inter Black"/>
              </a:defRPr>
            </a:lvl5pPr>
            <a:lvl6pPr lvl="5" algn="l">
              <a:lnSpc>
                <a:spcPct val="100000"/>
              </a:lnSpc>
              <a:spcBef>
                <a:spcPts val="0"/>
              </a:spcBef>
              <a:spcAft>
                <a:spcPts val="0"/>
              </a:spcAft>
              <a:buSzPts val="1900"/>
              <a:buFont typeface="Inter Black"/>
              <a:buNone/>
              <a:defRPr sz="1900">
                <a:latin typeface="Inter Black"/>
                <a:ea typeface="Inter Black"/>
                <a:cs typeface="Inter Black"/>
                <a:sym typeface="Inter Black"/>
              </a:defRPr>
            </a:lvl6pPr>
            <a:lvl7pPr lvl="6" algn="l">
              <a:lnSpc>
                <a:spcPct val="100000"/>
              </a:lnSpc>
              <a:spcBef>
                <a:spcPts val="0"/>
              </a:spcBef>
              <a:spcAft>
                <a:spcPts val="0"/>
              </a:spcAft>
              <a:buSzPts val="1900"/>
              <a:buFont typeface="Inter Black"/>
              <a:buNone/>
              <a:defRPr sz="1900">
                <a:latin typeface="Inter Black"/>
                <a:ea typeface="Inter Black"/>
                <a:cs typeface="Inter Black"/>
                <a:sym typeface="Inter Black"/>
              </a:defRPr>
            </a:lvl7pPr>
            <a:lvl8pPr lvl="7" algn="l">
              <a:lnSpc>
                <a:spcPct val="100000"/>
              </a:lnSpc>
              <a:spcBef>
                <a:spcPts val="0"/>
              </a:spcBef>
              <a:spcAft>
                <a:spcPts val="0"/>
              </a:spcAft>
              <a:buSzPts val="1900"/>
              <a:buFont typeface="Inter Black"/>
              <a:buNone/>
              <a:defRPr sz="1900">
                <a:latin typeface="Inter Black"/>
                <a:ea typeface="Inter Black"/>
                <a:cs typeface="Inter Black"/>
                <a:sym typeface="Inter Black"/>
              </a:defRPr>
            </a:lvl8pPr>
            <a:lvl9pPr lvl="8" algn="l">
              <a:lnSpc>
                <a:spcPct val="100000"/>
              </a:lnSpc>
              <a:spcBef>
                <a:spcPts val="0"/>
              </a:spcBef>
              <a:spcAft>
                <a:spcPts val="0"/>
              </a:spcAft>
              <a:buSzPts val="1900"/>
              <a:buFont typeface="Inter Black"/>
              <a:buNone/>
              <a:defRPr sz="1900">
                <a:latin typeface="Inter Black"/>
                <a:ea typeface="Inter Black"/>
                <a:cs typeface="Inter Black"/>
                <a:sym typeface="Inter Black"/>
              </a:defRPr>
            </a:lvl9pPr>
          </a:lstStyle>
          <a:p/>
        </p:txBody>
      </p:sp>
      <p:sp>
        <p:nvSpPr>
          <p:cNvPr id="2870" name="Google Shape;2870;p257"/>
          <p:cNvSpPr txBox="1"/>
          <p:nvPr>
            <p:ph idx="3" type="body"/>
          </p:nvPr>
        </p:nvSpPr>
        <p:spPr>
          <a:xfrm>
            <a:off x="4312250" y="2323600"/>
            <a:ext cx="4230900" cy="2050500"/>
          </a:xfrm>
          <a:prstGeom prst="rect">
            <a:avLst/>
          </a:prstGeom>
          <a:noFill/>
          <a:ln>
            <a:noFill/>
          </a:ln>
        </p:spPr>
        <p:txBody>
          <a:bodyPr anchorCtr="0" anchor="t" bIns="91425" lIns="0" spcFirstLastPara="1" rIns="91425" wrap="square" tIns="0">
            <a:no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871" name="Google Shape;2871;p257"/>
          <p:cNvSpPr txBox="1"/>
          <p:nvPr>
            <p:ph type="title"/>
          </p:nvPr>
        </p:nvSpPr>
        <p:spPr>
          <a:xfrm>
            <a:off x="4312250" y="672750"/>
            <a:ext cx="46164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872" name="Google Shape;2872;p257"/>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3" name="Google Shape;2873;p25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874" name="Google Shape;2874;p25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875" name="Google Shape;2875;p25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3 1">
  <p:cSld name="TITLE_2_1_1_1_1_2_1_1_1_1_1_1_1_1_3_1">
    <p:bg>
      <p:bgPr>
        <a:solidFill>
          <a:schemeClr val="accent1"/>
        </a:solidFill>
      </p:bgPr>
    </p:bg>
    <p:spTree>
      <p:nvGrpSpPr>
        <p:cNvPr id="2876" name="Shape 2876"/>
        <p:cNvGrpSpPr/>
        <p:nvPr/>
      </p:nvGrpSpPr>
      <p:grpSpPr>
        <a:xfrm>
          <a:off x="0" y="0"/>
          <a:ext cx="0" cy="0"/>
          <a:chOff x="0" y="0"/>
          <a:chExt cx="0" cy="0"/>
        </a:xfrm>
      </p:grpSpPr>
      <p:sp>
        <p:nvSpPr>
          <p:cNvPr id="2877" name="Google Shape;2877;p258"/>
          <p:cNvSpPr/>
          <p:nvPr>
            <p:ph idx="2" type="pic"/>
          </p:nvPr>
        </p:nvSpPr>
        <p:spPr>
          <a:xfrm>
            <a:off x="212550" y="766200"/>
            <a:ext cx="3933000" cy="3933600"/>
          </a:xfrm>
          <a:prstGeom prst="roundRect">
            <a:avLst>
              <a:gd fmla="val 3888" name="adj"/>
            </a:avLst>
          </a:prstGeom>
          <a:noFill/>
          <a:ln>
            <a:noFill/>
          </a:ln>
        </p:spPr>
      </p:sp>
      <p:sp>
        <p:nvSpPr>
          <p:cNvPr id="2878" name="Google Shape;2878;p258"/>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9" name="Google Shape;2879;p258"/>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0" name="Google Shape;2880;p258"/>
          <p:cNvSpPr txBox="1"/>
          <p:nvPr>
            <p:ph idx="1" type="subTitle"/>
          </p:nvPr>
        </p:nvSpPr>
        <p:spPr>
          <a:xfrm>
            <a:off x="4312250" y="1946738"/>
            <a:ext cx="2949000" cy="4452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1pPr>
            <a:lvl2pPr lvl="1"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2pPr>
            <a:lvl3pPr lvl="2"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3pPr>
            <a:lvl4pPr lvl="3"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4pPr>
            <a:lvl5pPr lvl="4"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5pPr>
            <a:lvl6pPr lvl="5"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6pPr>
            <a:lvl7pPr lvl="6"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7pPr>
            <a:lvl8pPr lvl="7"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8pPr>
            <a:lvl9pPr lvl="8" algn="l">
              <a:lnSpc>
                <a:spcPct val="100000"/>
              </a:lnSpc>
              <a:spcBef>
                <a:spcPts val="0"/>
              </a:spcBef>
              <a:spcAft>
                <a:spcPts val="0"/>
              </a:spcAft>
              <a:buClr>
                <a:schemeClr val="lt2"/>
              </a:buClr>
              <a:buSzPts val="1900"/>
              <a:buFont typeface="Inter Black"/>
              <a:buNone/>
              <a:defRPr sz="1900">
                <a:solidFill>
                  <a:schemeClr val="lt2"/>
                </a:solidFill>
                <a:latin typeface="Inter Black"/>
                <a:ea typeface="Inter Black"/>
                <a:cs typeface="Inter Black"/>
                <a:sym typeface="Inter Black"/>
              </a:defRPr>
            </a:lvl9pPr>
          </a:lstStyle>
          <a:p/>
        </p:txBody>
      </p:sp>
      <p:sp>
        <p:nvSpPr>
          <p:cNvPr id="2881" name="Google Shape;2881;p258"/>
          <p:cNvSpPr txBox="1"/>
          <p:nvPr>
            <p:ph idx="3" type="body"/>
          </p:nvPr>
        </p:nvSpPr>
        <p:spPr>
          <a:xfrm>
            <a:off x="4312250" y="2418725"/>
            <a:ext cx="4230900" cy="2050500"/>
          </a:xfrm>
          <a:prstGeom prst="rect">
            <a:avLst/>
          </a:prstGeom>
          <a:noFill/>
          <a:ln>
            <a:noFill/>
          </a:ln>
        </p:spPr>
        <p:txBody>
          <a:bodyPr anchorCtr="0" anchor="t" bIns="91425" lIns="0" spcFirstLastPara="1" rIns="91425" wrap="square" tIns="0">
            <a:no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2882" name="Google Shape;2882;p258"/>
          <p:cNvSpPr txBox="1"/>
          <p:nvPr>
            <p:ph type="title"/>
          </p:nvPr>
        </p:nvSpPr>
        <p:spPr>
          <a:xfrm>
            <a:off x="4312250" y="767875"/>
            <a:ext cx="46164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2883" name="Google Shape;2883;p25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884" name="Google Shape;2884;p25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885" name="Google Shape;2885;p25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1 1">
  <p:cSld name="TITLE_2_2_1_2_1_1">
    <p:bg>
      <p:bgPr>
        <a:solidFill>
          <a:schemeClr val="dk2"/>
        </a:solidFill>
      </p:bgPr>
    </p:bg>
    <p:spTree>
      <p:nvGrpSpPr>
        <p:cNvPr id="2886" name="Shape 2886"/>
        <p:cNvGrpSpPr/>
        <p:nvPr/>
      </p:nvGrpSpPr>
      <p:grpSpPr>
        <a:xfrm>
          <a:off x="0" y="0"/>
          <a:ext cx="0" cy="0"/>
          <a:chOff x="0" y="0"/>
          <a:chExt cx="0" cy="0"/>
        </a:xfrm>
      </p:grpSpPr>
      <p:sp>
        <p:nvSpPr>
          <p:cNvPr id="2887" name="Google Shape;2887;p259"/>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8" name="Google Shape;2888;p259"/>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9" name="Google Shape;2889;p259"/>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890" name="Google Shape;2890;p259"/>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891" name="Google Shape;2891;p25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892" name="Google Shape;2892;p25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893" name="Google Shape;2893;p25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p:cSld name="TITLE_2_1_1_1_1_2_1_1_1_1_1_1_1_1_1_1_1_2">
    <p:bg>
      <p:bgPr>
        <a:solidFill>
          <a:schemeClr val="accent1"/>
        </a:solidFill>
      </p:bgPr>
    </p:bg>
    <p:spTree>
      <p:nvGrpSpPr>
        <p:cNvPr id="2894" name="Shape 2894"/>
        <p:cNvGrpSpPr/>
        <p:nvPr/>
      </p:nvGrpSpPr>
      <p:grpSpPr>
        <a:xfrm>
          <a:off x="0" y="0"/>
          <a:ext cx="0" cy="0"/>
          <a:chOff x="0" y="0"/>
          <a:chExt cx="0" cy="0"/>
        </a:xfrm>
      </p:grpSpPr>
      <p:sp>
        <p:nvSpPr>
          <p:cNvPr id="2895" name="Google Shape;2895;p260"/>
          <p:cNvSpPr/>
          <p:nvPr/>
        </p:nvSpPr>
        <p:spPr>
          <a:xfrm>
            <a:off x="2125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6" name="Google Shape;2896;p260"/>
          <p:cNvSpPr/>
          <p:nvPr/>
        </p:nvSpPr>
        <p:spPr>
          <a:xfrm>
            <a:off x="3154702" y="1367388"/>
            <a:ext cx="28347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7" name="Google Shape;2897;p260"/>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2898" name="Google Shape;2898;p260"/>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899" name="Google Shape;2899;p260"/>
          <p:cNvSpPr txBox="1"/>
          <p:nvPr>
            <p:ph idx="2" type="subTitle"/>
          </p:nvPr>
        </p:nvSpPr>
        <p:spPr>
          <a:xfrm>
            <a:off x="2125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900" name="Google Shape;2900;p260"/>
          <p:cNvSpPr/>
          <p:nvPr/>
        </p:nvSpPr>
        <p:spPr>
          <a:xfrm>
            <a:off x="62009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1" name="Google Shape;2901;p260"/>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902" name="Google Shape;2902;p260"/>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3" name="Google Shape;2903;p260"/>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4" name="Google Shape;2904;p260"/>
          <p:cNvSpPr txBox="1"/>
          <p:nvPr>
            <p:ph idx="4" type="subTitle"/>
          </p:nvPr>
        </p:nvSpPr>
        <p:spPr>
          <a:xfrm>
            <a:off x="3154700" y="2426900"/>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905" name="Google Shape;2905;p260"/>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906" name="Google Shape;2906;p260"/>
          <p:cNvSpPr txBox="1"/>
          <p:nvPr>
            <p:ph idx="6" type="subTitle"/>
          </p:nvPr>
        </p:nvSpPr>
        <p:spPr>
          <a:xfrm>
            <a:off x="62009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907" name="Google Shape;2907;p26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908" name="Google Shape;2908;p26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909" name="Google Shape;2909;p26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2">
  <p:cSld name="TITLE_2_1_1_1_1_2_1_1_1_1_1_1_1_1_1_1_1_2_2">
    <p:bg>
      <p:bgPr>
        <a:solidFill>
          <a:schemeClr val="accent1"/>
        </a:solidFill>
      </p:bgPr>
    </p:bg>
    <p:spTree>
      <p:nvGrpSpPr>
        <p:cNvPr id="2910" name="Shape 2910"/>
        <p:cNvGrpSpPr/>
        <p:nvPr/>
      </p:nvGrpSpPr>
      <p:grpSpPr>
        <a:xfrm>
          <a:off x="0" y="0"/>
          <a:ext cx="0" cy="0"/>
          <a:chOff x="0" y="0"/>
          <a:chExt cx="0" cy="0"/>
        </a:xfrm>
      </p:grpSpPr>
      <p:sp>
        <p:nvSpPr>
          <p:cNvPr id="2911" name="Google Shape;2911;p261"/>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2912" name="Google Shape;2912;p261"/>
          <p:cNvSpPr txBox="1"/>
          <p:nvPr>
            <p:ph idx="1" type="body"/>
          </p:nvPr>
        </p:nvSpPr>
        <p:spPr>
          <a:xfrm>
            <a:off x="338300" y="1894300"/>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913" name="Google Shape;2913;p261"/>
          <p:cNvSpPr txBox="1"/>
          <p:nvPr>
            <p:ph idx="2" type="subTitle"/>
          </p:nvPr>
        </p:nvSpPr>
        <p:spPr>
          <a:xfrm>
            <a:off x="212550" y="1457925"/>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914" name="Google Shape;2914;p261"/>
          <p:cNvSpPr txBox="1"/>
          <p:nvPr>
            <p:ph idx="3" type="body"/>
          </p:nvPr>
        </p:nvSpPr>
        <p:spPr>
          <a:xfrm>
            <a:off x="3356850" y="1894300"/>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915" name="Google Shape;2915;p261"/>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6" name="Google Shape;2916;p261"/>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7" name="Google Shape;2917;p261"/>
          <p:cNvSpPr txBox="1"/>
          <p:nvPr>
            <p:ph idx="4" type="subTitle"/>
          </p:nvPr>
        </p:nvSpPr>
        <p:spPr>
          <a:xfrm>
            <a:off x="3154700" y="1457925"/>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918" name="Google Shape;2918;p261"/>
          <p:cNvSpPr txBox="1"/>
          <p:nvPr>
            <p:ph idx="5" type="body"/>
          </p:nvPr>
        </p:nvSpPr>
        <p:spPr>
          <a:xfrm>
            <a:off x="6375400" y="1894300"/>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919" name="Google Shape;2919;p261"/>
          <p:cNvSpPr txBox="1"/>
          <p:nvPr>
            <p:ph idx="6" type="subTitle"/>
          </p:nvPr>
        </p:nvSpPr>
        <p:spPr>
          <a:xfrm>
            <a:off x="6200950" y="1457925"/>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920" name="Google Shape;2920;p26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921" name="Google Shape;2921;p26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922" name="Google Shape;2922;p26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1">
  <p:cSld name="TITLE_2_1_1_1_1_2_1_1_1_1_1_1_1_1_1_1_1_2_1">
    <p:bg>
      <p:bgPr>
        <a:solidFill>
          <a:schemeClr val="dk2"/>
        </a:solidFill>
      </p:bgPr>
    </p:bg>
    <p:spTree>
      <p:nvGrpSpPr>
        <p:cNvPr id="2923" name="Shape 2923"/>
        <p:cNvGrpSpPr/>
        <p:nvPr/>
      </p:nvGrpSpPr>
      <p:grpSpPr>
        <a:xfrm>
          <a:off x="0" y="0"/>
          <a:ext cx="0" cy="0"/>
          <a:chOff x="0" y="0"/>
          <a:chExt cx="0" cy="0"/>
        </a:xfrm>
      </p:grpSpPr>
      <p:sp>
        <p:nvSpPr>
          <p:cNvPr id="2924" name="Google Shape;2924;p262"/>
          <p:cNvSpPr/>
          <p:nvPr/>
        </p:nvSpPr>
        <p:spPr>
          <a:xfrm>
            <a:off x="2125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5" name="Google Shape;2925;p262"/>
          <p:cNvSpPr/>
          <p:nvPr/>
        </p:nvSpPr>
        <p:spPr>
          <a:xfrm>
            <a:off x="3154702" y="1367388"/>
            <a:ext cx="28347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6" name="Google Shape;2926;p262"/>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2927" name="Google Shape;2927;p262"/>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928" name="Google Shape;2928;p262"/>
          <p:cNvSpPr txBox="1"/>
          <p:nvPr>
            <p:ph idx="2" type="subTitle"/>
          </p:nvPr>
        </p:nvSpPr>
        <p:spPr>
          <a:xfrm>
            <a:off x="2125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929" name="Google Shape;2929;p262"/>
          <p:cNvSpPr/>
          <p:nvPr/>
        </p:nvSpPr>
        <p:spPr>
          <a:xfrm>
            <a:off x="62009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0" name="Google Shape;2930;p262"/>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931" name="Google Shape;2931;p262"/>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2" name="Google Shape;2932;p262"/>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3" name="Google Shape;2933;p262"/>
          <p:cNvSpPr txBox="1"/>
          <p:nvPr>
            <p:ph idx="4" type="subTitle"/>
          </p:nvPr>
        </p:nvSpPr>
        <p:spPr>
          <a:xfrm>
            <a:off x="3154700" y="2426900"/>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934" name="Google Shape;2934;p262"/>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935" name="Google Shape;2935;p262"/>
          <p:cNvSpPr txBox="1"/>
          <p:nvPr>
            <p:ph idx="6" type="subTitle"/>
          </p:nvPr>
        </p:nvSpPr>
        <p:spPr>
          <a:xfrm>
            <a:off x="62009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936" name="Google Shape;2936;p26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937" name="Google Shape;2937;p26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938" name="Google Shape;2938;p26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2 1 1">
  <p:cSld name="TITLE_2_1_1_1_1_2_1_1_1_1_1_1_1_1_1_1_1_2_1_1">
    <p:bg>
      <p:bgPr>
        <a:solidFill>
          <a:schemeClr val="dk2"/>
        </a:solidFill>
      </p:bgPr>
    </p:bg>
    <p:spTree>
      <p:nvGrpSpPr>
        <p:cNvPr id="2939" name="Shape 2939"/>
        <p:cNvGrpSpPr/>
        <p:nvPr/>
      </p:nvGrpSpPr>
      <p:grpSpPr>
        <a:xfrm>
          <a:off x="0" y="0"/>
          <a:ext cx="0" cy="0"/>
          <a:chOff x="0" y="0"/>
          <a:chExt cx="0" cy="0"/>
        </a:xfrm>
      </p:grpSpPr>
      <p:sp>
        <p:nvSpPr>
          <p:cNvPr id="2940" name="Google Shape;2940;p263"/>
          <p:cNvSpPr txBox="1"/>
          <p:nvPr>
            <p:ph type="title"/>
          </p:nvPr>
        </p:nvSpPr>
        <p:spPr>
          <a:xfrm>
            <a:off x="212550" y="588375"/>
            <a:ext cx="83433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2941" name="Google Shape;2941;p263"/>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942" name="Google Shape;2942;p263"/>
          <p:cNvSpPr txBox="1"/>
          <p:nvPr>
            <p:ph idx="2" type="subTitle"/>
          </p:nvPr>
        </p:nvSpPr>
        <p:spPr>
          <a:xfrm>
            <a:off x="2125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943" name="Google Shape;2943;p263"/>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944" name="Google Shape;2944;p26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5" name="Google Shape;2945;p263"/>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6" name="Google Shape;2946;p263"/>
          <p:cNvSpPr txBox="1"/>
          <p:nvPr>
            <p:ph idx="4" type="subTitle"/>
          </p:nvPr>
        </p:nvSpPr>
        <p:spPr>
          <a:xfrm>
            <a:off x="3154700" y="2426900"/>
            <a:ext cx="28347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947" name="Google Shape;2947;p263"/>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2948" name="Google Shape;2948;p263"/>
          <p:cNvSpPr txBox="1"/>
          <p:nvPr>
            <p:ph idx="6" type="subTitle"/>
          </p:nvPr>
        </p:nvSpPr>
        <p:spPr>
          <a:xfrm>
            <a:off x="6200950" y="2426900"/>
            <a:ext cx="27306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2949" name="Google Shape;2949;p26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950" name="Google Shape;2950;p26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951" name="Google Shape;2951;p26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3">
  <p:cSld name="TITLE_2_2_1_3">
    <p:bg>
      <p:bgPr>
        <a:solidFill>
          <a:schemeClr val="dk2"/>
        </a:solidFill>
      </p:bgPr>
    </p:bg>
    <p:spTree>
      <p:nvGrpSpPr>
        <p:cNvPr id="2952" name="Shape 2952"/>
        <p:cNvGrpSpPr/>
        <p:nvPr/>
      </p:nvGrpSpPr>
      <p:grpSpPr>
        <a:xfrm>
          <a:off x="0" y="0"/>
          <a:ext cx="0" cy="0"/>
          <a:chOff x="0" y="0"/>
          <a:chExt cx="0" cy="0"/>
        </a:xfrm>
      </p:grpSpPr>
      <p:sp>
        <p:nvSpPr>
          <p:cNvPr id="2953" name="Google Shape;2953;p264"/>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4" name="Google Shape;2954;p264"/>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5" name="Google Shape;2955;p264"/>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956" name="Google Shape;2956;p264"/>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957" name="Google Shape;2957;p264"/>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8" name="Google Shape;2958;p264"/>
          <p:cNvSpPr txBox="1"/>
          <p:nvPr>
            <p:ph idx="2" type="title"/>
          </p:nvPr>
        </p:nvSpPr>
        <p:spPr>
          <a:xfrm>
            <a:off x="345775" y="103210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2959" name="Google Shape;2959;p26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960" name="Google Shape;2960;p26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961" name="Google Shape;2961;p26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3">
  <p:cSld name="TITLE_2_1_1_1_1_2_1_1_1_1_1_1_1_1_1_1_1_1_1_1_1_1_1_1_1_1_3">
    <p:bg>
      <p:bgPr>
        <a:solidFill>
          <a:schemeClr val="accent1"/>
        </a:solidFill>
      </p:bgPr>
    </p:bg>
    <p:spTree>
      <p:nvGrpSpPr>
        <p:cNvPr id="2962" name="Shape 2962"/>
        <p:cNvGrpSpPr/>
        <p:nvPr/>
      </p:nvGrpSpPr>
      <p:grpSpPr>
        <a:xfrm>
          <a:off x="0" y="0"/>
          <a:ext cx="0" cy="0"/>
          <a:chOff x="0" y="0"/>
          <a:chExt cx="0" cy="0"/>
        </a:xfrm>
      </p:grpSpPr>
      <p:sp>
        <p:nvSpPr>
          <p:cNvPr id="2963" name="Google Shape;2963;p265"/>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4" name="Google Shape;2964;p265"/>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5" name="Google Shape;2965;p265"/>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6" name="Google Shape;2966;p26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967" name="Google Shape;2967;p26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968" name="Google Shape;2968;p26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2969" name="Google Shape;2969;p265"/>
          <p:cNvSpPr txBox="1"/>
          <p:nvPr>
            <p:ph type="title"/>
          </p:nvPr>
        </p:nvSpPr>
        <p:spPr>
          <a:xfrm>
            <a:off x="361750" y="111490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2970" name="Google Shape;2970;p265"/>
          <p:cNvSpPr txBox="1"/>
          <p:nvPr>
            <p:ph idx="1" type="body"/>
          </p:nvPr>
        </p:nvSpPr>
        <p:spPr>
          <a:xfrm>
            <a:off x="36175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971" name="Google Shape;2971;p265"/>
          <p:cNvSpPr txBox="1"/>
          <p:nvPr>
            <p:ph idx="2" type="subTitle"/>
          </p:nvPr>
        </p:nvSpPr>
        <p:spPr>
          <a:xfrm>
            <a:off x="36175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72" name="Google Shape;2972;p265"/>
          <p:cNvSpPr txBox="1"/>
          <p:nvPr>
            <p:ph idx="3" type="body"/>
          </p:nvPr>
        </p:nvSpPr>
        <p:spPr>
          <a:xfrm>
            <a:off x="253147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973" name="Google Shape;2973;p265"/>
          <p:cNvSpPr txBox="1"/>
          <p:nvPr>
            <p:ph idx="4" type="subTitle"/>
          </p:nvPr>
        </p:nvSpPr>
        <p:spPr>
          <a:xfrm>
            <a:off x="253147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74" name="Google Shape;2974;p265"/>
          <p:cNvSpPr txBox="1"/>
          <p:nvPr>
            <p:ph idx="5" type="body"/>
          </p:nvPr>
        </p:nvSpPr>
        <p:spPr>
          <a:xfrm>
            <a:off x="470120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975" name="Google Shape;2975;p265"/>
          <p:cNvSpPr txBox="1"/>
          <p:nvPr>
            <p:ph idx="6" type="subTitle"/>
          </p:nvPr>
        </p:nvSpPr>
        <p:spPr>
          <a:xfrm>
            <a:off x="470120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76" name="Google Shape;2976;p265"/>
          <p:cNvSpPr txBox="1"/>
          <p:nvPr>
            <p:ph idx="7" type="body"/>
          </p:nvPr>
        </p:nvSpPr>
        <p:spPr>
          <a:xfrm>
            <a:off x="687092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977" name="Google Shape;2977;p265"/>
          <p:cNvSpPr txBox="1"/>
          <p:nvPr>
            <p:ph idx="8" type="subTitle"/>
          </p:nvPr>
        </p:nvSpPr>
        <p:spPr>
          <a:xfrm>
            <a:off x="687092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3">
  <p:cSld name="TITLE_2_1_1_1_1_2_1_1_1_1_1_1_1_1_1_1_1_1_1_1_1_1_1_1_1_1_1_3">
    <p:bg>
      <p:bgPr>
        <a:solidFill>
          <a:schemeClr val="accent1"/>
        </a:solidFill>
      </p:bgPr>
    </p:bg>
    <p:spTree>
      <p:nvGrpSpPr>
        <p:cNvPr id="2978" name="Shape 2978"/>
        <p:cNvGrpSpPr/>
        <p:nvPr/>
      </p:nvGrpSpPr>
      <p:grpSpPr>
        <a:xfrm>
          <a:off x="0" y="0"/>
          <a:ext cx="0" cy="0"/>
          <a:chOff x="0" y="0"/>
          <a:chExt cx="0" cy="0"/>
        </a:xfrm>
      </p:grpSpPr>
      <p:sp>
        <p:nvSpPr>
          <p:cNvPr id="2979" name="Google Shape;2979;p266"/>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2980" name="Google Shape;2980;p266"/>
          <p:cNvSpPr txBox="1"/>
          <p:nvPr>
            <p:ph idx="1" type="body"/>
          </p:nvPr>
        </p:nvSpPr>
        <p:spPr>
          <a:xfrm>
            <a:off x="36175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981" name="Google Shape;2981;p266"/>
          <p:cNvSpPr txBox="1"/>
          <p:nvPr>
            <p:ph idx="2" type="subTitle"/>
          </p:nvPr>
        </p:nvSpPr>
        <p:spPr>
          <a:xfrm>
            <a:off x="36175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2" name="Google Shape;2982;p266"/>
          <p:cNvSpPr txBox="1"/>
          <p:nvPr>
            <p:ph idx="3" type="body"/>
          </p:nvPr>
        </p:nvSpPr>
        <p:spPr>
          <a:xfrm>
            <a:off x="253147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983" name="Google Shape;2983;p266"/>
          <p:cNvSpPr txBox="1"/>
          <p:nvPr>
            <p:ph idx="4" type="subTitle"/>
          </p:nvPr>
        </p:nvSpPr>
        <p:spPr>
          <a:xfrm>
            <a:off x="253147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4" name="Google Shape;2984;p266"/>
          <p:cNvSpPr txBox="1"/>
          <p:nvPr>
            <p:ph idx="5" type="body"/>
          </p:nvPr>
        </p:nvSpPr>
        <p:spPr>
          <a:xfrm>
            <a:off x="470120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985" name="Google Shape;2985;p266"/>
          <p:cNvSpPr txBox="1"/>
          <p:nvPr>
            <p:ph idx="6" type="subTitle"/>
          </p:nvPr>
        </p:nvSpPr>
        <p:spPr>
          <a:xfrm>
            <a:off x="470120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6" name="Google Shape;2986;p26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7" name="Google Shape;2987;p26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8" name="Google Shape;2988;p266"/>
          <p:cNvSpPr txBox="1"/>
          <p:nvPr>
            <p:ph idx="7" type="body"/>
          </p:nvPr>
        </p:nvSpPr>
        <p:spPr>
          <a:xfrm>
            <a:off x="687092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2989" name="Google Shape;2989;p266"/>
          <p:cNvSpPr txBox="1"/>
          <p:nvPr>
            <p:ph idx="8" type="subTitle"/>
          </p:nvPr>
        </p:nvSpPr>
        <p:spPr>
          <a:xfrm>
            <a:off x="687092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90" name="Google Shape;2990;p266"/>
          <p:cNvSpPr txBox="1"/>
          <p:nvPr>
            <p:ph idx="9"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2991" name="Google Shape;2991;p266"/>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2" name="Google Shape;2992;p26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2993" name="Google Shape;2993;p26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2994" name="Google Shape;2994;p26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2 2">
  <p:cSld name="TITLE_2_1_1_1_1_2_1_1_1_1_1_1_1_1_1_1_1_1_1_1_1_1_1_1_1_1_1_1_1_2_2">
    <p:bg>
      <p:bgPr>
        <a:solidFill>
          <a:schemeClr val="accent1"/>
        </a:solidFill>
      </p:bgPr>
    </p:bg>
    <p:spTree>
      <p:nvGrpSpPr>
        <p:cNvPr id="2995" name="Shape 2995"/>
        <p:cNvGrpSpPr/>
        <p:nvPr/>
      </p:nvGrpSpPr>
      <p:grpSpPr>
        <a:xfrm>
          <a:off x="0" y="0"/>
          <a:ext cx="0" cy="0"/>
          <a:chOff x="0" y="0"/>
          <a:chExt cx="0" cy="0"/>
        </a:xfrm>
      </p:grpSpPr>
      <p:sp>
        <p:nvSpPr>
          <p:cNvPr id="2996" name="Google Shape;2996;p267"/>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7" name="Google Shape;2997;p267"/>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8" name="Google Shape;2998;p267"/>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9" name="Google Shape;2999;p267"/>
          <p:cNvSpPr txBox="1"/>
          <p:nvPr>
            <p:ph type="title"/>
          </p:nvPr>
        </p:nvSpPr>
        <p:spPr>
          <a:xfrm>
            <a:off x="393763" y="939925"/>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3000" name="Google Shape;3000;p267"/>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1" name="Google Shape;3001;p26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002" name="Google Shape;3002;p26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003" name="Google Shape;3003;p26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2 1 1">
  <p:cSld name="TITLE_2_1_1_1_1_2_1_1_1_1_1_1_1_1_1_1_1_1_1_1_1_1_1_1_1_1_1_1_1_2_1_1">
    <p:bg>
      <p:bgPr>
        <a:solidFill>
          <a:schemeClr val="dk2"/>
        </a:solidFill>
      </p:bgPr>
    </p:bg>
    <p:spTree>
      <p:nvGrpSpPr>
        <p:cNvPr id="3004" name="Shape 3004"/>
        <p:cNvGrpSpPr/>
        <p:nvPr/>
      </p:nvGrpSpPr>
      <p:grpSpPr>
        <a:xfrm>
          <a:off x="0" y="0"/>
          <a:ext cx="0" cy="0"/>
          <a:chOff x="0" y="0"/>
          <a:chExt cx="0" cy="0"/>
        </a:xfrm>
      </p:grpSpPr>
      <p:sp>
        <p:nvSpPr>
          <p:cNvPr id="3005" name="Google Shape;3005;p268"/>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6" name="Google Shape;3006;p268"/>
          <p:cNvSpPr txBox="1"/>
          <p:nvPr>
            <p:ph type="title"/>
          </p:nvPr>
        </p:nvSpPr>
        <p:spPr>
          <a:xfrm>
            <a:off x="393763" y="939925"/>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3007" name="Google Shape;3007;p268"/>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8" name="Google Shape;3008;p268"/>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9" name="Google Shape;3009;p268"/>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0" name="Google Shape;3010;p26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011" name="Google Shape;3011;p26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012" name="Google Shape;3012;p26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2">
  <p:cSld name="TITLE_2_1_1_1_1_2_1_1_1_1_1_1_1_1_1_1_1_1_1_1_1_1_1_1_1_1_1_1_1_1_1_1_1_1_1_2">
    <p:bg>
      <p:bgPr>
        <a:solidFill>
          <a:schemeClr val="accent1"/>
        </a:solidFill>
      </p:bgPr>
    </p:bg>
    <p:spTree>
      <p:nvGrpSpPr>
        <p:cNvPr id="3013" name="Shape 3013"/>
        <p:cNvGrpSpPr/>
        <p:nvPr/>
      </p:nvGrpSpPr>
      <p:grpSpPr>
        <a:xfrm>
          <a:off x="0" y="0"/>
          <a:ext cx="0" cy="0"/>
          <a:chOff x="0" y="0"/>
          <a:chExt cx="0" cy="0"/>
        </a:xfrm>
      </p:grpSpPr>
      <p:sp>
        <p:nvSpPr>
          <p:cNvPr id="3014" name="Google Shape;3014;p269"/>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5" name="Google Shape;3015;p269"/>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6" name="Google Shape;3016;p269"/>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7" name="Google Shape;3017;p269"/>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8" name="Google Shape;3018;p26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019" name="Google Shape;3019;p26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020" name="Google Shape;3020;p26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021" name="Google Shape;3021;p269"/>
          <p:cNvSpPr txBox="1"/>
          <p:nvPr>
            <p:ph type="title"/>
          </p:nvPr>
        </p:nvSpPr>
        <p:spPr>
          <a:xfrm>
            <a:off x="262750" y="17799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3022" name="Google Shape;3022;p269"/>
          <p:cNvSpPr txBox="1"/>
          <p:nvPr>
            <p:ph idx="1" type="body"/>
          </p:nvPr>
        </p:nvSpPr>
        <p:spPr>
          <a:xfrm>
            <a:off x="262750" y="3389375"/>
            <a:ext cx="4031100" cy="1499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1pPr>
            <a:lvl2pPr indent="-304800" lvl="1" marL="914400" algn="l">
              <a:lnSpc>
                <a:spcPct val="115000"/>
              </a:lnSpc>
              <a:spcBef>
                <a:spcPts val="0"/>
              </a:spcBef>
              <a:spcAft>
                <a:spcPts val="0"/>
              </a:spcAft>
              <a:buClr>
                <a:schemeClr val="accent1"/>
              </a:buClr>
              <a:buSzPts val="1200"/>
              <a:buChar char="○"/>
              <a:defRPr sz="1200">
                <a:solidFill>
                  <a:schemeClr val="accent1"/>
                </a:solidFill>
              </a:defRPr>
            </a:lvl2pPr>
            <a:lvl3pPr indent="-304800" lvl="2" marL="1371600" algn="l">
              <a:lnSpc>
                <a:spcPct val="115000"/>
              </a:lnSpc>
              <a:spcBef>
                <a:spcPts val="0"/>
              </a:spcBef>
              <a:spcAft>
                <a:spcPts val="0"/>
              </a:spcAft>
              <a:buClr>
                <a:schemeClr val="accent1"/>
              </a:buClr>
              <a:buSzPts val="1200"/>
              <a:buChar char="■"/>
              <a:defRPr sz="1200">
                <a:solidFill>
                  <a:schemeClr val="accent1"/>
                </a:solidFill>
              </a:defRPr>
            </a:lvl3pPr>
            <a:lvl4pPr indent="-304800" lvl="3" marL="1828800" algn="l">
              <a:lnSpc>
                <a:spcPct val="115000"/>
              </a:lnSpc>
              <a:spcBef>
                <a:spcPts val="0"/>
              </a:spcBef>
              <a:spcAft>
                <a:spcPts val="0"/>
              </a:spcAft>
              <a:buClr>
                <a:schemeClr val="accent1"/>
              </a:buClr>
              <a:buSzPts val="1200"/>
              <a:buChar char="●"/>
              <a:defRPr sz="1200">
                <a:solidFill>
                  <a:schemeClr val="accent1"/>
                </a:solidFill>
              </a:defRPr>
            </a:lvl4pPr>
            <a:lvl5pPr indent="-304800" lvl="4" marL="2286000" algn="l">
              <a:lnSpc>
                <a:spcPct val="115000"/>
              </a:lnSpc>
              <a:spcBef>
                <a:spcPts val="0"/>
              </a:spcBef>
              <a:spcAft>
                <a:spcPts val="0"/>
              </a:spcAft>
              <a:buClr>
                <a:schemeClr val="accent1"/>
              </a:buClr>
              <a:buSzPts val="1200"/>
              <a:buChar char="○"/>
              <a:defRPr sz="1200">
                <a:solidFill>
                  <a:schemeClr val="accent1"/>
                </a:solidFill>
              </a:defRPr>
            </a:lvl5pPr>
            <a:lvl6pPr indent="-304800" lvl="5" marL="2743200" algn="l">
              <a:lnSpc>
                <a:spcPct val="115000"/>
              </a:lnSpc>
              <a:spcBef>
                <a:spcPts val="0"/>
              </a:spcBef>
              <a:spcAft>
                <a:spcPts val="0"/>
              </a:spcAft>
              <a:buClr>
                <a:schemeClr val="accent1"/>
              </a:buClr>
              <a:buSzPts val="1200"/>
              <a:buChar char="■"/>
              <a:defRPr sz="1200">
                <a:solidFill>
                  <a:schemeClr val="accent1"/>
                </a:solidFill>
              </a:defRPr>
            </a:lvl6pPr>
            <a:lvl7pPr indent="-304800" lvl="6" marL="3200400" algn="l">
              <a:lnSpc>
                <a:spcPct val="115000"/>
              </a:lnSpc>
              <a:spcBef>
                <a:spcPts val="0"/>
              </a:spcBef>
              <a:spcAft>
                <a:spcPts val="0"/>
              </a:spcAft>
              <a:buClr>
                <a:schemeClr val="accent1"/>
              </a:buClr>
              <a:buSzPts val="1200"/>
              <a:buChar char="●"/>
              <a:defRPr sz="1200">
                <a:solidFill>
                  <a:schemeClr val="accent1"/>
                </a:solidFill>
              </a:defRPr>
            </a:lvl7pPr>
            <a:lvl8pPr indent="-304800" lvl="7" marL="3657600" algn="l">
              <a:lnSpc>
                <a:spcPct val="115000"/>
              </a:lnSpc>
              <a:spcBef>
                <a:spcPts val="0"/>
              </a:spcBef>
              <a:spcAft>
                <a:spcPts val="0"/>
              </a:spcAft>
              <a:buClr>
                <a:schemeClr val="accent1"/>
              </a:buClr>
              <a:buSzPts val="1200"/>
              <a:buChar char="○"/>
              <a:defRPr sz="1200">
                <a:solidFill>
                  <a:schemeClr val="accent1"/>
                </a:solidFill>
              </a:defRPr>
            </a:lvl8pPr>
            <a:lvl9pPr indent="-304800" lvl="8" marL="4114800" algn="l">
              <a:lnSpc>
                <a:spcPct val="115000"/>
              </a:lnSpc>
              <a:spcBef>
                <a:spcPts val="0"/>
              </a:spcBef>
              <a:spcAft>
                <a:spcPts val="0"/>
              </a:spcAft>
              <a:buClr>
                <a:schemeClr val="accent1"/>
              </a:buClr>
              <a:buSzPts val="1200"/>
              <a:buChar char="■"/>
              <a:defRPr sz="1200">
                <a:solidFill>
                  <a:schemeClr val="accent1"/>
                </a:solidFill>
              </a:defRPr>
            </a:lvl9pPr>
          </a:lstStyle>
          <a:p/>
        </p:txBody>
      </p:sp>
      <p:sp>
        <p:nvSpPr>
          <p:cNvPr id="3023" name="Google Shape;3023;p269"/>
          <p:cNvSpPr txBox="1"/>
          <p:nvPr>
            <p:ph idx="2" type="subTitle"/>
          </p:nvPr>
        </p:nvSpPr>
        <p:spPr>
          <a:xfrm>
            <a:off x="262750" y="30356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200"/>
              <a:buFont typeface="Inter"/>
              <a:buNone/>
              <a:defRPr b="1" sz="12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400"/>
              <a:buNone/>
              <a:defRPr>
                <a:solidFill>
                  <a:schemeClr val="accent1"/>
                </a:solidFill>
              </a:defRPr>
            </a:lvl2pPr>
            <a:lvl3pPr lvl="2" algn="l">
              <a:lnSpc>
                <a:spcPct val="115000"/>
              </a:lnSpc>
              <a:spcBef>
                <a:spcPts val="0"/>
              </a:spcBef>
              <a:spcAft>
                <a:spcPts val="0"/>
              </a:spcAft>
              <a:buClr>
                <a:schemeClr val="accent1"/>
              </a:buClr>
              <a:buSzPts val="1400"/>
              <a:buNone/>
              <a:defRPr>
                <a:solidFill>
                  <a:schemeClr val="accent1"/>
                </a:solidFill>
              </a:defRPr>
            </a:lvl3pPr>
            <a:lvl4pPr lvl="3" algn="l">
              <a:lnSpc>
                <a:spcPct val="115000"/>
              </a:lnSpc>
              <a:spcBef>
                <a:spcPts val="0"/>
              </a:spcBef>
              <a:spcAft>
                <a:spcPts val="0"/>
              </a:spcAft>
              <a:buClr>
                <a:schemeClr val="accent1"/>
              </a:buClr>
              <a:buSzPts val="1400"/>
              <a:buNone/>
              <a:defRPr>
                <a:solidFill>
                  <a:schemeClr val="accent1"/>
                </a:solidFill>
              </a:defRPr>
            </a:lvl4pPr>
            <a:lvl5pPr lvl="4" algn="l">
              <a:lnSpc>
                <a:spcPct val="115000"/>
              </a:lnSpc>
              <a:spcBef>
                <a:spcPts val="0"/>
              </a:spcBef>
              <a:spcAft>
                <a:spcPts val="0"/>
              </a:spcAft>
              <a:buClr>
                <a:schemeClr val="accent1"/>
              </a:buClr>
              <a:buSzPts val="1400"/>
              <a:buNone/>
              <a:defRPr>
                <a:solidFill>
                  <a:schemeClr val="accent1"/>
                </a:solidFill>
              </a:defRPr>
            </a:lvl5pPr>
            <a:lvl6pPr lvl="5" algn="l">
              <a:lnSpc>
                <a:spcPct val="115000"/>
              </a:lnSpc>
              <a:spcBef>
                <a:spcPts val="0"/>
              </a:spcBef>
              <a:spcAft>
                <a:spcPts val="0"/>
              </a:spcAft>
              <a:buClr>
                <a:schemeClr val="accent1"/>
              </a:buClr>
              <a:buSzPts val="1400"/>
              <a:buNone/>
              <a:defRPr>
                <a:solidFill>
                  <a:schemeClr val="accent1"/>
                </a:solidFill>
              </a:defRPr>
            </a:lvl6pPr>
            <a:lvl7pPr lvl="6" algn="l">
              <a:lnSpc>
                <a:spcPct val="115000"/>
              </a:lnSpc>
              <a:spcBef>
                <a:spcPts val="0"/>
              </a:spcBef>
              <a:spcAft>
                <a:spcPts val="0"/>
              </a:spcAft>
              <a:buClr>
                <a:schemeClr val="accent1"/>
              </a:buClr>
              <a:buSzPts val="1400"/>
              <a:buNone/>
              <a:defRPr>
                <a:solidFill>
                  <a:schemeClr val="accent1"/>
                </a:solidFill>
              </a:defRPr>
            </a:lvl7pPr>
            <a:lvl8pPr lvl="7" algn="l">
              <a:lnSpc>
                <a:spcPct val="115000"/>
              </a:lnSpc>
              <a:spcBef>
                <a:spcPts val="0"/>
              </a:spcBef>
              <a:spcAft>
                <a:spcPts val="0"/>
              </a:spcAft>
              <a:buClr>
                <a:schemeClr val="accent1"/>
              </a:buClr>
              <a:buSzPts val="1400"/>
              <a:buNone/>
              <a:defRPr>
                <a:solidFill>
                  <a:schemeClr val="accent1"/>
                </a:solidFill>
              </a:defRPr>
            </a:lvl8pPr>
            <a:lvl9pPr lvl="8" algn="l">
              <a:lnSpc>
                <a:spcPct val="115000"/>
              </a:lnSpc>
              <a:spcBef>
                <a:spcPts val="0"/>
              </a:spcBef>
              <a:spcAft>
                <a:spcPts val="0"/>
              </a:spcAft>
              <a:buClr>
                <a:schemeClr val="accent1"/>
              </a:buClr>
              <a:buSzPts val="1400"/>
              <a:buNone/>
              <a:defRPr>
                <a:solidFill>
                  <a:schemeClr val="accent1"/>
                </a:solidFill>
              </a:defRPr>
            </a:lvl9pPr>
          </a:lstStyle>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1 1 1 1 1 2">
  <p:cSld name="TITLE_2_1_1_1_1_2_1_1_1_1_1_1_1_1_1_1_1_1_1_1_1_1_1_1_1_1_1_1_1_1_1_1_1_1_1_1_1_1_1_1_2">
    <p:bg>
      <p:bgPr>
        <a:solidFill>
          <a:schemeClr val="accent1"/>
        </a:solidFill>
      </p:bgPr>
    </p:bg>
    <p:spTree>
      <p:nvGrpSpPr>
        <p:cNvPr id="3024" name="Shape 3024"/>
        <p:cNvGrpSpPr/>
        <p:nvPr/>
      </p:nvGrpSpPr>
      <p:grpSpPr>
        <a:xfrm>
          <a:off x="0" y="0"/>
          <a:ext cx="0" cy="0"/>
          <a:chOff x="0" y="0"/>
          <a:chExt cx="0" cy="0"/>
        </a:xfrm>
      </p:grpSpPr>
      <p:sp>
        <p:nvSpPr>
          <p:cNvPr id="3025" name="Google Shape;3025;p270"/>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6" name="Google Shape;3026;p270"/>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7" name="Google Shape;3027;p270"/>
          <p:cNvSpPr txBox="1"/>
          <p:nvPr>
            <p:ph type="title"/>
          </p:nvPr>
        </p:nvSpPr>
        <p:spPr>
          <a:xfrm>
            <a:off x="919800" y="1584650"/>
            <a:ext cx="7304400" cy="1724700"/>
          </a:xfrm>
          <a:prstGeom prst="rect">
            <a:avLst/>
          </a:prstGeom>
          <a:noFill/>
          <a:ln>
            <a:noFill/>
          </a:ln>
        </p:spPr>
        <p:txBody>
          <a:bodyPr anchorCtr="0" anchor="t" bIns="91425" lIns="0" spcFirstLastPara="1" rIns="91425" wrap="square" tIns="91425">
            <a:normAutofit/>
          </a:bodyPr>
          <a:lstStyle>
            <a:lvl1pPr lvl="0"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9pPr>
          </a:lstStyle>
          <a:p/>
        </p:txBody>
      </p:sp>
      <p:sp>
        <p:nvSpPr>
          <p:cNvPr id="3028" name="Google Shape;3028;p27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029" name="Google Shape;3029;p27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030" name="Google Shape;3030;p27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2 2">
  <p:cSld name="TITLE_2_1_1_1_1_2_1_1_1_1_1_1_1_1_1_1_1_1_1_1_1_1_1_1_1_1_1_1_2_2">
    <p:bg>
      <p:bgPr>
        <a:solidFill>
          <a:schemeClr val="accent1"/>
        </a:solidFill>
      </p:bgPr>
    </p:bg>
    <p:spTree>
      <p:nvGrpSpPr>
        <p:cNvPr id="3031" name="Shape 3031"/>
        <p:cNvGrpSpPr/>
        <p:nvPr/>
      </p:nvGrpSpPr>
      <p:grpSpPr>
        <a:xfrm>
          <a:off x="0" y="0"/>
          <a:ext cx="0" cy="0"/>
          <a:chOff x="0" y="0"/>
          <a:chExt cx="0" cy="0"/>
        </a:xfrm>
      </p:grpSpPr>
      <p:sp>
        <p:nvSpPr>
          <p:cNvPr id="3032" name="Google Shape;3032;p271"/>
          <p:cNvSpPr txBox="1"/>
          <p:nvPr>
            <p:ph type="title"/>
          </p:nvPr>
        </p:nvSpPr>
        <p:spPr>
          <a:xfrm>
            <a:off x="214700" y="577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033" name="Google Shape;3033;p271"/>
          <p:cNvSpPr txBox="1"/>
          <p:nvPr>
            <p:ph idx="1" type="body"/>
          </p:nvPr>
        </p:nvSpPr>
        <p:spPr>
          <a:xfrm>
            <a:off x="2830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034" name="Google Shape;3034;p271"/>
          <p:cNvSpPr txBox="1"/>
          <p:nvPr>
            <p:ph idx="2" type="subTitle"/>
          </p:nvPr>
        </p:nvSpPr>
        <p:spPr>
          <a:xfrm>
            <a:off x="2830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35" name="Google Shape;3035;p271"/>
          <p:cNvSpPr txBox="1"/>
          <p:nvPr>
            <p:ph idx="3" type="body"/>
          </p:nvPr>
        </p:nvSpPr>
        <p:spPr>
          <a:xfrm>
            <a:off x="25567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036" name="Google Shape;3036;p271"/>
          <p:cNvSpPr txBox="1"/>
          <p:nvPr>
            <p:ph idx="4" type="subTitle"/>
          </p:nvPr>
        </p:nvSpPr>
        <p:spPr>
          <a:xfrm>
            <a:off x="25567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37" name="Google Shape;3037;p271"/>
          <p:cNvSpPr txBox="1"/>
          <p:nvPr>
            <p:ph idx="5" type="body"/>
          </p:nvPr>
        </p:nvSpPr>
        <p:spPr>
          <a:xfrm>
            <a:off x="4781675"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038" name="Google Shape;3038;p271"/>
          <p:cNvSpPr txBox="1"/>
          <p:nvPr>
            <p:ph idx="6" type="subTitle"/>
          </p:nvPr>
        </p:nvSpPr>
        <p:spPr>
          <a:xfrm>
            <a:off x="4781675"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39" name="Google Shape;3039;p271"/>
          <p:cNvSpPr txBox="1"/>
          <p:nvPr>
            <p:ph idx="7" type="body"/>
          </p:nvPr>
        </p:nvSpPr>
        <p:spPr>
          <a:xfrm>
            <a:off x="7080413"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040" name="Google Shape;3040;p271"/>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1" name="Google Shape;3041;p271"/>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2" name="Google Shape;3042;p271"/>
          <p:cNvSpPr txBox="1"/>
          <p:nvPr>
            <p:ph idx="8" type="subTitle"/>
          </p:nvPr>
        </p:nvSpPr>
        <p:spPr>
          <a:xfrm>
            <a:off x="7080413"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043" name="Google Shape;3043;p271"/>
          <p:cNvPicPr preferRelativeResize="0"/>
          <p:nvPr/>
        </p:nvPicPr>
        <p:blipFill rotWithShape="1">
          <a:blip r:embed="rId2">
            <a:alphaModFix/>
          </a:blip>
          <a:srcRect b="0" l="0" r="0" t="0"/>
          <a:stretch/>
        </p:blipFill>
        <p:spPr>
          <a:xfrm>
            <a:off x="4169963" y="4442075"/>
            <a:ext cx="243174" cy="243174"/>
          </a:xfrm>
          <a:prstGeom prst="rect">
            <a:avLst/>
          </a:prstGeom>
          <a:noFill/>
          <a:ln>
            <a:noFill/>
          </a:ln>
        </p:spPr>
      </p:pic>
      <p:pic>
        <p:nvPicPr>
          <p:cNvPr id="3044" name="Google Shape;3044;p271"/>
          <p:cNvPicPr preferRelativeResize="0"/>
          <p:nvPr/>
        </p:nvPicPr>
        <p:blipFill rotWithShape="1">
          <a:blip r:embed="rId2">
            <a:alphaModFix/>
          </a:blip>
          <a:srcRect b="0" l="0" r="0" t="0"/>
          <a:stretch/>
        </p:blipFill>
        <p:spPr>
          <a:xfrm>
            <a:off x="1923088" y="4442075"/>
            <a:ext cx="243174" cy="243174"/>
          </a:xfrm>
          <a:prstGeom prst="rect">
            <a:avLst/>
          </a:prstGeom>
          <a:noFill/>
          <a:ln>
            <a:noFill/>
          </a:ln>
        </p:spPr>
      </p:pic>
      <p:sp>
        <p:nvSpPr>
          <p:cNvPr id="3045" name="Google Shape;3045;p271"/>
          <p:cNvSpPr/>
          <p:nvPr/>
        </p:nvSpPr>
        <p:spPr>
          <a:xfrm>
            <a:off x="2125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6" name="Google Shape;3046;p271"/>
          <p:cNvSpPr/>
          <p:nvPr/>
        </p:nvSpPr>
        <p:spPr>
          <a:xfrm>
            <a:off x="3154702" y="1367388"/>
            <a:ext cx="28347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7" name="Google Shape;3047;p27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048" name="Google Shape;3048;p271"/>
          <p:cNvPicPr preferRelativeResize="0"/>
          <p:nvPr/>
        </p:nvPicPr>
        <p:blipFill rotWithShape="1">
          <a:blip r:embed="rId3">
            <a:alphaModFix/>
          </a:blip>
          <a:srcRect b="0" l="0" r="0" t="0"/>
          <a:stretch/>
        </p:blipFill>
        <p:spPr>
          <a:xfrm>
            <a:off x="7973350" y="229963"/>
            <a:ext cx="958101" cy="170225"/>
          </a:xfrm>
          <a:prstGeom prst="rect">
            <a:avLst/>
          </a:prstGeom>
          <a:noFill/>
          <a:ln>
            <a:noFill/>
          </a:ln>
        </p:spPr>
      </p:pic>
      <p:sp>
        <p:nvSpPr>
          <p:cNvPr id="3049" name="Google Shape;3049;p27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050" name="Google Shape;3050;p271"/>
          <p:cNvSpPr/>
          <p:nvPr/>
        </p:nvSpPr>
        <p:spPr>
          <a:xfrm>
            <a:off x="6200950" y="1367400"/>
            <a:ext cx="27306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4">
  <p:cSld name="TITLE_2_1_1_1_1_2_1_1_1_1_1_1_1_1_1_1_1_1_1_1_1_1_1_1_1_1_1_1_1_4">
    <p:bg>
      <p:bgPr>
        <a:solidFill>
          <a:schemeClr val="accent1"/>
        </a:solidFill>
      </p:bgPr>
    </p:bg>
    <p:spTree>
      <p:nvGrpSpPr>
        <p:cNvPr id="3051" name="Shape 3051"/>
        <p:cNvGrpSpPr/>
        <p:nvPr/>
      </p:nvGrpSpPr>
      <p:grpSpPr>
        <a:xfrm>
          <a:off x="0" y="0"/>
          <a:ext cx="0" cy="0"/>
          <a:chOff x="0" y="0"/>
          <a:chExt cx="0" cy="0"/>
        </a:xfrm>
      </p:grpSpPr>
      <p:sp>
        <p:nvSpPr>
          <p:cNvPr id="3052" name="Google Shape;3052;p272"/>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3" name="Google Shape;3053;p272"/>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4" name="Google Shape;3054;p272"/>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5" name="Google Shape;3055;p272"/>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6" name="Google Shape;3056;p27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057" name="Google Shape;3057;p27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058" name="Google Shape;3058;p27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059" name="Google Shape;3059;p272"/>
          <p:cNvSpPr txBox="1"/>
          <p:nvPr>
            <p:ph type="title"/>
          </p:nvPr>
        </p:nvSpPr>
        <p:spPr>
          <a:xfrm>
            <a:off x="290263" y="712650"/>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3060" name="Google Shape;3060;p272"/>
          <p:cNvSpPr txBox="1"/>
          <p:nvPr>
            <p:ph idx="1" type="body"/>
          </p:nvPr>
        </p:nvSpPr>
        <p:spPr>
          <a:xfrm>
            <a:off x="5436863" y="8067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61" name="Google Shape;3061;p272"/>
          <p:cNvSpPr txBox="1"/>
          <p:nvPr>
            <p:ph idx="2" type="body"/>
          </p:nvPr>
        </p:nvSpPr>
        <p:spPr>
          <a:xfrm>
            <a:off x="5436863" y="16894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62" name="Google Shape;3062;p272"/>
          <p:cNvSpPr txBox="1"/>
          <p:nvPr>
            <p:ph idx="3" type="body"/>
          </p:nvPr>
        </p:nvSpPr>
        <p:spPr>
          <a:xfrm>
            <a:off x="5436863" y="25721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63" name="Google Shape;3063;p272"/>
          <p:cNvSpPr txBox="1"/>
          <p:nvPr>
            <p:ph idx="4" type="body"/>
          </p:nvPr>
        </p:nvSpPr>
        <p:spPr>
          <a:xfrm>
            <a:off x="5436863" y="3380625"/>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64" name="Google Shape;3064;p272"/>
          <p:cNvSpPr txBox="1"/>
          <p:nvPr>
            <p:ph idx="5" type="body"/>
          </p:nvPr>
        </p:nvSpPr>
        <p:spPr>
          <a:xfrm>
            <a:off x="5436863" y="418910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65" name="Google Shape;3065;p272"/>
          <p:cNvSpPr txBox="1"/>
          <p:nvPr/>
        </p:nvSpPr>
        <p:spPr>
          <a:xfrm>
            <a:off x="4772263" y="10205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1</a:t>
            </a:r>
            <a:endParaRPr b="0" i="0" sz="4900" u="none" cap="none" strike="noStrike">
              <a:solidFill>
                <a:schemeClr val="accent1"/>
              </a:solidFill>
              <a:latin typeface="Inter Black"/>
              <a:ea typeface="Inter Black"/>
              <a:cs typeface="Inter Black"/>
              <a:sym typeface="Inter Black"/>
            </a:endParaRPr>
          </a:p>
        </p:txBody>
      </p:sp>
      <p:sp>
        <p:nvSpPr>
          <p:cNvPr id="3066" name="Google Shape;3066;p272"/>
          <p:cNvSpPr txBox="1"/>
          <p:nvPr/>
        </p:nvSpPr>
        <p:spPr>
          <a:xfrm>
            <a:off x="4772263" y="18302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2</a:t>
            </a:r>
            <a:endParaRPr b="0" i="0" sz="4900" u="none" cap="none" strike="noStrike">
              <a:solidFill>
                <a:schemeClr val="accent1"/>
              </a:solidFill>
              <a:latin typeface="Inter Black"/>
              <a:ea typeface="Inter Black"/>
              <a:cs typeface="Inter Black"/>
              <a:sym typeface="Inter Black"/>
            </a:endParaRPr>
          </a:p>
        </p:txBody>
      </p:sp>
      <p:sp>
        <p:nvSpPr>
          <p:cNvPr id="3067" name="Google Shape;3067;p272"/>
          <p:cNvSpPr txBox="1"/>
          <p:nvPr/>
        </p:nvSpPr>
        <p:spPr>
          <a:xfrm>
            <a:off x="4772263" y="26399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3</a:t>
            </a:r>
            <a:endParaRPr b="0" i="0" sz="4900" u="none" cap="none" strike="noStrike">
              <a:solidFill>
                <a:schemeClr val="accent1"/>
              </a:solidFill>
              <a:latin typeface="Inter Black"/>
              <a:ea typeface="Inter Black"/>
              <a:cs typeface="Inter Black"/>
              <a:sym typeface="Inter Black"/>
            </a:endParaRPr>
          </a:p>
        </p:txBody>
      </p:sp>
      <p:sp>
        <p:nvSpPr>
          <p:cNvPr id="3068" name="Google Shape;3068;p272"/>
          <p:cNvSpPr txBox="1"/>
          <p:nvPr/>
        </p:nvSpPr>
        <p:spPr>
          <a:xfrm>
            <a:off x="4772263" y="34496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4</a:t>
            </a:r>
            <a:endParaRPr b="0" i="0" sz="4900" u="none" cap="none" strike="noStrike">
              <a:solidFill>
                <a:schemeClr val="accent1"/>
              </a:solidFill>
              <a:latin typeface="Inter Black"/>
              <a:ea typeface="Inter Black"/>
              <a:cs typeface="Inter Black"/>
              <a:sym typeface="Inter Black"/>
            </a:endParaRPr>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4 1">
  <p:cSld name="TITLE_2_1_1_1_1_2_1_1_1_1_1_1_1_1_1_1_1_1_1_1_1_1_1_1_1_1_1_1_1_4_1">
    <p:bg>
      <p:bgPr>
        <a:solidFill>
          <a:schemeClr val="dk2"/>
        </a:solidFill>
      </p:bgPr>
    </p:bg>
    <p:spTree>
      <p:nvGrpSpPr>
        <p:cNvPr id="3069" name="Shape 3069"/>
        <p:cNvGrpSpPr/>
        <p:nvPr/>
      </p:nvGrpSpPr>
      <p:grpSpPr>
        <a:xfrm>
          <a:off x="0" y="0"/>
          <a:ext cx="0" cy="0"/>
          <a:chOff x="0" y="0"/>
          <a:chExt cx="0" cy="0"/>
        </a:xfrm>
      </p:grpSpPr>
      <p:sp>
        <p:nvSpPr>
          <p:cNvPr id="3070" name="Google Shape;3070;p27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1" name="Google Shape;3071;p273"/>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2" name="Google Shape;3072;p273"/>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3" name="Google Shape;3073;p273"/>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4" name="Google Shape;3074;p273"/>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075" name="Google Shape;3075;p27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076" name="Google Shape;3076;p27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077" name="Google Shape;3077;p273"/>
          <p:cNvSpPr txBox="1"/>
          <p:nvPr>
            <p:ph type="title"/>
          </p:nvPr>
        </p:nvSpPr>
        <p:spPr>
          <a:xfrm>
            <a:off x="290263" y="712650"/>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3078" name="Google Shape;3078;p273"/>
          <p:cNvSpPr txBox="1"/>
          <p:nvPr>
            <p:ph idx="1" type="body"/>
          </p:nvPr>
        </p:nvSpPr>
        <p:spPr>
          <a:xfrm>
            <a:off x="5436863" y="8067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79" name="Google Shape;3079;p273"/>
          <p:cNvSpPr txBox="1"/>
          <p:nvPr>
            <p:ph idx="2" type="body"/>
          </p:nvPr>
        </p:nvSpPr>
        <p:spPr>
          <a:xfrm>
            <a:off x="5436863" y="16894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80" name="Google Shape;3080;p273"/>
          <p:cNvSpPr txBox="1"/>
          <p:nvPr>
            <p:ph idx="3" type="body"/>
          </p:nvPr>
        </p:nvSpPr>
        <p:spPr>
          <a:xfrm>
            <a:off x="5436863" y="25721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81" name="Google Shape;3081;p273"/>
          <p:cNvSpPr txBox="1"/>
          <p:nvPr>
            <p:ph idx="4" type="body"/>
          </p:nvPr>
        </p:nvSpPr>
        <p:spPr>
          <a:xfrm>
            <a:off x="5436863" y="3380625"/>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82" name="Google Shape;3082;p273"/>
          <p:cNvSpPr txBox="1"/>
          <p:nvPr>
            <p:ph idx="5" type="body"/>
          </p:nvPr>
        </p:nvSpPr>
        <p:spPr>
          <a:xfrm>
            <a:off x="5436863" y="418910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83" name="Google Shape;3083;p273"/>
          <p:cNvSpPr txBox="1"/>
          <p:nvPr/>
        </p:nvSpPr>
        <p:spPr>
          <a:xfrm>
            <a:off x="4772263" y="10205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1</a:t>
            </a:r>
            <a:endParaRPr b="0" i="0" sz="4900" u="none" cap="none" strike="noStrike">
              <a:solidFill>
                <a:schemeClr val="accent1"/>
              </a:solidFill>
              <a:latin typeface="Inter Black"/>
              <a:ea typeface="Inter Black"/>
              <a:cs typeface="Inter Black"/>
              <a:sym typeface="Inter Black"/>
            </a:endParaRPr>
          </a:p>
        </p:txBody>
      </p:sp>
      <p:sp>
        <p:nvSpPr>
          <p:cNvPr id="3084" name="Google Shape;3084;p273"/>
          <p:cNvSpPr txBox="1"/>
          <p:nvPr/>
        </p:nvSpPr>
        <p:spPr>
          <a:xfrm>
            <a:off x="4772263" y="18302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2</a:t>
            </a:r>
            <a:endParaRPr b="0" i="0" sz="4900" u="none" cap="none" strike="noStrike">
              <a:solidFill>
                <a:schemeClr val="accent1"/>
              </a:solidFill>
              <a:latin typeface="Inter Black"/>
              <a:ea typeface="Inter Black"/>
              <a:cs typeface="Inter Black"/>
              <a:sym typeface="Inter Black"/>
            </a:endParaRPr>
          </a:p>
        </p:txBody>
      </p:sp>
      <p:sp>
        <p:nvSpPr>
          <p:cNvPr id="3085" name="Google Shape;3085;p273"/>
          <p:cNvSpPr txBox="1"/>
          <p:nvPr/>
        </p:nvSpPr>
        <p:spPr>
          <a:xfrm>
            <a:off x="4772263" y="26399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3</a:t>
            </a:r>
            <a:endParaRPr b="0" i="0" sz="4900" u="none" cap="none" strike="noStrike">
              <a:solidFill>
                <a:schemeClr val="accent1"/>
              </a:solidFill>
              <a:latin typeface="Inter Black"/>
              <a:ea typeface="Inter Black"/>
              <a:cs typeface="Inter Black"/>
              <a:sym typeface="Inter Black"/>
            </a:endParaRPr>
          </a:p>
        </p:txBody>
      </p:sp>
      <p:sp>
        <p:nvSpPr>
          <p:cNvPr id="3086" name="Google Shape;3086;p273"/>
          <p:cNvSpPr txBox="1"/>
          <p:nvPr/>
        </p:nvSpPr>
        <p:spPr>
          <a:xfrm>
            <a:off x="4772263" y="34496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4</a:t>
            </a:r>
            <a:endParaRPr b="0" i="0" sz="4900" u="none" cap="none" strike="noStrike">
              <a:solidFill>
                <a:schemeClr val="accent1"/>
              </a:solidFill>
              <a:latin typeface="Inter Black"/>
              <a:ea typeface="Inter Black"/>
              <a:cs typeface="Inter Black"/>
              <a:sym typeface="Inter Black"/>
            </a:endParaRPr>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1 1 1">
  <p:cSld name="TITLE_2_2_1_1_1_1">
    <p:bg>
      <p:bgPr>
        <a:solidFill>
          <a:schemeClr val="dk2"/>
        </a:solidFill>
      </p:bgPr>
    </p:bg>
    <p:spTree>
      <p:nvGrpSpPr>
        <p:cNvPr id="3087" name="Shape 3087"/>
        <p:cNvGrpSpPr/>
        <p:nvPr/>
      </p:nvGrpSpPr>
      <p:grpSpPr>
        <a:xfrm>
          <a:off x="0" y="0"/>
          <a:ext cx="0" cy="0"/>
          <a:chOff x="0" y="0"/>
          <a:chExt cx="0" cy="0"/>
        </a:xfrm>
      </p:grpSpPr>
      <p:sp>
        <p:nvSpPr>
          <p:cNvPr id="3088" name="Google Shape;3088;p274"/>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9" name="Google Shape;3089;p274"/>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0" name="Google Shape;3090;p274"/>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3091" name="Google Shape;3091;p274"/>
          <p:cNvSpPr/>
          <p:nvPr/>
        </p:nvSpPr>
        <p:spPr>
          <a:xfrm>
            <a:off x="345775" y="1327375"/>
            <a:ext cx="8287800" cy="3086400"/>
          </a:xfrm>
          <a:prstGeom prst="roundRect">
            <a:avLst>
              <a:gd fmla="val 6326"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2" name="Google Shape;3092;p274"/>
          <p:cNvPicPr preferRelativeResize="0"/>
          <p:nvPr/>
        </p:nvPicPr>
        <p:blipFill rotWithShape="1">
          <a:blip r:embed="rId2">
            <a:alphaModFix/>
          </a:blip>
          <a:srcRect b="0" l="0" r="0" t="0"/>
          <a:stretch/>
        </p:blipFill>
        <p:spPr>
          <a:xfrm>
            <a:off x="945191" y="1784041"/>
            <a:ext cx="628200" cy="628200"/>
          </a:xfrm>
          <a:prstGeom prst="ellipse">
            <a:avLst/>
          </a:prstGeom>
          <a:noFill/>
          <a:ln>
            <a:noFill/>
          </a:ln>
        </p:spPr>
      </p:pic>
      <p:sp>
        <p:nvSpPr>
          <p:cNvPr id="3093" name="Google Shape;3093;p274"/>
          <p:cNvSpPr txBox="1"/>
          <p:nvPr>
            <p:ph idx="1" type="body"/>
          </p:nvPr>
        </p:nvSpPr>
        <p:spPr>
          <a:xfrm>
            <a:off x="1693150" y="2069850"/>
            <a:ext cx="6183300" cy="1679100"/>
          </a:xfrm>
          <a:prstGeom prst="rect">
            <a:avLst/>
          </a:prstGeom>
          <a:noFill/>
          <a:ln>
            <a:noFill/>
          </a:ln>
        </p:spPr>
        <p:txBody>
          <a:bodyPr anchorCtr="0" anchor="t" bIns="91425" lIns="0" spcFirstLastPara="1" rIns="91425" wrap="square" tIns="0">
            <a:normAutofit/>
          </a:bodyPr>
          <a:lstStyle>
            <a:lvl1pPr indent="-317500" lvl="0" marL="457200" algn="l">
              <a:lnSpc>
                <a:spcPct val="100000"/>
              </a:lnSpc>
              <a:spcBef>
                <a:spcPts val="0"/>
              </a:spcBef>
              <a:spcAft>
                <a:spcPts val="0"/>
              </a:spcAft>
              <a:buSzPts val="1400"/>
              <a:buFont typeface="Inter Medium"/>
              <a:buChar char="●"/>
              <a:defRPr sz="1400">
                <a:latin typeface="Inter Medium"/>
                <a:ea typeface="Inter Medium"/>
                <a:cs typeface="Inter Medium"/>
                <a:sym typeface="Inter Medium"/>
              </a:defRPr>
            </a:lvl1pPr>
            <a:lvl2pPr indent="-317500" lvl="1" marL="9144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2pPr>
            <a:lvl3pPr indent="-317500" lvl="2" marL="13716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3pPr>
            <a:lvl4pPr indent="-317500" lvl="3" marL="18288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4pPr>
            <a:lvl5pPr indent="-317500" lvl="4" marL="22860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5pPr>
            <a:lvl6pPr indent="-317500" lvl="5" marL="27432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6pPr>
            <a:lvl7pPr indent="-317500" lvl="6" marL="32004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7pPr>
            <a:lvl8pPr indent="-317500" lvl="7" marL="36576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8pPr>
            <a:lvl9pPr indent="-317500" lvl="8" marL="4114800" algn="l">
              <a:lnSpc>
                <a:spcPct val="100000"/>
              </a:lnSpc>
              <a:spcBef>
                <a:spcPts val="0"/>
              </a:spcBef>
              <a:spcAft>
                <a:spcPts val="0"/>
              </a:spcAft>
              <a:buSzPts val="1400"/>
              <a:buFont typeface="Inter Medium"/>
              <a:buChar char="■"/>
              <a:defRPr>
                <a:latin typeface="Inter Medium"/>
                <a:ea typeface="Inter Medium"/>
                <a:cs typeface="Inter Medium"/>
                <a:sym typeface="Inter Medium"/>
              </a:defRPr>
            </a:lvl9pPr>
          </a:lstStyle>
          <a:p/>
        </p:txBody>
      </p:sp>
      <p:sp>
        <p:nvSpPr>
          <p:cNvPr id="3094" name="Google Shape;3094;p27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095" name="Google Shape;3095;p274"/>
          <p:cNvPicPr preferRelativeResize="0"/>
          <p:nvPr/>
        </p:nvPicPr>
        <p:blipFill rotWithShape="1">
          <a:blip r:embed="rId3">
            <a:alphaModFix/>
          </a:blip>
          <a:srcRect b="0" l="0" r="0" t="0"/>
          <a:stretch/>
        </p:blipFill>
        <p:spPr>
          <a:xfrm>
            <a:off x="7973350" y="229963"/>
            <a:ext cx="958101" cy="170225"/>
          </a:xfrm>
          <a:prstGeom prst="rect">
            <a:avLst/>
          </a:prstGeom>
          <a:noFill/>
          <a:ln>
            <a:noFill/>
          </a:ln>
        </p:spPr>
      </p:pic>
      <p:sp>
        <p:nvSpPr>
          <p:cNvPr id="3096" name="Google Shape;3096;p27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2">
  <p:cSld name="TITLE_2_1_1_1_1_2_1_1_1_1_1_1_1_1_1_1_1_1_1_2">
    <p:bg>
      <p:bgPr>
        <a:solidFill>
          <a:schemeClr val="accent1"/>
        </a:solidFill>
      </p:bgPr>
    </p:bg>
    <p:spTree>
      <p:nvGrpSpPr>
        <p:cNvPr id="3097" name="Shape 3097"/>
        <p:cNvGrpSpPr/>
        <p:nvPr/>
      </p:nvGrpSpPr>
      <p:grpSpPr>
        <a:xfrm>
          <a:off x="0" y="0"/>
          <a:ext cx="0" cy="0"/>
          <a:chOff x="0" y="0"/>
          <a:chExt cx="0" cy="0"/>
        </a:xfrm>
      </p:grpSpPr>
      <p:sp>
        <p:nvSpPr>
          <p:cNvPr id="3098" name="Google Shape;3098;p275"/>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9" name="Google Shape;3099;p275"/>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0" name="Google Shape;3100;p275"/>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3101" name="Google Shape;3101;p275"/>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2" name="Google Shape;3102;p275"/>
          <p:cNvSpPr txBox="1"/>
          <p:nvPr>
            <p:ph idx="2"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3103" name="Google Shape;3103;p275"/>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104" name="Google Shape;3104;p27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105" name="Google Shape;3105;p27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106" name="Google Shape;3106;p27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3">
  <p:cSld name="TITLE_2_1_1_1_1_2_1_1_1_1_1_1_1_1_1_1_1_1_1_1_1_1_1_1_1_1_1_1_3">
    <p:bg>
      <p:bgPr>
        <a:solidFill>
          <a:schemeClr val="accent1"/>
        </a:solidFill>
      </p:bgPr>
    </p:bg>
    <p:spTree>
      <p:nvGrpSpPr>
        <p:cNvPr id="3107" name="Shape 3107"/>
        <p:cNvGrpSpPr/>
        <p:nvPr/>
      </p:nvGrpSpPr>
      <p:grpSpPr>
        <a:xfrm>
          <a:off x="0" y="0"/>
          <a:ext cx="0" cy="0"/>
          <a:chOff x="0" y="0"/>
          <a:chExt cx="0" cy="0"/>
        </a:xfrm>
      </p:grpSpPr>
      <p:sp>
        <p:nvSpPr>
          <p:cNvPr id="3108" name="Google Shape;3108;p276"/>
          <p:cNvSpPr txBox="1"/>
          <p:nvPr>
            <p:ph type="title"/>
          </p:nvPr>
        </p:nvSpPr>
        <p:spPr>
          <a:xfrm>
            <a:off x="182650" y="4522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109" name="Google Shape;3109;p276"/>
          <p:cNvSpPr/>
          <p:nvPr/>
        </p:nvSpPr>
        <p:spPr>
          <a:xfrm>
            <a:off x="2125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0" name="Google Shape;3110;p276"/>
          <p:cNvSpPr/>
          <p:nvPr/>
        </p:nvSpPr>
        <p:spPr>
          <a:xfrm>
            <a:off x="24364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1" name="Google Shape;3111;p276"/>
          <p:cNvSpPr/>
          <p:nvPr/>
        </p:nvSpPr>
        <p:spPr>
          <a:xfrm>
            <a:off x="46531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2" name="Google Shape;3112;p276"/>
          <p:cNvSpPr/>
          <p:nvPr/>
        </p:nvSpPr>
        <p:spPr>
          <a:xfrm>
            <a:off x="68770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3" name="Google Shape;3113;p276"/>
          <p:cNvSpPr txBox="1"/>
          <p:nvPr>
            <p:ph idx="1" type="body"/>
          </p:nvPr>
        </p:nvSpPr>
        <p:spPr>
          <a:xfrm>
            <a:off x="2758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114" name="Google Shape;3114;p276"/>
          <p:cNvSpPr txBox="1"/>
          <p:nvPr>
            <p:ph idx="2" type="subTitle"/>
          </p:nvPr>
        </p:nvSpPr>
        <p:spPr>
          <a:xfrm>
            <a:off x="2758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15" name="Google Shape;3115;p276"/>
          <p:cNvSpPr txBox="1"/>
          <p:nvPr>
            <p:ph idx="3" type="body"/>
          </p:nvPr>
        </p:nvSpPr>
        <p:spPr>
          <a:xfrm>
            <a:off x="25495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116" name="Google Shape;3116;p276"/>
          <p:cNvSpPr txBox="1"/>
          <p:nvPr>
            <p:ph idx="4" type="subTitle"/>
          </p:nvPr>
        </p:nvSpPr>
        <p:spPr>
          <a:xfrm>
            <a:off x="25495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17" name="Google Shape;3117;p27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8" name="Google Shape;3118;p27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9" name="Google Shape;3119;p276"/>
          <p:cNvSpPr txBox="1"/>
          <p:nvPr>
            <p:ph idx="5" type="body"/>
          </p:nvPr>
        </p:nvSpPr>
        <p:spPr>
          <a:xfrm>
            <a:off x="47745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120" name="Google Shape;3120;p276"/>
          <p:cNvSpPr txBox="1"/>
          <p:nvPr>
            <p:ph idx="6" type="subTitle"/>
          </p:nvPr>
        </p:nvSpPr>
        <p:spPr>
          <a:xfrm>
            <a:off x="47745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21" name="Google Shape;3121;p276"/>
          <p:cNvSpPr txBox="1"/>
          <p:nvPr>
            <p:ph idx="7" type="body"/>
          </p:nvPr>
        </p:nvSpPr>
        <p:spPr>
          <a:xfrm>
            <a:off x="70669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122" name="Google Shape;3122;p276"/>
          <p:cNvSpPr txBox="1"/>
          <p:nvPr>
            <p:ph idx="8" type="subTitle"/>
          </p:nvPr>
        </p:nvSpPr>
        <p:spPr>
          <a:xfrm>
            <a:off x="70669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23" name="Google Shape;3123;p27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124" name="Google Shape;3124;p27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125" name="Google Shape;3125;p27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3 1">
  <p:cSld name="TITLE_2_1_1_1_1_2_1_1_1_1_1_1_1_1_1_1_1_1_1_1_1_1_1_1_1_1_1_1_3_1">
    <p:bg>
      <p:bgPr>
        <a:solidFill>
          <a:schemeClr val="dk2"/>
        </a:solidFill>
      </p:bgPr>
    </p:bg>
    <p:spTree>
      <p:nvGrpSpPr>
        <p:cNvPr id="3126" name="Shape 3126"/>
        <p:cNvGrpSpPr/>
        <p:nvPr/>
      </p:nvGrpSpPr>
      <p:grpSpPr>
        <a:xfrm>
          <a:off x="0" y="0"/>
          <a:ext cx="0" cy="0"/>
          <a:chOff x="0" y="0"/>
          <a:chExt cx="0" cy="0"/>
        </a:xfrm>
      </p:grpSpPr>
      <p:sp>
        <p:nvSpPr>
          <p:cNvPr id="3127" name="Google Shape;3127;p277"/>
          <p:cNvSpPr txBox="1"/>
          <p:nvPr>
            <p:ph type="title"/>
          </p:nvPr>
        </p:nvSpPr>
        <p:spPr>
          <a:xfrm>
            <a:off x="182650" y="4522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128" name="Google Shape;3128;p277"/>
          <p:cNvSpPr/>
          <p:nvPr/>
        </p:nvSpPr>
        <p:spPr>
          <a:xfrm>
            <a:off x="2125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9" name="Google Shape;3129;p277"/>
          <p:cNvSpPr/>
          <p:nvPr/>
        </p:nvSpPr>
        <p:spPr>
          <a:xfrm>
            <a:off x="24364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0" name="Google Shape;3130;p277"/>
          <p:cNvSpPr/>
          <p:nvPr/>
        </p:nvSpPr>
        <p:spPr>
          <a:xfrm>
            <a:off x="46531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1" name="Google Shape;3131;p277"/>
          <p:cNvSpPr/>
          <p:nvPr/>
        </p:nvSpPr>
        <p:spPr>
          <a:xfrm>
            <a:off x="6877050" y="1367400"/>
            <a:ext cx="2054400" cy="33129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2" name="Google Shape;3132;p277"/>
          <p:cNvSpPr txBox="1"/>
          <p:nvPr>
            <p:ph idx="1" type="body"/>
          </p:nvPr>
        </p:nvSpPr>
        <p:spPr>
          <a:xfrm>
            <a:off x="2758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133" name="Google Shape;3133;p277"/>
          <p:cNvSpPr txBox="1"/>
          <p:nvPr>
            <p:ph idx="2" type="subTitle"/>
          </p:nvPr>
        </p:nvSpPr>
        <p:spPr>
          <a:xfrm>
            <a:off x="2758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34" name="Google Shape;3134;p277"/>
          <p:cNvSpPr txBox="1"/>
          <p:nvPr>
            <p:ph idx="3" type="body"/>
          </p:nvPr>
        </p:nvSpPr>
        <p:spPr>
          <a:xfrm>
            <a:off x="25495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135" name="Google Shape;3135;p277"/>
          <p:cNvSpPr txBox="1"/>
          <p:nvPr>
            <p:ph idx="4" type="subTitle"/>
          </p:nvPr>
        </p:nvSpPr>
        <p:spPr>
          <a:xfrm>
            <a:off x="25495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36" name="Google Shape;3136;p277"/>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7" name="Google Shape;3137;p277"/>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8" name="Google Shape;3138;p277"/>
          <p:cNvSpPr txBox="1"/>
          <p:nvPr>
            <p:ph idx="5" type="body"/>
          </p:nvPr>
        </p:nvSpPr>
        <p:spPr>
          <a:xfrm>
            <a:off x="47745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139" name="Google Shape;3139;p277"/>
          <p:cNvSpPr txBox="1"/>
          <p:nvPr>
            <p:ph idx="6" type="subTitle"/>
          </p:nvPr>
        </p:nvSpPr>
        <p:spPr>
          <a:xfrm>
            <a:off x="47745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40" name="Google Shape;3140;p277"/>
          <p:cNvSpPr txBox="1"/>
          <p:nvPr>
            <p:ph idx="7" type="body"/>
          </p:nvPr>
        </p:nvSpPr>
        <p:spPr>
          <a:xfrm>
            <a:off x="70669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141" name="Google Shape;3141;p277"/>
          <p:cNvSpPr txBox="1"/>
          <p:nvPr>
            <p:ph idx="8" type="subTitle"/>
          </p:nvPr>
        </p:nvSpPr>
        <p:spPr>
          <a:xfrm>
            <a:off x="70669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42" name="Google Shape;3142;p27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143" name="Google Shape;3143;p27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144" name="Google Shape;3144;p27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2 1">
  <p:cSld name="TITLE_2_1_1_1_1_2_2_1">
    <p:bg>
      <p:bgPr>
        <a:solidFill>
          <a:schemeClr val="dk2"/>
        </a:solidFill>
      </p:bgPr>
    </p:bg>
    <p:spTree>
      <p:nvGrpSpPr>
        <p:cNvPr id="3145" name="Shape 3145"/>
        <p:cNvGrpSpPr/>
        <p:nvPr/>
      </p:nvGrpSpPr>
      <p:grpSpPr>
        <a:xfrm>
          <a:off x="0" y="0"/>
          <a:ext cx="0" cy="0"/>
          <a:chOff x="0" y="0"/>
          <a:chExt cx="0" cy="0"/>
        </a:xfrm>
      </p:grpSpPr>
      <p:sp>
        <p:nvSpPr>
          <p:cNvPr id="3146" name="Google Shape;3146;p278"/>
          <p:cNvSpPr txBox="1"/>
          <p:nvPr>
            <p:ph type="title"/>
          </p:nvPr>
        </p:nvSpPr>
        <p:spPr>
          <a:xfrm>
            <a:off x="163875" y="130130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9pPr>
          </a:lstStyle>
          <a:p/>
        </p:txBody>
      </p:sp>
      <p:sp>
        <p:nvSpPr>
          <p:cNvPr id="3147" name="Google Shape;3147;p278"/>
          <p:cNvSpPr txBox="1"/>
          <p:nvPr>
            <p:ph idx="1" type="body"/>
          </p:nvPr>
        </p:nvSpPr>
        <p:spPr>
          <a:xfrm>
            <a:off x="163875"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3148" name="Google Shape;3148;p278"/>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9" name="Google Shape;3149;p278"/>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0" name="Google Shape;3150;p278"/>
          <p:cNvSpPr txBox="1"/>
          <p:nvPr>
            <p:ph idx="2" type="subTitle"/>
          </p:nvPr>
        </p:nvSpPr>
        <p:spPr>
          <a:xfrm>
            <a:off x="163875"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151" name="Google Shape;3151;p278"/>
          <p:cNvSpPr/>
          <p:nvPr/>
        </p:nvSpPr>
        <p:spPr>
          <a:xfrm rot="-5400000">
            <a:off x="4432050" y="184050"/>
            <a:ext cx="4000500" cy="50040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2" name="Google Shape;3152;p27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153" name="Google Shape;3153;p27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154" name="Google Shape;3154;p27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2 1">
  <p:cSld name="TITLE_2_1_1_1_1_2_1_1_1_1_1_1_1_1_1_1_1_1_1_2_1">
    <p:bg>
      <p:bgPr>
        <a:solidFill>
          <a:schemeClr val="dk2"/>
        </a:solidFill>
      </p:bgPr>
    </p:bg>
    <p:spTree>
      <p:nvGrpSpPr>
        <p:cNvPr id="3155" name="Shape 3155"/>
        <p:cNvGrpSpPr/>
        <p:nvPr/>
      </p:nvGrpSpPr>
      <p:grpSpPr>
        <a:xfrm>
          <a:off x="0" y="0"/>
          <a:ext cx="0" cy="0"/>
          <a:chOff x="0" y="0"/>
          <a:chExt cx="0" cy="0"/>
        </a:xfrm>
      </p:grpSpPr>
      <p:sp>
        <p:nvSpPr>
          <p:cNvPr id="3156" name="Google Shape;3156;p279"/>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7" name="Google Shape;3157;p279"/>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8" name="Google Shape;3158;p279"/>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3159" name="Google Shape;3159;p279"/>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0" name="Google Shape;3160;p279"/>
          <p:cNvSpPr txBox="1"/>
          <p:nvPr>
            <p:ph idx="2"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3161" name="Google Shape;3161;p279"/>
          <p:cNvSpPr txBox="1"/>
          <p:nvPr>
            <p:ph idx="1"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162" name="Google Shape;3162;p27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163" name="Google Shape;3163;p27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164" name="Google Shape;3164;p27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2 1">
  <p:cSld name="TITLE_2_1_1_1_1_2_1_1_1_1_1_1_1_1_1_1_1_1_1_1_1_1_2_1">
    <p:bg>
      <p:bgPr>
        <a:solidFill>
          <a:schemeClr val="dk2"/>
        </a:solidFill>
      </p:bgPr>
    </p:bg>
    <p:spTree>
      <p:nvGrpSpPr>
        <p:cNvPr id="3165" name="Shape 3165"/>
        <p:cNvGrpSpPr/>
        <p:nvPr/>
      </p:nvGrpSpPr>
      <p:grpSpPr>
        <a:xfrm>
          <a:off x="0" y="0"/>
          <a:ext cx="0" cy="0"/>
          <a:chOff x="0" y="0"/>
          <a:chExt cx="0" cy="0"/>
        </a:xfrm>
      </p:grpSpPr>
      <p:sp>
        <p:nvSpPr>
          <p:cNvPr id="3166" name="Google Shape;3166;p280"/>
          <p:cNvSpPr/>
          <p:nvPr>
            <p:ph idx="2" type="pic"/>
          </p:nvPr>
        </p:nvSpPr>
        <p:spPr>
          <a:xfrm>
            <a:off x="3041775" y="861525"/>
            <a:ext cx="1193100" cy="1126800"/>
          </a:xfrm>
          <a:prstGeom prst="roundRect">
            <a:avLst>
              <a:gd fmla="val 50000" name="adj"/>
            </a:avLst>
          </a:prstGeom>
          <a:noFill/>
          <a:ln>
            <a:noFill/>
          </a:ln>
        </p:spPr>
      </p:sp>
      <p:sp>
        <p:nvSpPr>
          <p:cNvPr id="3167" name="Google Shape;3167;p280"/>
          <p:cNvSpPr/>
          <p:nvPr>
            <p:ph idx="3" type="pic"/>
          </p:nvPr>
        </p:nvSpPr>
        <p:spPr>
          <a:xfrm>
            <a:off x="4470650" y="861525"/>
            <a:ext cx="1193100" cy="1126800"/>
          </a:xfrm>
          <a:prstGeom prst="roundRect">
            <a:avLst>
              <a:gd fmla="val 50000" name="adj"/>
            </a:avLst>
          </a:prstGeom>
          <a:noFill/>
          <a:ln>
            <a:noFill/>
          </a:ln>
        </p:spPr>
      </p:sp>
      <p:sp>
        <p:nvSpPr>
          <p:cNvPr id="3168" name="Google Shape;3168;p280"/>
          <p:cNvSpPr/>
          <p:nvPr>
            <p:ph idx="4" type="pic"/>
          </p:nvPr>
        </p:nvSpPr>
        <p:spPr>
          <a:xfrm>
            <a:off x="5888575" y="861525"/>
            <a:ext cx="1193100" cy="1126800"/>
          </a:xfrm>
          <a:prstGeom prst="roundRect">
            <a:avLst>
              <a:gd fmla="val 50000" name="adj"/>
            </a:avLst>
          </a:prstGeom>
          <a:noFill/>
          <a:ln>
            <a:noFill/>
          </a:ln>
        </p:spPr>
      </p:sp>
      <p:sp>
        <p:nvSpPr>
          <p:cNvPr id="3169" name="Google Shape;3169;p280"/>
          <p:cNvSpPr/>
          <p:nvPr>
            <p:ph idx="5" type="pic"/>
          </p:nvPr>
        </p:nvSpPr>
        <p:spPr>
          <a:xfrm>
            <a:off x="7306500" y="861525"/>
            <a:ext cx="1193100" cy="1126800"/>
          </a:xfrm>
          <a:prstGeom prst="roundRect">
            <a:avLst>
              <a:gd fmla="val 50000" name="adj"/>
            </a:avLst>
          </a:prstGeom>
          <a:noFill/>
          <a:ln>
            <a:noFill/>
          </a:ln>
        </p:spPr>
      </p:sp>
      <p:sp>
        <p:nvSpPr>
          <p:cNvPr id="3170" name="Google Shape;3170;p280"/>
          <p:cNvSpPr/>
          <p:nvPr>
            <p:ph idx="6" type="pic"/>
          </p:nvPr>
        </p:nvSpPr>
        <p:spPr>
          <a:xfrm>
            <a:off x="3041775" y="2831725"/>
            <a:ext cx="1193100" cy="1126800"/>
          </a:xfrm>
          <a:prstGeom prst="roundRect">
            <a:avLst>
              <a:gd fmla="val 50000" name="adj"/>
            </a:avLst>
          </a:prstGeom>
          <a:noFill/>
          <a:ln>
            <a:noFill/>
          </a:ln>
        </p:spPr>
      </p:sp>
      <p:sp>
        <p:nvSpPr>
          <p:cNvPr id="3171" name="Google Shape;3171;p280"/>
          <p:cNvSpPr/>
          <p:nvPr>
            <p:ph idx="7" type="pic"/>
          </p:nvPr>
        </p:nvSpPr>
        <p:spPr>
          <a:xfrm>
            <a:off x="4470650" y="2831725"/>
            <a:ext cx="1193100" cy="1126800"/>
          </a:xfrm>
          <a:prstGeom prst="roundRect">
            <a:avLst>
              <a:gd fmla="val 50000" name="adj"/>
            </a:avLst>
          </a:prstGeom>
          <a:noFill/>
          <a:ln>
            <a:noFill/>
          </a:ln>
        </p:spPr>
      </p:sp>
      <p:sp>
        <p:nvSpPr>
          <p:cNvPr id="3172" name="Google Shape;3172;p280"/>
          <p:cNvSpPr/>
          <p:nvPr>
            <p:ph idx="8" type="pic"/>
          </p:nvPr>
        </p:nvSpPr>
        <p:spPr>
          <a:xfrm>
            <a:off x="5888575" y="2831725"/>
            <a:ext cx="1193100" cy="1126800"/>
          </a:xfrm>
          <a:prstGeom prst="roundRect">
            <a:avLst>
              <a:gd fmla="val 50000" name="adj"/>
            </a:avLst>
          </a:prstGeom>
          <a:noFill/>
          <a:ln>
            <a:noFill/>
          </a:ln>
        </p:spPr>
      </p:sp>
      <p:sp>
        <p:nvSpPr>
          <p:cNvPr id="3173" name="Google Shape;3173;p280"/>
          <p:cNvSpPr/>
          <p:nvPr>
            <p:ph idx="9" type="pic"/>
          </p:nvPr>
        </p:nvSpPr>
        <p:spPr>
          <a:xfrm>
            <a:off x="7306500" y="2831725"/>
            <a:ext cx="1193100" cy="1126800"/>
          </a:xfrm>
          <a:prstGeom prst="roundRect">
            <a:avLst>
              <a:gd fmla="val 50000" name="adj"/>
            </a:avLst>
          </a:prstGeom>
          <a:noFill/>
          <a:ln>
            <a:noFill/>
          </a:ln>
        </p:spPr>
      </p:sp>
      <p:sp>
        <p:nvSpPr>
          <p:cNvPr id="3174" name="Google Shape;3174;p280"/>
          <p:cNvSpPr txBox="1"/>
          <p:nvPr>
            <p:ph idx="1" type="subTitle"/>
          </p:nvPr>
        </p:nvSpPr>
        <p:spPr>
          <a:xfrm>
            <a:off x="2764725" y="2116175"/>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3175" name="Google Shape;3175;p280"/>
          <p:cNvSpPr txBox="1"/>
          <p:nvPr>
            <p:ph idx="13" type="subTitle"/>
          </p:nvPr>
        </p:nvSpPr>
        <p:spPr>
          <a:xfrm>
            <a:off x="2764725" y="2262850"/>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176" name="Google Shape;3176;p280"/>
          <p:cNvSpPr txBox="1"/>
          <p:nvPr>
            <p:ph idx="14" type="subTitle"/>
          </p:nvPr>
        </p:nvSpPr>
        <p:spPr>
          <a:xfrm>
            <a:off x="4193600" y="2116175"/>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3177" name="Google Shape;3177;p280"/>
          <p:cNvSpPr txBox="1"/>
          <p:nvPr>
            <p:ph idx="15" type="subTitle"/>
          </p:nvPr>
        </p:nvSpPr>
        <p:spPr>
          <a:xfrm>
            <a:off x="4193600" y="2262850"/>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178" name="Google Shape;3178;p280"/>
          <p:cNvSpPr txBox="1"/>
          <p:nvPr>
            <p:ph idx="16" type="subTitle"/>
          </p:nvPr>
        </p:nvSpPr>
        <p:spPr>
          <a:xfrm>
            <a:off x="5611525" y="2116163"/>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3179" name="Google Shape;3179;p280"/>
          <p:cNvSpPr txBox="1"/>
          <p:nvPr>
            <p:ph idx="17" type="subTitle"/>
          </p:nvPr>
        </p:nvSpPr>
        <p:spPr>
          <a:xfrm>
            <a:off x="5611525" y="2262838"/>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180" name="Google Shape;3180;p280"/>
          <p:cNvSpPr txBox="1"/>
          <p:nvPr>
            <p:ph idx="18" type="subTitle"/>
          </p:nvPr>
        </p:nvSpPr>
        <p:spPr>
          <a:xfrm>
            <a:off x="7029450" y="2116175"/>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3181" name="Google Shape;3181;p280"/>
          <p:cNvSpPr txBox="1"/>
          <p:nvPr>
            <p:ph idx="19" type="subTitle"/>
          </p:nvPr>
        </p:nvSpPr>
        <p:spPr>
          <a:xfrm>
            <a:off x="7029450" y="2262850"/>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182" name="Google Shape;3182;p280"/>
          <p:cNvSpPr txBox="1"/>
          <p:nvPr>
            <p:ph idx="20" type="subTitle"/>
          </p:nvPr>
        </p:nvSpPr>
        <p:spPr>
          <a:xfrm>
            <a:off x="4193600" y="4082000"/>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3183" name="Google Shape;3183;p280"/>
          <p:cNvSpPr txBox="1"/>
          <p:nvPr>
            <p:ph idx="21" type="subTitle"/>
          </p:nvPr>
        </p:nvSpPr>
        <p:spPr>
          <a:xfrm>
            <a:off x="4193600" y="4228675"/>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184" name="Google Shape;3184;p280"/>
          <p:cNvSpPr txBox="1"/>
          <p:nvPr>
            <p:ph idx="22" type="subTitle"/>
          </p:nvPr>
        </p:nvSpPr>
        <p:spPr>
          <a:xfrm>
            <a:off x="5611525" y="4081988"/>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3185" name="Google Shape;3185;p280"/>
          <p:cNvSpPr txBox="1"/>
          <p:nvPr>
            <p:ph idx="23" type="subTitle"/>
          </p:nvPr>
        </p:nvSpPr>
        <p:spPr>
          <a:xfrm>
            <a:off x="5611525" y="4228663"/>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186" name="Google Shape;3186;p280"/>
          <p:cNvSpPr txBox="1"/>
          <p:nvPr>
            <p:ph idx="24" type="subTitle"/>
          </p:nvPr>
        </p:nvSpPr>
        <p:spPr>
          <a:xfrm>
            <a:off x="7029450" y="4082000"/>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3187" name="Google Shape;3187;p280"/>
          <p:cNvSpPr txBox="1"/>
          <p:nvPr>
            <p:ph idx="25" type="subTitle"/>
          </p:nvPr>
        </p:nvSpPr>
        <p:spPr>
          <a:xfrm>
            <a:off x="7029450" y="4228675"/>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188" name="Google Shape;3188;p280"/>
          <p:cNvSpPr txBox="1"/>
          <p:nvPr>
            <p:ph idx="26" type="subTitle"/>
          </p:nvPr>
        </p:nvSpPr>
        <p:spPr>
          <a:xfrm>
            <a:off x="2764725" y="4081988"/>
            <a:ext cx="1747200" cy="2154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3189" name="Google Shape;3189;p280"/>
          <p:cNvSpPr txBox="1"/>
          <p:nvPr>
            <p:ph idx="27" type="subTitle"/>
          </p:nvPr>
        </p:nvSpPr>
        <p:spPr>
          <a:xfrm>
            <a:off x="2764725" y="4228663"/>
            <a:ext cx="1747200" cy="215400"/>
          </a:xfrm>
          <a:prstGeom prst="rect">
            <a:avLst/>
          </a:prstGeom>
          <a:noFill/>
          <a:ln>
            <a:noFill/>
          </a:ln>
        </p:spPr>
        <p:txBody>
          <a:bodyPr anchorCtr="0" anchor="ctr" bIns="91425" lIns="0" spcFirstLastPara="1" rIns="91425" wrap="square" tIns="91425">
            <a:noAutofit/>
          </a:bodyPr>
          <a:lstStyle>
            <a:lvl1pPr lvl="0"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ctr">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190" name="Google Shape;3190;p280"/>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1" name="Google Shape;3191;p280"/>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2" name="Google Shape;3192;p28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193" name="Google Shape;3193;p28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194" name="Google Shape;3194;p280"/>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195" name="Google Shape;3195;p280"/>
          <p:cNvSpPr/>
          <p:nvPr/>
        </p:nvSpPr>
        <p:spPr>
          <a:xfrm>
            <a:off x="212550" y="861513"/>
            <a:ext cx="2415900" cy="3692100"/>
          </a:xfrm>
          <a:prstGeom prst="roundRect">
            <a:avLst>
              <a:gd fmla="val 540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6" name="Google Shape;3196;p280"/>
          <p:cNvSpPr txBox="1"/>
          <p:nvPr>
            <p:ph type="title"/>
          </p:nvPr>
        </p:nvSpPr>
        <p:spPr>
          <a:xfrm>
            <a:off x="445450" y="1175063"/>
            <a:ext cx="20088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600"/>
              <a:buFont typeface="Inter Tight Black"/>
              <a:buNone/>
              <a:defRPr sz="36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600"/>
              <a:buNone/>
              <a:defRPr sz="3600">
                <a:solidFill>
                  <a:schemeClr val="accent1"/>
                </a:solidFill>
              </a:defRPr>
            </a:lvl2pPr>
            <a:lvl3pPr lvl="2" algn="l">
              <a:lnSpc>
                <a:spcPct val="70000"/>
              </a:lnSpc>
              <a:spcBef>
                <a:spcPts val="0"/>
              </a:spcBef>
              <a:spcAft>
                <a:spcPts val="0"/>
              </a:spcAft>
              <a:buClr>
                <a:schemeClr val="accent1"/>
              </a:buClr>
              <a:buSzPts val="3600"/>
              <a:buNone/>
              <a:defRPr sz="3600">
                <a:solidFill>
                  <a:schemeClr val="accent1"/>
                </a:solidFill>
              </a:defRPr>
            </a:lvl3pPr>
            <a:lvl4pPr lvl="3" algn="l">
              <a:lnSpc>
                <a:spcPct val="70000"/>
              </a:lnSpc>
              <a:spcBef>
                <a:spcPts val="0"/>
              </a:spcBef>
              <a:spcAft>
                <a:spcPts val="0"/>
              </a:spcAft>
              <a:buClr>
                <a:schemeClr val="accent1"/>
              </a:buClr>
              <a:buSzPts val="3600"/>
              <a:buNone/>
              <a:defRPr sz="3600">
                <a:solidFill>
                  <a:schemeClr val="accent1"/>
                </a:solidFill>
              </a:defRPr>
            </a:lvl4pPr>
            <a:lvl5pPr lvl="4" algn="l">
              <a:lnSpc>
                <a:spcPct val="70000"/>
              </a:lnSpc>
              <a:spcBef>
                <a:spcPts val="0"/>
              </a:spcBef>
              <a:spcAft>
                <a:spcPts val="0"/>
              </a:spcAft>
              <a:buClr>
                <a:schemeClr val="accent1"/>
              </a:buClr>
              <a:buSzPts val="3600"/>
              <a:buNone/>
              <a:defRPr sz="3600">
                <a:solidFill>
                  <a:schemeClr val="accent1"/>
                </a:solidFill>
              </a:defRPr>
            </a:lvl5pPr>
            <a:lvl6pPr lvl="5" algn="l">
              <a:lnSpc>
                <a:spcPct val="70000"/>
              </a:lnSpc>
              <a:spcBef>
                <a:spcPts val="0"/>
              </a:spcBef>
              <a:spcAft>
                <a:spcPts val="0"/>
              </a:spcAft>
              <a:buClr>
                <a:schemeClr val="accent1"/>
              </a:buClr>
              <a:buSzPts val="3600"/>
              <a:buNone/>
              <a:defRPr sz="3600">
                <a:solidFill>
                  <a:schemeClr val="accent1"/>
                </a:solidFill>
              </a:defRPr>
            </a:lvl6pPr>
            <a:lvl7pPr lvl="6" algn="l">
              <a:lnSpc>
                <a:spcPct val="70000"/>
              </a:lnSpc>
              <a:spcBef>
                <a:spcPts val="0"/>
              </a:spcBef>
              <a:spcAft>
                <a:spcPts val="0"/>
              </a:spcAft>
              <a:buClr>
                <a:schemeClr val="accent1"/>
              </a:buClr>
              <a:buSzPts val="3600"/>
              <a:buNone/>
              <a:defRPr sz="3600">
                <a:solidFill>
                  <a:schemeClr val="accent1"/>
                </a:solidFill>
              </a:defRPr>
            </a:lvl7pPr>
            <a:lvl8pPr lvl="7" algn="l">
              <a:lnSpc>
                <a:spcPct val="70000"/>
              </a:lnSpc>
              <a:spcBef>
                <a:spcPts val="0"/>
              </a:spcBef>
              <a:spcAft>
                <a:spcPts val="0"/>
              </a:spcAft>
              <a:buClr>
                <a:schemeClr val="accent1"/>
              </a:buClr>
              <a:buSzPts val="3600"/>
              <a:buNone/>
              <a:defRPr sz="3600">
                <a:solidFill>
                  <a:schemeClr val="accent1"/>
                </a:solidFill>
              </a:defRPr>
            </a:lvl8pPr>
            <a:lvl9pPr lvl="8" algn="l">
              <a:lnSpc>
                <a:spcPct val="70000"/>
              </a:lnSpc>
              <a:spcBef>
                <a:spcPts val="0"/>
              </a:spcBef>
              <a:spcAft>
                <a:spcPts val="0"/>
              </a:spcAft>
              <a:buClr>
                <a:schemeClr val="accent1"/>
              </a:buClr>
              <a:buSzPts val="3600"/>
              <a:buNone/>
              <a:defRPr sz="3600">
                <a:solidFill>
                  <a:schemeClr val="accent1"/>
                </a:solidFill>
              </a:defRPr>
            </a:lvl9pPr>
          </a:lstStyle>
          <a:p/>
        </p:txBody>
      </p:sp>
      <p:sp>
        <p:nvSpPr>
          <p:cNvPr id="3197" name="Google Shape;3197;p280"/>
          <p:cNvSpPr txBox="1"/>
          <p:nvPr>
            <p:ph idx="28" type="body"/>
          </p:nvPr>
        </p:nvSpPr>
        <p:spPr>
          <a:xfrm>
            <a:off x="445450" y="2773038"/>
            <a:ext cx="2008800" cy="1448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1pPr>
            <a:lvl2pPr indent="-304800" lvl="1" marL="914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2pPr>
            <a:lvl3pPr indent="-304800" lvl="2" marL="1371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3pPr>
            <a:lvl4pPr indent="-304800" lvl="3" marL="1828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4pPr>
            <a:lvl5pPr indent="-304800" lvl="4" marL="22860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5pPr>
            <a:lvl6pPr indent="-304800" lvl="5" marL="2743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6pPr>
            <a:lvl7pPr indent="-304800" lvl="6" marL="3200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7pPr>
            <a:lvl8pPr indent="-304800" lvl="7" marL="3657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8pPr>
            <a:lvl9pPr indent="-304800" lvl="8" marL="4114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9pPr>
          </a:lstStyle>
          <a:p/>
        </p:txBody>
      </p:sp>
      <p:sp>
        <p:nvSpPr>
          <p:cNvPr id="3198" name="Google Shape;3198;p280"/>
          <p:cNvSpPr txBox="1"/>
          <p:nvPr>
            <p:ph idx="29" type="subTitle"/>
          </p:nvPr>
        </p:nvSpPr>
        <p:spPr>
          <a:xfrm>
            <a:off x="445450" y="2380213"/>
            <a:ext cx="20088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accent1"/>
              </a:buClr>
              <a:buSzPts val="1200"/>
              <a:buFont typeface="Inter"/>
              <a:buNone/>
              <a:defRPr b="1" sz="12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400"/>
              <a:buNone/>
              <a:defRPr>
                <a:solidFill>
                  <a:schemeClr val="accent1"/>
                </a:solidFill>
              </a:defRPr>
            </a:lvl2pPr>
            <a:lvl3pPr lvl="2" algn="l">
              <a:lnSpc>
                <a:spcPct val="115000"/>
              </a:lnSpc>
              <a:spcBef>
                <a:spcPts val="0"/>
              </a:spcBef>
              <a:spcAft>
                <a:spcPts val="0"/>
              </a:spcAft>
              <a:buClr>
                <a:schemeClr val="accent1"/>
              </a:buClr>
              <a:buSzPts val="1400"/>
              <a:buNone/>
              <a:defRPr>
                <a:solidFill>
                  <a:schemeClr val="accent1"/>
                </a:solidFill>
              </a:defRPr>
            </a:lvl3pPr>
            <a:lvl4pPr lvl="3" algn="l">
              <a:lnSpc>
                <a:spcPct val="115000"/>
              </a:lnSpc>
              <a:spcBef>
                <a:spcPts val="0"/>
              </a:spcBef>
              <a:spcAft>
                <a:spcPts val="0"/>
              </a:spcAft>
              <a:buClr>
                <a:schemeClr val="accent1"/>
              </a:buClr>
              <a:buSzPts val="1400"/>
              <a:buNone/>
              <a:defRPr>
                <a:solidFill>
                  <a:schemeClr val="accent1"/>
                </a:solidFill>
              </a:defRPr>
            </a:lvl4pPr>
            <a:lvl5pPr lvl="4" algn="l">
              <a:lnSpc>
                <a:spcPct val="115000"/>
              </a:lnSpc>
              <a:spcBef>
                <a:spcPts val="0"/>
              </a:spcBef>
              <a:spcAft>
                <a:spcPts val="0"/>
              </a:spcAft>
              <a:buClr>
                <a:schemeClr val="accent1"/>
              </a:buClr>
              <a:buSzPts val="1400"/>
              <a:buNone/>
              <a:defRPr>
                <a:solidFill>
                  <a:schemeClr val="accent1"/>
                </a:solidFill>
              </a:defRPr>
            </a:lvl5pPr>
            <a:lvl6pPr lvl="5" algn="l">
              <a:lnSpc>
                <a:spcPct val="115000"/>
              </a:lnSpc>
              <a:spcBef>
                <a:spcPts val="0"/>
              </a:spcBef>
              <a:spcAft>
                <a:spcPts val="0"/>
              </a:spcAft>
              <a:buClr>
                <a:schemeClr val="accent1"/>
              </a:buClr>
              <a:buSzPts val="1400"/>
              <a:buNone/>
              <a:defRPr>
                <a:solidFill>
                  <a:schemeClr val="accent1"/>
                </a:solidFill>
              </a:defRPr>
            </a:lvl6pPr>
            <a:lvl7pPr lvl="6" algn="l">
              <a:lnSpc>
                <a:spcPct val="115000"/>
              </a:lnSpc>
              <a:spcBef>
                <a:spcPts val="0"/>
              </a:spcBef>
              <a:spcAft>
                <a:spcPts val="0"/>
              </a:spcAft>
              <a:buClr>
                <a:schemeClr val="accent1"/>
              </a:buClr>
              <a:buSzPts val="1400"/>
              <a:buNone/>
              <a:defRPr>
                <a:solidFill>
                  <a:schemeClr val="accent1"/>
                </a:solidFill>
              </a:defRPr>
            </a:lvl7pPr>
            <a:lvl8pPr lvl="7" algn="l">
              <a:lnSpc>
                <a:spcPct val="115000"/>
              </a:lnSpc>
              <a:spcBef>
                <a:spcPts val="0"/>
              </a:spcBef>
              <a:spcAft>
                <a:spcPts val="0"/>
              </a:spcAft>
              <a:buClr>
                <a:schemeClr val="accent1"/>
              </a:buClr>
              <a:buSzPts val="1400"/>
              <a:buNone/>
              <a:defRPr>
                <a:solidFill>
                  <a:schemeClr val="accent1"/>
                </a:solidFill>
              </a:defRPr>
            </a:lvl8pPr>
            <a:lvl9pPr lvl="8" algn="l">
              <a:lnSpc>
                <a:spcPct val="115000"/>
              </a:lnSpc>
              <a:spcBef>
                <a:spcPts val="0"/>
              </a:spcBef>
              <a:spcAft>
                <a:spcPts val="0"/>
              </a:spcAft>
              <a:buClr>
                <a:schemeClr val="accent1"/>
              </a:buClr>
              <a:buSzPts val="1400"/>
              <a:buNone/>
              <a:defRPr>
                <a:solidFill>
                  <a:schemeClr val="accent1"/>
                </a:solidFill>
              </a:defRPr>
            </a:lvl9pPr>
          </a:lstStyle>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3 1">
  <p:cSld name="TITLE_2_1_1_1_1_2_1_1_1_1_1_1_1_1_1_1_1_1_1_1_1_3_1">
    <p:bg>
      <p:bgPr>
        <a:solidFill>
          <a:schemeClr val="dk2"/>
        </a:solidFill>
      </p:bgPr>
    </p:bg>
    <p:spTree>
      <p:nvGrpSpPr>
        <p:cNvPr id="3199" name="Shape 3199"/>
        <p:cNvGrpSpPr/>
        <p:nvPr/>
      </p:nvGrpSpPr>
      <p:grpSpPr>
        <a:xfrm>
          <a:off x="0" y="0"/>
          <a:ext cx="0" cy="0"/>
          <a:chOff x="0" y="0"/>
          <a:chExt cx="0" cy="0"/>
        </a:xfrm>
      </p:grpSpPr>
      <p:sp>
        <p:nvSpPr>
          <p:cNvPr id="3200" name="Google Shape;3200;p281"/>
          <p:cNvSpPr/>
          <p:nvPr>
            <p:ph idx="2" type="pic"/>
          </p:nvPr>
        </p:nvSpPr>
        <p:spPr>
          <a:xfrm>
            <a:off x="3541550" y="3587875"/>
            <a:ext cx="932400" cy="880500"/>
          </a:xfrm>
          <a:prstGeom prst="roundRect">
            <a:avLst>
              <a:gd fmla="val 18700" name="adj"/>
            </a:avLst>
          </a:prstGeom>
          <a:noFill/>
          <a:ln>
            <a:noFill/>
          </a:ln>
        </p:spPr>
      </p:sp>
      <p:sp>
        <p:nvSpPr>
          <p:cNvPr id="3201" name="Google Shape;3201;p281"/>
          <p:cNvSpPr/>
          <p:nvPr>
            <p:ph idx="3" type="pic"/>
          </p:nvPr>
        </p:nvSpPr>
        <p:spPr>
          <a:xfrm>
            <a:off x="3541700" y="2650075"/>
            <a:ext cx="932400" cy="880500"/>
          </a:xfrm>
          <a:prstGeom prst="roundRect">
            <a:avLst>
              <a:gd fmla="val 18700" name="adj"/>
            </a:avLst>
          </a:prstGeom>
          <a:noFill/>
          <a:ln>
            <a:noFill/>
          </a:ln>
        </p:spPr>
      </p:sp>
      <p:sp>
        <p:nvSpPr>
          <p:cNvPr id="3202" name="Google Shape;3202;p281"/>
          <p:cNvSpPr/>
          <p:nvPr>
            <p:ph idx="4" type="pic"/>
          </p:nvPr>
        </p:nvSpPr>
        <p:spPr>
          <a:xfrm>
            <a:off x="3541700" y="1700763"/>
            <a:ext cx="932400" cy="880500"/>
          </a:xfrm>
          <a:prstGeom prst="roundRect">
            <a:avLst>
              <a:gd fmla="val 18700" name="adj"/>
            </a:avLst>
          </a:prstGeom>
          <a:noFill/>
          <a:ln>
            <a:noFill/>
          </a:ln>
        </p:spPr>
      </p:sp>
      <p:sp>
        <p:nvSpPr>
          <p:cNvPr id="3203" name="Google Shape;3203;p281"/>
          <p:cNvSpPr/>
          <p:nvPr>
            <p:ph idx="5" type="pic"/>
          </p:nvPr>
        </p:nvSpPr>
        <p:spPr>
          <a:xfrm>
            <a:off x="3541700" y="768725"/>
            <a:ext cx="932400" cy="880500"/>
          </a:xfrm>
          <a:prstGeom prst="roundRect">
            <a:avLst>
              <a:gd fmla="val 18700" name="adj"/>
            </a:avLst>
          </a:prstGeom>
          <a:noFill/>
          <a:ln>
            <a:noFill/>
          </a:ln>
        </p:spPr>
      </p:sp>
      <p:sp>
        <p:nvSpPr>
          <p:cNvPr id="3204" name="Google Shape;3204;p281"/>
          <p:cNvSpPr/>
          <p:nvPr>
            <p:ph idx="6" type="pic"/>
          </p:nvPr>
        </p:nvSpPr>
        <p:spPr>
          <a:xfrm>
            <a:off x="6108575" y="3587875"/>
            <a:ext cx="932400" cy="880500"/>
          </a:xfrm>
          <a:prstGeom prst="roundRect">
            <a:avLst>
              <a:gd fmla="val 18700" name="adj"/>
            </a:avLst>
          </a:prstGeom>
          <a:noFill/>
          <a:ln>
            <a:noFill/>
          </a:ln>
        </p:spPr>
      </p:sp>
      <p:sp>
        <p:nvSpPr>
          <p:cNvPr id="3205" name="Google Shape;3205;p281"/>
          <p:cNvSpPr/>
          <p:nvPr>
            <p:ph idx="7" type="pic"/>
          </p:nvPr>
        </p:nvSpPr>
        <p:spPr>
          <a:xfrm>
            <a:off x="6108725" y="2650075"/>
            <a:ext cx="932400" cy="880500"/>
          </a:xfrm>
          <a:prstGeom prst="roundRect">
            <a:avLst>
              <a:gd fmla="val 18700" name="adj"/>
            </a:avLst>
          </a:prstGeom>
          <a:noFill/>
          <a:ln>
            <a:noFill/>
          </a:ln>
        </p:spPr>
      </p:sp>
      <p:sp>
        <p:nvSpPr>
          <p:cNvPr id="3206" name="Google Shape;3206;p281"/>
          <p:cNvSpPr/>
          <p:nvPr>
            <p:ph idx="8" type="pic"/>
          </p:nvPr>
        </p:nvSpPr>
        <p:spPr>
          <a:xfrm>
            <a:off x="6108725" y="1700763"/>
            <a:ext cx="932400" cy="880500"/>
          </a:xfrm>
          <a:prstGeom prst="roundRect">
            <a:avLst>
              <a:gd fmla="val 18700" name="adj"/>
            </a:avLst>
          </a:prstGeom>
          <a:noFill/>
          <a:ln>
            <a:noFill/>
          </a:ln>
        </p:spPr>
      </p:sp>
      <p:sp>
        <p:nvSpPr>
          <p:cNvPr id="3207" name="Google Shape;3207;p281"/>
          <p:cNvSpPr/>
          <p:nvPr>
            <p:ph idx="9" type="pic"/>
          </p:nvPr>
        </p:nvSpPr>
        <p:spPr>
          <a:xfrm>
            <a:off x="6108725" y="768725"/>
            <a:ext cx="932400" cy="880500"/>
          </a:xfrm>
          <a:prstGeom prst="roundRect">
            <a:avLst>
              <a:gd fmla="val 18700" name="adj"/>
            </a:avLst>
          </a:prstGeom>
          <a:noFill/>
          <a:ln>
            <a:noFill/>
          </a:ln>
        </p:spPr>
      </p:sp>
      <p:sp>
        <p:nvSpPr>
          <p:cNvPr id="3208" name="Google Shape;3208;p281"/>
          <p:cNvSpPr txBox="1"/>
          <p:nvPr>
            <p:ph idx="1" type="subTitle"/>
          </p:nvPr>
        </p:nvSpPr>
        <p:spPr>
          <a:xfrm>
            <a:off x="4578250" y="10773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209" name="Google Shape;3209;p281"/>
          <p:cNvSpPr txBox="1"/>
          <p:nvPr>
            <p:ph idx="13" type="subTitle"/>
          </p:nvPr>
        </p:nvSpPr>
        <p:spPr>
          <a:xfrm>
            <a:off x="4578250" y="12240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210" name="Google Shape;3210;p281"/>
          <p:cNvSpPr txBox="1"/>
          <p:nvPr>
            <p:ph type="title"/>
          </p:nvPr>
        </p:nvSpPr>
        <p:spPr>
          <a:xfrm>
            <a:off x="2125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211" name="Google Shape;3211;p281"/>
          <p:cNvSpPr txBox="1"/>
          <p:nvPr>
            <p:ph idx="14" type="subTitle"/>
          </p:nvPr>
        </p:nvSpPr>
        <p:spPr>
          <a:xfrm>
            <a:off x="4578250" y="19714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212" name="Google Shape;3212;p281"/>
          <p:cNvSpPr txBox="1"/>
          <p:nvPr>
            <p:ph idx="15" type="subTitle"/>
          </p:nvPr>
        </p:nvSpPr>
        <p:spPr>
          <a:xfrm>
            <a:off x="4578250" y="21181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213" name="Google Shape;3213;p281"/>
          <p:cNvSpPr txBox="1"/>
          <p:nvPr>
            <p:ph idx="16" type="subTitle"/>
          </p:nvPr>
        </p:nvSpPr>
        <p:spPr>
          <a:xfrm>
            <a:off x="4578250" y="29092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214" name="Google Shape;3214;p281"/>
          <p:cNvSpPr txBox="1"/>
          <p:nvPr>
            <p:ph idx="17" type="subTitle"/>
          </p:nvPr>
        </p:nvSpPr>
        <p:spPr>
          <a:xfrm>
            <a:off x="4578250" y="305596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215" name="Google Shape;3215;p281"/>
          <p:cNvSpPr txBox="1"/>
          <p:nvPr>
            <p:ph idx="18" type="subTitle"/>
          </p:nvPr>
        </p:nvSpPr>
        <p:spPr>
          <a:xfrm>
            <a:off x="4578250" y="3847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216" name="Google Shape;3216;p281"/>
          <p:cNvSpPr txBox="1"/>
          <p:nvPr>
            <p:ph idx="19" type="subTitle"/>
          </p:nvPr>
        </p:nvSpPr>
        <p:spPr>
          <a:xfrm>
            <a:off x="4578250" y="3993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217" name="Google Shape;3217;p281"/>
          <p:cNvSpPr txBox="1"/>
          <p:nvPr>
            <p:ph idx="20" type="subTitle"/>
          </p:nvPr>
        </p:nvSpPr>
        <p:spPr>
          <a:xfrm>
            <a:off x="7152650" y="10773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218" name="Google Shape;3218;p281"/>
          <p:cNvSpPr txBox="1"/>
          <p:nvPr>
            <p:ph idx="21" type="subTitle"/>
          </p:nvPr>
        </p:nvSpPr>
        <p:spPr>
          <a:xfrm>
            <a:off x="7152650" y="12240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219" name="Google Shape;3219;p281"/>
          <p:cNvSpPr txBox="1"/>
          <p:nvPr>
            <p:ph idx="22" type="subTitle"/>
          </p:nvPr>
        </p:nvSpPr>
        <p:spPr>
          <a:xfrm>
            <a:off x="7152650" y="19714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220" name="Google Shape;3220;p281"/>
          <p:cNvSpPr txBox="1"/>
          <p:nvPr>
            <p:ph idx="23" type="subTitle"/>
          </p:nvPr>
        </p:nvSpPr>
        <p:spPr>
          <a:xfrm>
            <a:off x="7152650" y="211815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221" name="Google Shape;3221;p281"/>
          <p:cNvSpPr txBox="1"/>
          <p:nvPr>
            <p:ph idx="24" type="subTitle"/>
          </p:nvPr>
        </p:nvSpPr>
        <p:spPr>
          <a:xfrm>
            <a:off x="7152650" y="29092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222" name="Google Shape;3222;p281"/>
          <p:cNvSpPr txBox="1"/>
          <p:nvPr>
            <p:ph idx="25" type="subTitle"/>
          </p:nvPr>
        </p:nvSpPr>
        <p:spPr>
          <a:xfrm>
            <a:off x="7152650" y="305596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223" name="Google Shape;3223;p281"/>
          <p:cNvSpPr txBox="1"/>
          <p:nvPr>
            <p:ph idx="26" type="subTitle"/>
          </p:nvPr>
        </p:nvSpPr>
        <p:spPr>
          <a:xfrm>
            <a:off x="7152650" y="3847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224" name="Google Shape;3224;p281"/>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5" name="Google Shape;3225;p281"/>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6" name="Google Shape;3226;p281"/>
          <p:cNvSpPr txBox="1"/>
          <p:nvPr>
            <p:ph idx="27" type="subTitle"/>
          </p:nvPr>
        </p:nvSpPr>
        <p:spPr>
          <a:xfrm>
            <a:off x="7152650" y="3993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227" name="Google Shape;3227;p281"/>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228" name="Google Shape;3228;p281"/>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229" name="Google Shape;3229;p281"/>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2 1 1">
  <p:cSld name="TITLE_2_1_1_1_1_2_1_1_1_1_1_1_1_1_1_1_1_1_1_1_1_1_2_1_1">
    <p:bg>
      <p:bgPr>
        <a:solidFill>
          <a:schemeClr val="accent1"/>
        </a:solidFill>
      </p:bgPr>
    </p:bg>
    <p:spTree>
      <p:nvGrpSpPr>
        <p:cNvPr id="3230" name="Shape 3230"/>
        <p:cNvGrpSpPr/>
        <p:nvPr/>
      </p:nvGrpSpPr>
      <p:grpSpPr>
        <a:xfrm>
          <a:off x="0" y="0"/>
          <a:ext cx="0" cy="0"/>
          <a:chOff x="0" y="0"/>
          <a:chExt cx="0" cy="0"/>
        </a:xfrm>
      </p:grpSpPr>
      <p:sp>
        <p:nvSpPr>
          <p:cNvPr id="3231" name="Google Shape;3231;p282"/>
          <p:cNvSpPr/>
          <p:nvPr>
            <p:ph idx="2" type="pic"/>
          </p:nvPr>
        </p:nvSpPr>
        <p:spPr>
          <a:xfrm>
            <a:off x="1034787" y="1612900"/>
            <a:ext cx="2159700" cy="2039700"/>
          </a:xfrm>
          <a:prstGeom prst="roundRect">
            <a:avLst>
              <a:gd fmla="val 18141" name="adj"/>
            </a:avLst>
          </a:prstGeom>
          <a:noFill/>
          <a:ln>
            <a:noFill/>
          </a:ln>
        </p:spPr>
      </p:sp>
      <p:sp>
        <p:nvSpPr>
          <p:cNvPr id="3232" name="Google Shape;3232;p282"/>
          <p:cNvSpPr txBox="1"/>
          <p:nvPr>
            <p:ph idx="1" type="subTitle"/>
          </p:nvPr>
        </p:nvSpPr>
        <p:spPr>
          <a:xfrm>
            <a:off x="1211475" y="3866325"/>
            <a:ext cx="1806300" cy="390000"/>
          </a:xfrm>
          <a:prstGeom prst="rect">
            <a:avLst/>
          </a:prstGeom>
          <a:noFill/>
          <a:ln>
            <a:noFill/>
          </a:ln>
        </p:spPr>
        <p:txBody>
          <a:bodyPr anchorCtr="0" anchor="ctr" bIns="91425" lIns="0" spcFirstLastPara="1" rIns="91425" wrap="square" tIns="91425">
            <a:no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3233" name="Google Shape;3233;p282"/>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4" name="Google Shape;3234;p282"/>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235" name="Google Shape;3235;p282"/>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236" name="Google Shape;3236;p28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237" name="Google Shape;3237;p282"/>
          <p:cNvSpPr txBox="1"/>
          <p:nvPr>
            <p:ph type="title"/>
          </p:nvPr>
        </p:nvSpPr>
        <p:spPr>
          <a:xfrm>
            <a:off x="4847850" y="1770400"/>
            <a:ext cx="2778300" cy="1724700"/>
          </a:xfrm>
          <a:prstGeom prst="rect">
            <a:avLst/>
          </a:prstGeom>
          <a:noFill/>
          <a:ln>
            <a:noFill/>
          </a:ln>
        </p:spPr>
        <p:txBody>
          <a:bodyPr anchorCtr="0" anchor="ctr" bIns="91425" lIns="0" spcFirstLastPara="1" rIns="91425" wrap="square" tIns="91425">
            <a:normAutofit/>
          </a:bodyPr>
          <a:lstStyle>
            <a:lvl1pPr lvl="0" algn="ctr">
              <a:lnSpc>
                <a:spcPct val="70000"/>
              </a:lnSpc>
              <a:spcBef>
                <a:spcPts val="0"/>
              </a:spcBef>
              <a:spcAft>
                <a:spcPts val="0"/>
              </a:spcAft>
              <a:buClr>
                <a:schemeClr val="lt1"/>
              </a:buClr>
              <a:buSzPts val="2200"/>
              <a:buFont typeface="Inter Tight Black"/>
              <a:buNone/>
              <a:defRPr sz="2200">
                <a:solidFill>
                  <a:schemeClr val="lt1"/>
                </a:solidFill>
                <a:latin typeface="Inter Tight Black"/>
                <a:ea typeface="Inter Tight Black"/>
                <a:cs typeface="Inter Tight Black"/>
                <a:sym typeface="Inter Tight Black"/>
              </a:defRPr>
            </a:lvl1pPr>
            <a:lvl2pPr lvl="1"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2pPr>
            <a:lvl3pPr lvl="2"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3pPr>
            <a:lvl4pPr lvl="3"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4pPr>
            <a:lvl5pPr lvl="4"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5pPr>
            <a:lvl6pPr lvl="5"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6pPr>
            <a:lvl7pPr lvl="6"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7pPr>
            <a:lvl8pPr lvl="7"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8pPr>
            <a:lvl9pPr lvl="8"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9pPr>
          </a:lstStyle>
          <a:p/>
        </p:txBody>
      </p:sp>
      <p:pic>
        <p:nvPicPr>
          <p:cNvPr id="3238" name="Google Shape;3238;p282"/>
          <p:cNvPicPr preferRelativeResize="0"/>
          <p:nvPr/>
        </p:nvPicPr>
        <p:blipFill rotWithShape="1">
          <a:blip r:embed="rId3">
            <a:alphaModFix/>
          </a:blip>
          <a:srcRect b="0" l="0" r="0" t="0"/>
          <a:stretch/>
        </p:blipFill>
        <p:spPr>
          <a:xfrm>
            <a:off x="4496675" y="1487800"/>
            <a:ext cx="351170" cy="282600"/>
          </a:xfrm>
          <a:prstGeom prst="rect">
            <a:avLst/>
          </a:prstGeom>
          <a:noFill/>
          <a:ln>
            <a:noFill/>
          </a:ln>
        </p:spPr>
      </p:pic>
      <p:pic>
        <p:nvPicPr>
          <p:cNvPr id="3239" name="Google Shape;3239;p282"/>
          <p:cNvPicPr preferRelativeResize="0"/>
          <p:nvPr/>
        </p:nvPicPr>
        <p:blipFill rotWithShape="1">
          <a:blip r:embed="rId3">
            <a:alphaModFix/>
          </a:blip>
          <a:srcRect b="0" l="0" r="0" t="0"/>
          <a:stretch/>
        </p:blipFill>
        <p:spPr>
          <a:xfrm rot="10800000">
            <a:off x="7497975" y="3583725"/>
            <a:ext cx="351170" cy="282600"/>
          </a:xfrm>
          <a:prstGeom prst="rect">
            <a:avLst/>
          </a:prstGeom>
          <a:noFill/>
          <a:ln>
            <a:noFill/>
          </a:ln>
        </p:spPr>
      </p:pic>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2 1 1 1">
  <p:cSld name="TITLE_2_1_1_1_1_2_1_1_1_1_1_1_1_1_1_1_1_1_1_1_1_1_2_1_1_1">
    <p:bg>
      <p:bgPr>
        <a:solidFill>
          <a:schemeClr val="dk2"/>
        </a:solidFill>
      </p:bgPr>
    </p:bg>
    <p:spTree>
      <p:nvGrpSpPr>
        <p:cNvPr id="3240" name="Shape 3240"/>
        <p:cNvGrpSpPr/>
        <p:nvPr/>
      </p:nvGrpSpPr>
      <p:grpSpPr>
        <a:xfrm>
          <a:off x="0" y="0"/>
          <a:ext cx="0" cy="0"/>
          <a:chOff x="0" y="0"/>
          <a:chExt cx="0" cy="0"/>
        </a:xfrm>
      </p:grpSpPr>
      <p:sp>
        <p:nvSpPr>
          <p:cNvPr id="3241" name="Google Shape;3241;p283"/>
          <p:cNvSpPr/>
          <p:nvPr>
            <p:ph idx="2" type="pic"/>
          </p:nvPr>
        </p:nvSpPr>
        <p:spPr>
          <a:xfrm>
            <a:off x="1034787" y="1612900"/>
            <a:ext cx="2159700" cy="2039700"/>
          </a:xfrm>
          <a:prstGeom prst="roundRect">
            <a:avLst>
              <a:gd fmla="val 18141" name="adj"/>
            </a:avLst>
          </a:prstGeom>
          <a:noFill/>
          <a:ln>
            <a:noFill/>
          </a:ln>
        </p:spPr>
      </p:sp>
      <p:sp>
        <p:nvSpPr>
          <p:cNvPr id="3242" name="Google Shape;3242;p283"/>
          <p:cNvSpPr txBox="1"/>
          <p:nvPr>
            <p:ph idx="1" type="subTitle"/>
          </p:nvPr>
        </p:nvSpPr>
        <p:spPr>
          <a:xfrm>
            <a:off x="1211475" y="3866325"/>
            <a:ext cx="1806300" cy="390000"/>
          </a:xfrm>
          <a:prstGeom prst="rect">
            <a:avLst/>
          </a:prstGeom>
          <a:noFill/>
          <a:ln>
            <a:noFill/>
          </a:ln>
        </p:spPr>
        <p:txBody>
          <a:bodyPr anchorCtr="0" anchor="ctr" bIns="91425" lIns="0" spcFirstLastPara="1" rIns="91425" wrap="square" tIns="91425">
            <a:spAutoFit/>
          </a:bodyPr>
          <a:lstStyle>
            <a:lvl1pPr lvl="0" algn="ctr">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200"/>
              <a:buNone/>
              <a:defRPr sz="1200">
                <a:solidFill>
                  <a:schemeClr val="lt1"/>
                </a:solidFill>
              </a:defRPr>
            </a:lvl2pPr>
            <a:lvl3pPr lvl="2" algn="ctr">
              <a:lnSpc>
                <a:spcPct val="100000"/>
              </a:lnSpc>
              <a:spcBef>
                <a:spcPts val="0"/>
              </a:spcBef>
              <a:spcAft>
                <a:spcPts val="0"/>
              </a:spcAft>
              <a:buClr>
                <a:schemeClr val="lt1"/>
              </a:buClr>
              <a:buSzPts val="1200"/>
              <a:buNone/>
              <a:defRPr sz="1200">
                <a:solidFill>
                  <a:schemeClr val="lt1"/>
                </a:solidFill>
              </a:defRPr>
            </a:lvl3pPr>
            <a:lvl4pPr lvl="3" algn="ctr">
              <a:lnSpc>
                <a:spcPct val="100000"/>
              </a:lnSpc>
              <a:spcBef>
                <a:spcPts val="0"/>
              </a:spcBef>
              <a:spcAft>
                <a:spcPts val="0"/>
              </a:spcAft>
              <a:buClr>
                <a:schemeClr val="lt1"/>
              </a:buClr>
              <a:buSzPts val="1200"/>
              <a:buNone/>
              <a:defRPr sz="1200">
                <a:solidFill>
                  <a:schemeClr val="lt1"/>
                </a:solidFill>
              </a:defRPr>
            </a:lvl4pPr>
            <a:lvl5pPr lvl="4" algn="ctr">
              <a:lnSpc>
                <a:spcPct val="100000"/>
              </a:lnSpc>
              <a:spcBef>
                <a:spcPts val="0"/>
              </a:spcBef>
              <a:spcAft>
                <a:spcPts val="0"/>
              </a:spcAft>
              <a:buClr>
                <a:schemeClr val="lt1"/>
              </a:buClr>
              <a:buSzPts val="1200"/>
              <a:buNone/>
              <a:defRPr sz="1200">
                <a:solidFill>
                  <a:schemeClr val="lt1"/>
                </a:solidFill>
              </a:defRPr>
            </a:lvl5pPr>
            <a:lvl6pPr lvl="5" algn="ctr">
              <a:lnSpc>
                <a:spcPct val="100000"/>
              </a:lnSpc>
              <a:spcBef>
                <a:spcPts val="0"/>
              </a:spcBef>
              <a:spcAft>
                <a:spcPts val="0"/>
              </a:spcAft>
              <a:buClr>
                <a:schemeClr val="lt1"/>
              </a:buClr>
              <a:buSzPts val="1200"/>
              <a:buNone/>
              <a:defRPr sz="1200">
                <a:solidFill>
                  <a:schemeClr val="lt1"/>
                </a:solidFill>
              </a:defRPr>
            </a:lvl6pPr>
            <a:lvl7pPr lvl="6" algn="ctr">
              <a:lnSpc>
                <a:spcPct val="100000"/>
              </a:lnSpc>
              <a:spcBef>
                <a:spcPts val="0"/>
              </a:spcBef>
              <a:spcAft>
                <a:spcPts val="0"/>
              </a:spcAft>
              <a:buClr>
                <a:schemeClr val="lt1"/>
              </a:buClr>
              <a:buSzPts val="1200"/>
              <a:buNone/>
              <a:defRPr sz="1200">
                <a:solidFill>
                  <a:schemeClr val="lt1"/>
                </a:solidFill>
              </a:defRPr>
            </a:lvl7pPr>
            <a:lvl8pPr lvl="7" algn="ctr">
              <a:lnSpc>
                <a:spcPct val="100000"/>
              </a:lnSpc>
              <a:spcBef>
                <a:spcPts val="0"/>
              </a:spcBef>
              <a:spcAft>
                <a:spcPts val="0"/>
              </a:spcAft>
              <a:buClr>
                <a:schemeClr val="lt1"/>
              </a:buClr>
              <a:buSzPts val="1200"/>
              <a:buNone/>
              <a:defRPr sz="1200">
                <a:solidFill>
                  <a:schemeClr val="lt1"/>
                </a:solidFill>
              </a:defRPr>
            </a:lvl8pPr>
            <a:lvl9pPr lvl="8" algn="ctr">
              <a:lnSpc>
                <a:spcPct val="100000"/>
              </a:lnSpc>
              <a:spcBef>
                <a:spcPts val="0"/>
              </a:spcBef>
              <a:spcAft>
                <a:spcPts val="0"/>
              </a:spcAft>
              <a:buClr>
                <a:schemeClr val="lt1"/>
              </a:buClr>
              <a:buSzPts val="1200"/>
              <a:buNone/>
              <a:defRPr sz="1200">
                <a:solidFill>
                  <a:schemeClr val="lt1"/>
                </a:solidFill>
              </a:defRPr>
            </a:lvl9pPr>
          </a:lstStyle>
          <a:p/>
        </p:txBody>
      </p:sp>
      <p:sp>
        <p:nvSpPr>
          <p:cNvPr id="3243" name="Google Shape;3243;p283"/>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4" name="Google Shape;3244;p283"/>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245" name="Google Shape;3245;p283"/>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246" name="Google Shape;3246;p283"/>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247" name="Google Shape;3247;p283"/>
          <p:cNvSpPr txBox="1"/>
          <p:nvPr>
            <p:ph type="title"/>
          </p:nvPr>
        </p:nvSpPr>
        <p:spPr>
          <a:xfrm>
            <a:off x="4847850" y="1770400"/>
            <a:ext cx="2778300" cy="1724700"/>
          </a:xfrm>
          <a:prstGeom prst="rect">
            <a:avLst/>
          </a:prstGeom>
          <a:noFill/>
          <a:ln>
            <a:noFill/>
          </a:ln>
        </p:spPr>
        <p:txBody>
          <a:bodyPr anchorCtr="0" anchor="ctr" bIns="91425" lIns="0" spcFirstLastPara="1" rIns="91425" wrap="square" tIns="91425">
            <a:normAutofit/>
          </a:bodyPr>
          <a:lstStyle>
            <a:lvl1pPr lvl="0" algn="ctr">
              <a:lnSpc>
                <a:spcPct val="70000"/>
              </a:lnSpc>
              <a:spcBef>
                <a:spcPts val="0"/>
              </a:spcBef>
              <a:spcAft>
                <a:spcPts val="0"/>
              </a:spcAft>
              <a:buClr>
                <a:schemeClr val="lt1"/>
              </a:buClr>
              <a:buSzPts val="2200"/>
              <a:buFont typeface="Inter Tight Black"/>
              <a:buNone/>
              <a:defRPr sz="2200">
                <a:solidFill>
                  <a:schemeClr val="lt1"/>
                </a:solidFill>
                <a:latin typeface="Inter Tight Black"/>
                <a:ea typeface="Inter Tight Black"/>
                <a:cs typeface="Inter Tight Black"/>
                <a:sym typeface="Inter Tight Black"/>
              </a:defRPr>
            </a:lvl1pPr>
            <a:lvl2pPr lvl="1"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2pPr>
            <a:lvl3pPr lvl="2"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3pPr>
            <a:lvl4pPr lvl="3"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4pPr>
            <a:lvl5pPr lvl="4"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5pPr>
            <a:lvl6pPr lvl="5"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6pPr>
            <a:lvl7pPr lvl="6"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7pPr>
            <a:lvl8pPr lvl="7"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8pPr>
            <a:lvl9pPr lvl="8" algn="ctr">
              <a:lnSpc>
                <a:spcPct val="70000"/>
              </a:lnSpc>
              <a:spcBef>
                <a:spcPts val="0"/>
              </a:spcBef>
              <a:spcAft>
                <a:spcPts val="0"/>
              </a:spcAft>
              <a:buClr>
                <a:schemeClr val="lt1"/>
              </a:buClr>
              <a:buSzPts val="3000"/>
              <a:buFont typeface="Inter Tight Black"/>
              <a:buNone/>
              <a:defRPr sz="3000">
                <a:solidFill>
                  <a:schemeClr val="lt1"/>
                </a:solidFill>
                <a:latin typeface="Inter Tight Black"/>
                <a:ea typeface="Inter Tight Black"/>
                <a:cs typeface="Inter Tight Black"/>
                <a:sym typeface="Inter Tight Black"/>
              </a:defRPr>
            </a:lvl9pPr>
          </a:lstStyle>
          <a:p/>
        </p:txBody>
      </p:sp>
      <p:pic>
        <p:nvPicPr>
          <p:cNvPr id="3248" name="Google Shape;3248;p283"/>
          <p:cNvPicPr preferRelativeResize="0"/>
          <p:nvPr/>
        </p:nvPicPr>
        <p:blipFill rotWithShape="1">
          <a:blip r:embed="rId3">
            <a:alphaModFix/>
          </a:blip>
          <a:srcRect b="0" l="0" r="0" t="0"/>
          <a:stretch/>
        </p:blipFill>
        <p:spPr>
          <a:xfrm>
            <a:off x="4496675" y="1487800"/>
            <a:ext cx="351170" cy="282600"/>
          </a:xfrm>
          <a:prstGeom prst="rect">
            <a:avLst/>
          </a:prstGeom>
          <a:noFill/>
          <a:ln>
            <a:noFill/>
          </a:ln>
        </p:spPr>
      </p:pic>
      <p:pic>
        <p:nvPicPr>
          <p:cNvPr id="3249" name="Google Shape;3249;p283"/>
          <p:cNvPicPr preferRelativeResize="0"/>
          <p:nvPr/>
        </p:nvPicPr>
        <p:blipFill rotWithShape="1">
          <a:blip r:embed="rId3">
            <a:alphaModFix/>
          </a:blip>
          <a:srcRect b="0" l="0" r="0" t="0"/>
          <a:stretch/>
        </p:blipFill>
        <p:spPr>
          <a:xfrm rot="10800000">
            <a:off x="7497975" y="3583725"/>
            <a:ext cx="351170" cy="282600"/>
          </a:xfrm>
          <a:prstGeom prst="rect">
            <a:avLst/>
          </a:prstGeom>
          <a:noFill/>
          <a:ln>
            <a:noFill/>
          </a:ln>
        </p:spPr>
      </p:pic>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2">
  <p:cSld name="TITLE_2_1_1_1_1_2_1_1_1_1_1_1_1_1_1_1_1_1_1_1_2">
    <p:bg>
      <p:bgPr>
        <a:solidFill>
          <a:schemeClr val="accent1"/>
        </a:solidFill>
      </p:bgPr>
    </p:bg>
    <p:spTree>
      <p:nvGrpSpPr>
        <p:cNvPr id="3250" name="Shape 3250"/>
        <p:cNvGrpSpPr/>
        <p:nvPr/>
      </p:nvGrpSpPr>
      <p:grpSpPr>
        <a:xfrm>
          <a:off x="0" y="0"/>
          <a:ext cx="0" cy="0"/>
          <a:chOff x="0" y="0"/>
          <a:chExt cx="0" cy="0"/>
        </a:xfrm>
      </p:grpSpPr>
      <p:sp>
        <p:nvSpPr>
          <p:cNvPr id="3251" name="Google Shape;3251;p284"/>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2" name="Google Shape;3252;p284"/>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3" name="Google Shape;3253;p284"/>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4" name="Google Shape;3254;p284"/>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255" name="Google Shape;3255;p284"/>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256" name="Google Shape;3256;p284"/>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257" name="Google Shape;3257;p284"/>
          <p:cNvSpPr txBox="1"/>
          <p:nvPr>
            <p:ph type="title"/>
          </p:nvPr>
        </p:nvSpPr>
        <p:spPr>
          <a:xfrm>
            <a:off x="405250" y="935475"/>
            <a:ext cx="4167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3258" name="Google Shape;3258;p284"/>
          <p:cNvSpPr txBox="1"/>
          <p:nvPr>
            <p:ph idx="1" type="body"/>
          </p:nvPr>
        </p:nvSpPr>
        <p:spPr>
          <a:xfrm>
            <a:off x="405250" y="2447500"/>
            <a:ext cx="39126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259" name="Google Shape;3259;p284"/>
          <p:cNvSpPr txBox="1"/>
          <p:nvPr>
            <p:ph idx="2" type="subTitle"/>
          </p:nvPr>
        </p:nvSpPr>
        <p:spPr>
          <a:xfrm>
            <a:off x="405250" y="2082650"/>
            <a:ext cx="33471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4 1">
  <p:cSld name="TITLE_2_1_1_1_1_5_1">
    <p:bg>
      <p:bgPr>
        <a:solidFill>
          <a:schemeClr val="dk2"/>
        </a:solidFill>
      </p:bgPr>
    </p:bg>
    <p:spTree>
      <p:nvGrpSpPr>
        <p:cNvPr id="3260" name="Shape 3260"/>
        <p:cNvGrpSpPr/>
        <p:nvPr/>
      </p:nvGrpSpPr>
      <p:grpSpPr>
        <a:xfrm>
          <a:off x="0" y="0"/>
          <a:ext cx="0" cy="0"/>
          <a:chOff x="0" y="0"/>
          <a:chExt cx="0" cy="0"/>
        </a:xfrm>
      </p:grpSpPr>
      <p:sp>
        <p:nvSpPr>
          <p:cNvPr id="3261" name="Google Shape;3261;p285"/>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2" name="Google Shape;3262;p285"/>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3" name="Google Shape;3263;p28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264" name="Google Shape;3264;p28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265" name="Google Shape;3265;p28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266" name="Google Shape;3266;p285"/>
          <p:cNvSpPr/>
          <p:nvPr/>
        </p:nvSpPr>
        <p:spPr>
          <a:xfrm rot="-5400000">
            <a:off x="4432050" y="184050"/>
            <a:ext cx="4000500" cy="50040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1 1 1 1 2">
  <p:cSld name="TITLE_2_1_1_1_1_2_1_1_1_1_1_1_1_1_1_1_1_1_1_1_1_1_1_1_1_1_1_1_1_1_1_1_1_1_1_1_1_1_1_2">
    <p:bg>
      <p:bgPr>
        <a:solidFill>
          <a:schemeClr val="accent1"/>
        </a:solidFill>
      </p:bgPr>
    </p:bg>
    <p:spTree>
      <p:nvGrpSpPr>
        <p:cNvPr id="3267" name="Shape 3267"/>
        <p:cNvGrpSpPr/>
        <p:nvPr/>
      </p:nvGrpSpPr>
      <p:grpSpPr>
        <a:xfrm>
          <a:off x="0" y="0"/>
          <a:ext cx="0" cy="0"/>
          <a:chOff x="0" y="0"/>
          <a:chExt cx="0" cy="0"/>
        </a:xfrm>
      </p:grpSpPr>
      <p:sp>
        <p:nvSpPr>
          <p:cNvPr id="3268" name="Google Shape;3268;p286"/>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9" name="Google Shape;3269;p286"/>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0" name="Google Shape;3270;p286"/>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1" name="Google Shape;3271;p28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272" name="Google Shape;3272;p28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273" name="Google Shape;3273;p28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274" name="Google Shape;3274;p286"/>
          <p:cNvSpPr txBox="1"/>
          <p:nvPr>
            <p:ph type="title"/>
          </p:nvPr>
        </p:nvSpPr>
        <p:spPr>
          <a:xfrm>
            <a:off x="345775" y="9327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2 1">
  <p:cSld name="TITLE_2_1_1_1_1_2_1_1_1_1_1_1_1_1_1_1_1_1_1_1_1_2_1">
    <p:bg>
      <p:bgPr>
        <a:solidFill>
          <a:schemeClr val="dk2"/>
        </a:solidFill>
      </p:bgPr>
    </p:bg>
    <p:spTree>
      <p:nvGrpSpPr>
        <p:cNvPr id="3275" name="Shape 3275"/>
        <p:cNvGrpSpPr/>
        <p:nvPr/>
      </p:nvGrpSpPr>
      <p:grpSpPr>
        <a:xfrm>
          <a:off x="0" y="0"/>
          <a:ext cx="0" cy="0"/>
          <a:chOff x="0" y="0"/>
          <a:chExt cx="0" cy="0"/>
        </a:xfrm>
      </p:grpSpPr>
      <p:sp>
        <p:nvSpPr>
          <p:cNvPr id="3276" name="Google Shape;3276;p287"/>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277" name="Google Shape;3277;p287"/>
          <p:cNvSpPr txBox="1"/>
          <p:nvPr>
            <p:ph idx="1"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3278" name="Google Shape;3278;p287"/>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9" name="Google Shape;3279;p287"/>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0" name="Google Shape;3280;p287"/>
          <p:cNvSpPr txBox="1"/>
          <p:nvPr>
            <p:ph idx="2"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281" name="Google Shape;3281;p28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282" name="Google Shape;3282;p28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283" name="Google Shape;3283;p28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p:cSld name="TITLE_2_1_1_1_1_2_1_1_1_1_1_1_1_1_1_1_1_1_1_1_1_1_3">
    <p:bg>
      <p:bgPr>
        <a:solidFill>
          <a:schemeClr val="accent1"/>
        </a:solidFill>
      </p:bgPr>
    </p:bg>
    <p:spTree>
      <p:nvGrpSpPr>
        <p:cNvPr id="3284" name="Shape 3284"/>
        <p:cNvGrpSpPr/>
        <p:nvPr/>
      </p:nvGrpSpPr>
      <p:grpSpPr>
        <a:xfrm>
          <a:off x="0" y="0"/>
          <a:ext cx="0" cy="0"/>
          <a:chOff x="0" y="0"/>
          <a:chExt cx="0" cy="0"/>
        </a:xfrm>
      </p:grpSpPr>
      <p:sp>
        <p:nvSpPr>
          <p:cNvPr id="3285" name="Google Shape;3285;p288"/>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6" name="Google Shape;3286;p288"/>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7" name="Google Shape;3287;p288"/>
          <p:cNvSpPr/>
          <p:nvPr/>
        </p:nvSpPr>
        <p:spPr>
          <a:xfrm>
            <a:off x="2439375" y="621475"/>
            <a:ext cx="6492000" cy="4095300"/>
          </a:xfrm>
          <a:prstGeom prst="roundRect">
            <a:avLst>
              <a:gd fmla="val 359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8" name="Google Shape;3288;p288"/>
          <p:cNvSpPr/>
          <p:nvPr/>
        </p:nvSpPr>
        <p:spPr>
          <a:xfrm>
            <a:off x="212550" y="1144788"/>
            <a:ext cx="2415900" cy="3692100"/>
          </a:xfrm>
          <a:prstGeom prst="roundRect">
            <a:avLst>
              <a:gd fmla="val 540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9" name="Google Shape;3289;p288"/>
          <p:cNvSpPr txBox="1"/>
          <p:nvPr>
            <p:ph type="title"/>
          </p:nvPr>
        </p:nvSpPr>
        <p:spPr>
          <a:xfrm>
            <a:off x="445450" y="1458338"/>
            <a:ext cx="20088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600"/>
              <a:buFont typeface="Inter Tight Black"/>
              <a:buNone/>
              <a:defRPr sz="36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600"/>
              <a:buNone/>
              <a:defRPr sz="3600">
                <a:solidFill>
                  <a:schemeClr val="accent1"/>
                </a:solidFill>
              </a:defRPr>
            </a:lvl2pPr>
            <a:lvl3pPr lvl="2" algn="l">
              <a:lnSpc>
                <a:spcPct val="70000"/>
              </a:lnSpc>
              <a:spcBef>
                <a:spcPts val="0"/>
              </a:spcBef>
              <a:spcAft>
                <a:spcPts val="0"/>
              </a:spcAft>
              <a:buClr>
                <a:schemeClr val="accent1"/>
              </a:buClr>
              <a:buSzPts val="3600"/>
              <a:buNone/>
              <a:defRPr sz="3600">
                <a:solidFill>
                  <a:schemeClr val="accent1"/>
                </a:solidFill>
              </a:defRPr>
            </a:lvl3pPr>
            <a:lvl4pPr lvl="3" algn="l">
              <a:lnSpc>
                <a:spcPct val="70000"/>
              </a:lnSpc>
              <a:spcBef>
                <a:spcPts val="0"/>
              </a:spcBef>
              <a:spcAft>
                <a:spcPts val="0"/>
              </a:spcAft>
              <a:buClr>
                <a:schemeClr val="accent1"/>
              </a:buClr>
              <a:buSzPts val="3600"/>
              <a:buNone/>
              <a:defRPr sz="3600">
                <a:solidFill>
                  <a:schemeClr val="accent1"/>
                </a:solidFill>
              </a:defRPr>
            </a:lvl4pPr>
            <a:lvl5pPr lvl="4" algn="l">
              <a:lnSpc>
                <a:spcPct val="70000"/>
              </a:lnSpc>
              <a:spcBef>
                <a:spcPts val="0"/>
              </a:spcBef>
              <a:spcAft>
                <a:spcPts val="0"/>
              </a:spcAft>
              <a:buClr>
                <a:schemeClr val="accent1"/>
              </a:buClr>
              <a:buSzPts val="3600"/>
              <a:buNone/>
              <a:defRPr sz="3600">
                <a:solidFill>
                  <a:schemeClr val="accent1"/>
                </a:solidFill>
              </a:defRPr>
            </a:lvl5pPr>
            <a:lvl6pPr lvl="5" algn="l">
              <a:lnSpc>
                <a:spcPct val="70000"/>
              </a:lnSpc>
              <a:spcBef>
                <a:spcPts val="0"/>
              </a:spcBef>
              <a:spcAft>
                <a:spcPts val="0"/>
              </a:spcAft>
              <a:buClr>
                <a:schemeClr val="accent1"/>
              </a:buClr>
              <a:buSzPts val="3600"/>
              <a:buNone/>
              <a:defRPr sz="3600">
                <a:solidFill>
                  <a:schemeClr val="accent1"/>
                </a:solidFill>
              </a:defRPr>
            </a:lvl6pPr>
            <a:lvl7pPr lvl="6" algn="l">
              <a:lnSpc>
                <a:spcPct val="70000"/>
              </a:lnSpc>
              <a:spcBef>
                <a:spcPts val="0"/>
              </a:spcBef>
              <a:spcAft>
                <a:spcPts val="0"/>
              </a:spcAft>
              <a:buClr>
                <a:schemeClr val="accent1"/>
              </a:buClr>
              <a:buSzPts val="3600"/>
              <a:buNone/>
              <a:defRPr sz="3600">
                <a:solidFill>
                  <a:schemeClr val="accent1"/>
                </a:solidFill>
              </a:defRPr>
            </a:lvl7pPr>
            <a:lvl8pPr lvl="7" algn="l">
              <a:lnSpc>
                <a:spcPct val="70000"/>
              </a:lnSpc>
              <a:spcBef>
                <a:spcPts val="0"/>
              </a:spcBef>
              <a:spcAft>
                <a:spcPts val="0"/>
              </a:spcAft>
              <a:buClr>
                <a:schemeClr val="accent1"/>
              </a:buClr>
              <a:buSzPts val="3600"/>
              <a:buNone/>
              <a:defRPr sz="3600">
                <a:solidFill>
                  <a:schemeClr val="accent1"/>
                </a:solidFill>
              </a:defRPr>
            </a:lvl8pPr>
            <a:lvl9pPr lvl="8" algn="l">
              <a:lnSpc>
                <a:spcPct val="70000"/>
              </a:lnSpc>
              <a:spcBef>
                <a:spcPts val="0"/>
              </a:spcBef>
              <a:spcAft>
                <a:spcPts val="0"/>
              </a:spcAft>
              <a:buClr>
                <a:schemeClr val="accent1"/>
              </a:buClr>
              <a:buSzPts val="3600"/>
              <a:buNone/>
              <a:defRPr sz="3600">
                <a:solidFill>
                  <a:schemeClr val="accent1"/>
                </a:solidFill>
              </a:defRPr>
            </a:lvl9pPr>
          </a:lstStyle>
          <a:p/>
        </p:txBody>
      </p:sp>
      <p:sp>
        <p:nvSpPr>
          <p:cNvPr id="3290" name="Google Shape;3290;p288"/>
          <p:cNvSpPr txBox="1"/>
          <p:nvPr>
            <p:ph idx="1" type="body"/>
          </p:nvPr>
        </p:nvSpPr>
        <p:spPr>
          <a:xfrm>
            <a:off x="445450" y="3056313"/>
            <a:ext cx="2008800" cy="1448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1pPr>
            <a:lvl2pPr indent="-304800" lvl="1" marL="914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2pPr>
            <a:lvl3pPr indent="-304800" lvl="2" marL="1371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3pPr>
            <a:lvl4pPr indent="-304800" lvl="3" marL="1828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4pPr>
            <a:lvl5pPr indent="-304800" lvl="4" marL="22860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5pPr>
            <a:lvl6pPr indent="-304800" lvl="5" marL="27432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6pPr>
            <a:lvl7pPr indent="-304800" lvl="6" marL="32004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7pPr>
            <a:lvl8pPr indent="-304800" lvl="7" marL="36576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8pPr>
            <a:lvl9pPr indent="-304800" lvl="8" marL="4114800" algn="l">
              <a:lnSpc>
                <a:spcPct val="115000"/>
              </a:lnSpc>
              <a:spcBef>
                <a:spcPts val="0"/>
              </a:spcBef>
              <a:spcAft>
                <a:spcPts val="0"/>
              </a:spcAft>
              <a:buClr>
                <a:schemeClr val="accent1"/>
              </a:buClr>
              <a:buSzPts val="1200"/>
              <a:buFont typeface="Inter"/>
              <a:buChar char="■"/>
              <a:defRPr sz="1200">
                <a:solidFill>
                  <a:schemeClr val="accent1"/>
                </a:solidFill>
                <a:latin typeface="Inter"/>
                <a:ea typeface="Inter"/>
                <a:cs typeface="Inter"/>
                <a:sym typeface="Inter"/>
              </a:defRPr>
            </a:lvl9pPr>
          </a:lstStyle>
          <a:p/>
        </p:txBody>
      </p:sp>
      <p:sp>
        <p:nvSpPr>
          <p:cNvPr id="3291" name="Google Shape;3291;p288"/>
          <p:cNvSpPr txBox="1"/>
          <p:nvPr>
            <p:ph idx="2" type="subTitle"/>
          </p:nvPr>
        </p:nvSpPr>
        <p:spPr>
          <a:xfrm>
            <a:off x="445450" y="2663488"/>
            <a:ext cx="20088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accent1"/>
              </a:buClr>
              <a:buSzPts val="1200"/>
              <a:buFont typeface="Inter"/>
              <a:buNone/>
              <a:defRPr b="1" sz="12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400"/>
              <a:buNone/>
              <a:defRPr>
                <a:solidFill>
                  <a:schemeClr val="accent1"/>
                </a:solidFill>
              </a:defRPr>
            </a:lvl2pPr>
            <a:lvl3pPr lvl="2" algn="l">
              <a:lnSpc>
                <a:spcPct val="115000"/>
              </a:lnSpc>
              <a:spcBef>
                <a:spcPts val="0"/>
              </a:spcBef>
              <a:spcAft>
                <a:spcPts val="0"/>
              </a:spcAft>
              <a:buClr>
                <a:schemeClr val="accent1"/>
              </a:buClr>
              <a:buSzPts val="1400"/>
              <a:buNone/>
              <a:defRPr>
                <a:solidFill>
                  <a:schemeClr val="accent1"/>
                </a:solidFill>
              </a:defRPr>
            </a:lvl3pPr>
            <a:lvl4pPr lvl="3" algn="l">
              <a:lnSpc>
                <a:spcPct val="115000"/>
              </a:lnSpc>
              <a:spcBef>
                <a:spcPts val="0"/>
              </a:spcBef>
              <a:spcAft>
                <a:spcPts val="0"/>
              </a:spcAft>
              <a:buClr>
                <a:schemeClr val="accent1"/>
              </a:buClr>
              <a:buSzPts val="1400"/>
              <a:buNone/>
              <a:defRPr>
                <a:solidFill>
                  <a:schemeClr val="accent1"/>
                </a:solidFill>
              </a:defRPr>
            </a:lvl4pPr>
            <a:lvl5pPr lvl="4" algn="l">
              <a:lnSpc>
                <a:spcPct val="115000"/>
              </a:lnSpc>
              <a:spcBef>
                <a:spcPts val="0"/>
              </a:spcBef>
              <a:spcAft>
                <a:spcPts val="0"/>
              </a:spcAft>
              <a:buClr>
                <a:schemeClr val="accent1"/>
              </a:buClr>
              <a:buSzPts val="1400"/>
              <a:buNone/>
              <a:defRPr>
                <a:solidFill>
                  <a:schemeClr val="accent1"/>
                </a:solidFill>
              </a:defRPr>
            </a:lvl5pPr>
            <a:lvl6pPr lvl="5" algn="l">
              <a:lnSpc>
                <a:spcPct val="115000"/>
              </a:lnSpc>
              <a:spcBef>
                <a:spcPts val="0"/>
              </a:spcBef>
              <a:spcAft>
                <a:spcPts val="0"/>
              </a:spcAft>
              <a:buClr>
                <a:schemeClr val="accent1"/>
              </a:buClr>
              <a:buSzPts val="1400"/>
              <a:buNone/>
              <a:defRPr>
                <a:solidFill>
                  <a:schemeClr val="accent1"/>
                </a:solidFill>
              </a:defRPr>
            </a:lvl6pPr>
            <a:lvl7pPr lvl="6" algn="l">
              <a:lnSpc>
                <a:spcPct val="115000"/>
              </a:lnSpc>
              <a:spcBef>
                <a:spcPts val="0"/>
              </a:spcBef>
              <a:spcAft>
                <a:spcPts val="0"/>
              </a:spcAft>
              <a:buClr>
                <a:schemeClr val="accent1"/>
              </a:buClr>
              <a:buSzPts val="1400"/>
              <a:buNone/>
              <a:defRPr>
                <a:solidFill>
                  <a:schemeClr val="accent1"/>
                </a:solidFill>
              </a:defRPr>
            </a:lvl7pPr>
            <a:lvl8pPr lvl="7" algn="l">
              <a:lnSpc>
                <a:spcPct val="115000"/>
              </a:lnSpc>
              <a:spcBef>
                <a:spcPts val="0"/>
              </a:spcBef>
              <a:spcAft>
                <a:spcPts val="0"/>
              </a:spcAft>
              <a:buClr>
                <a:schemeClr val="accent1"/>
              </a:buClr>
              <a:buSzPts val="1400"/>
              <a:buNone/>
              <a:defRPr>
                <a:solidFill>
                  <a:schemeClr val="accent1"/>
                </a:solidFill>
              </a:defRPr>
            </a:lvl8pPr>
            <a:lvl9pPr lvl="8" algn="l">
              <a:lnSpc>
                <a:spcPct val="115000"/>
              </a:lnSpc>
              <a:spcBef>
                <a:spcPts val="0"/>
              </a:spcBef>
              <a:spcAft>
                <a:spcPts val="0"/>
              </a:spcAft>
              <a:buClr>
                <a:schemeClr val="accent1"/>
              </a:buClr>
              <a:buSzPts val="1400"/>
              <a:buNone/>
              <a:defRPr>
                <a:solidFill>
                  <a:schemeClr val="accent1"/>
                </a:solidFill>
              </a:defRPr>
            </a:lvl9pPr>
          </a:lstStyle>
          <a:p/>
        </p:txBody>
      </p:sp>
      <p:sp>
        <p:nvSpPr>
          <p:cNvPr id="3292" name="Google Shape;3292;p288"/>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293" name="Google Shape;3293;p288"/>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294" name="Google Shape;3294;p288"/>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3">
  <p:cSld name="TITLE_2_1_1_1_1_2_3">
    <p:bg>
      <p:bgPr>
        <a:solidFill>
          <a:schemeClr val="accent1"/>
        </a:solidFill>
      </p:bgPr>
    </p:bg>
    <p:spTree>
      <p:nvGrpSpPr>
        <p:cNvPr id="3295" name="Shape 3295"/>
        <p:cNvGrpSpPr/>
        <p:nvPr/>
      </p:nvGrpSpPr>
      <p:grpSpPr>
        <a:xfrm>
          <a:off x="0" y="0"/>
          <a:ext cx="0" cy="0"/>
          <a:chOff x="0" y="0"/>
          <a:chExt cx="0" cy="0"/>
        </a:xfrm>
      </p:grpSpPr>
      <p:sp>
        <p:nvSpPr>
          <p:cNvPr id="3296" name="Google Shape;3296;p289"/>
          <p:cNvSpPr/>
          <p:nvPr/>
        </p:nvSpPr>
        <p:spPr>
          <a:xfrm>
            <a:off x="8689875" y="0"/>
            <a:ext cx="454200" cy="430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7" name="Google Shape;3297;p289"/>
          <p:cNvSpPr/>
          <p:nvPr/>
        </p:nvSpPr>
        <p:spPr>
          <a:xfrm>
            <a:off x="7970700" y="0"/>
            <a:ext cx="1173300" cy="759900"/>
          </a:xfrm>
          <a:prstGeom prst="roundRect">
            <a:avLst>
              <a:gd fmla="val 37011"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8" name="Google Shape;3298;p289"/>
          <p:cNvSpPr txBox="1"/>
          <p:nvPr>
            <p:ph type="title"/>
          </p:nvPr>
        </p:nvSpPr>
        <p:spPr>
          <a:xfrm>
            <a:off x="381850" y="10618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9pPr>
          </a:lstStyle>
          <a:p/>
        </p:txBody>
      </p:sp>
      <p:sp>
        <p:nvSpPr>
          <p:cNvPr id="3299" name="Google Shape;3299;p289"/>
          <p:cNvSpPr txBox="1"/>
          <p:nvPr>
            <p:ph idx="1" type="body"/>
          </p:nvPr>
        </p:nvSpPr>
        <p:spPr>
          <a:xfrm>
            <a:off x="381850"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3300" name="Google Shape;3300;p289"/>
          <p:cNvSpPr txBox="1"/>
          <p:nvPr>
            <p:ph idx="2" type="subTitle"/>
          </p:nvPr>
        </p:nvSpPr>
        <p:spPr>
          <a:xfrm>
            <a:off x="381850"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301" name="Google Shape;3301;p289"/>
          <p:cNvSpPr/>
          <p:nvPr/>
        </p:nvSpPr>
        <p:spPr>
          <a:xfrm rot="-5400000">
            <a:off x="4386425" y="249325"/>
            <a:ext cx="4173900" cy="49095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2" name="Google Shape;3302;p28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303" name="Google Shape;3303;p28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304" name="Google Shape;3304;p28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3">
  <p:cSld name="TITLE_2_1_1_1_1_4">
    <p:bg>
      <p:bgPr>
        <a:solidFill>
          <a:schemeClr val="dk2"/>
        </a:solidFill>
      </p:bgPr>
    </p:bg>
    <p:spTree>
      <p:nvGrpSpPr>
        <p:cNvPr id="3305" name="Shape 3305"/>
        <p:cNvGrpSpPr/>
        <p:nvPr/>
      </p:nvGrpSpPr>
      <p:grpSpPr>
        <a:xfrm>
          <a:off x="0" y="0"/>
          <a:ext cx="0" cy="0"/>
          <a:chOff x="0" y="0"/>
          <a:chExt cx="0" cy="0"/>
        </a:xfrm>
      </p:grpSpPr>
      <p:sp>
        <p:nvSpPr>
          <p:cNvPr id="3306" name="Google Shape;3306;p290"/>
          <p:cNvSpPr/>
          <p:nvPr/>
        </p:nvSpPr>
        <p:spPr>
          <a:xfrm rot="-5400000">
            <a:off x="4325400" y="17575"/>
            <a:ext cx="4423500" cy="5213700"/>
          </a:xfrm>
          <a:prstGeom prst="round2SameRect">
            <a:avLst>
              <a:gd fmla="val 3746" name="adj1"/>
              <a:gd fmla="val 0" name="adj2"/>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07" name="Google Shape;3307;p290"/>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308" name="Google Shape;3308;p290"/>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309" name="Google Shape;3309;p290"/>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310" name="Google Shape;3310;p290"/>
          <p:cNvSpPr txBox="1"/>
          <p:nvPr>
            <p:ph type="title"/>
          </p:nvPr>
        </p:nvSpPr>
        <p:spPr>
          <a:xfrm>
            <a:off x="163875" y="130130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None/>
              <a:defRPr sz="3800">
                <a:solidFill>
                  <a:schemeClr val="lt2"/>
                </a:solidFill>
              </a:defRPr>
            </a:lvl2pPr>
            <a:lvl3pPr lvl="2" algn="l">
              <a:lnSpc>
                <a:spcPct val="70000"/>
              </a:lnSpc>
              <a:spcBef>
                <a:spcPts val="0"/>
              </a:spcBef>
              <a:spcAft>
                <a:spcPts val="0"/>
              </a:spcAft>
              <a:buClr>
                <a:schemeClr val="lt2"/>
              </a:buClr>
              <a:buSzPts val="3800"/>
              <a:buNone/>
              <a:defRPr sz="3800">
                <a:solidFill>
                  <a:schemeClr val="lt2"/>
                </a:solidFill>
              </a:defRPr>
            </a:lvl3pPr>
            <a:lvl4pPr lvl="3" algn="l">
              <a:lnSpc>
                <a:spcPct val="70000"/>
              </a:lnSpc>
              <a:spcBef>
                <a:spcPts val="0"/>
              </a:spcBef>
              <a:spcAft>
                <a:spcPts val="0"/>
              </a:spcAft>
              <a:buClr>
                <a:schemeClr val="lt2"/>
              </a:buClr>
              <a:buSzPts val="3800"/>
              <a:buNone/>
              <a:defRPr sz="3800">
                <a:solidFill>
                  <a:schemeClr val="lt2"/>
                </a:solidFill>
              </a:defRPr>
            </a:lvl4pPr>
            <a:lvl5pPr lvl="4" algn="l">
              <a:lnSpc>
                <a:spcPct val="70000"/>
              </a:lnSpc>
              <a:spcBef>
                <a:spcPts val="0"/>
              </a:spcBef>
              <a:spcAft>
                <a:spcPts val="0"/>
              </a:spcAft>
              <a:buClr>
                <a:schemeClr val="lt2"/>
              </a:buClr>
              <a:buSzPts val="3800"/>
              <a:buNone/>
              <a:defRPr sz="3800">
                <a:solidFill>
                  <a:schemeClr val="lt2"/>
                </a:solidFill>
              </a:defRPr>
            </a:lvl5pPr>
            <a:lvl6pPr lvl="5" algn="l">
              <a:lnSpc>
                <a:spcPct val="70000"/>
              </a:lnSpc>
              <a:spcBef>
                <a:spcPts val="0"/>
              </a:spcBef>
              <a:spcAft>
                <a:spcPts val="0"/>
              </a:spcAft>
              <a:buClr>
                <a:schemeClr val="lt2"/>
              </a:buClr>
              <a:buSzPts val="3800"/>
              <a:buNone/>
              <a:defRPr sz="3800">
                <a:solidFill>
                  <a:schemeClr val="lt2"/>
                </a:solidFill>
              </a:defRPr>
            </a:lvl6pPr>
            <a:lvl7pPr lvl="6" algn="l">
              <a:lnSpc>
                <a:spcPct val="70000"/>
              </a:lnSpc>
              <a:spcBef>
                <a:spcPts val="0"/>
              </a:spcBef>
              <a:spcAft>
                <a:spcPts val="0"/>
              </a:spcAft>
              <a:buClr>
                <a:schemeClr val="lt2"/>
              </a:buClr>
              <a:buSzPts val="3800"/>
              <a:buNone/>
              <a:defRPr sz="3800">
                <a:solidFill>
                  <a:schemeClr val="lt2"/>
                </a:solidFill>
              </a:defRPr>
            </a:lvl7pPr>
            <a:lvl8pPr lvl="7" algn="l">
              <a:lnSpc>
                <a:spcPct val="70000"/>
              </a:lnSpc>
              <a:spcBef>
                <a:spcPts val="0"/>
              </a:spcBef>
              <a:spcAft>
                <a:spcPts val="0"/>
              </a:spcAft>
              <a:buClr>
                <a:schemeClr val="lt2"/>
              </a:buClr>
              <a:buSzPts val="3800"/>
              <a:buNone/>
              <a:defRPr sz="3800">
                <a:solidFill>
                  <a:schemeClr val="lt2"/>
                </a:solidFill>
              </a:defRPr>
            </a:lvl8pPr>
            <a:lvl9pPr lvl="8" algn="l">
              <a:lnSpc>
                <a:spcPct val="70000"/>
              </a:lnSpc>
              <a:spcBef>
                <a:spcPts val="0"/>
              </a:spcBef>
              <a:spcAft>
                <a:spcPts val="0"/>
              </a:spcAft>
              <a:buClr>
                <a:schemeClr val="lt2"/>
              </a:buClr>
              <a:buSzPts val="3800"/>
              <a:buNone/>
              <a:defRPr sz="3800">
                <a:solidFill>
                  <a:schemeClr val="lt2"/>
                </a:solidFill>
              </a:defRPr>
            </a:lvl9pPr>
          </a:lstStyle>
          <a:p/>
        </p:txBody>
      </p:sp>
      <p:sp>
        <p:nvSpPr>
          <p:cNvPr id="3311" name="Google Shape;3311;p290"/>
          <p:cNvSpPr txBox="1"/>
          <p:nvPr>
            <p:ph idx="2" type="body"/>
          </p:nvPr>
        </p:nvSpPr>
        <p:spPr>
          <a:xfrm>
            <a:off x="163875"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Char char="○"/>
              <a:defRPr sz="1200">
                <a:solidFill>
                  <a:schemeClr val="lt2"/>
                </a:solidFill>
              </a:defRPr>
            </a:lvl2pPr>
            <a:lvl3pPr indent="-304800" lvl="2" marL="1371600" algn="l">
              <a:lnSpc>
                <a:spcPct val="115000"/>
              </a:lnSpc>
              <a:spcBef>
                <a:spcPts val="0"/>
              </a:spcBef>
              <a:spcAft>
                <a:spcPts val="0"/>
              </a:spcAft>
              <a:buClr>
                <a:schemeClr val="lt2"/>
              </a:buClr>
              <a:buSzPts val="1200"/>
              <a:buChar char="■"/>
              <a:defRPr sz="1200">
                <a:solidFill>
                  <a:schemeClr val="lt2"/>
                </a:solidFill>
              </a:defRPr>
            </a:lvl3pPr>
            <a:lvl4pPr indent="-304800" lvl="3" marL="1828800" algn="l">
              <a:lnSpc>
                <a:spcPct val="115000"/>
              </a:lnSpc>
              <a:spcBef>
                <a:spcPts val="0"/>
              </a:spcBef>
              <a:spcAft>
                <a:spcPts val="0"/>
              </a:spcAft>
              <a:buClr>
                <a:schemeClr val="lt2"/>
              </a:buClr>
              <a:buSzPts val="1200"/>
              <a:buChar char="●"/>
              <a:defRPr sz="1200">
                <a:solidFill>
                  <a:schemeClr val="lt2"/>
                </a:solidFill>
              </a:defRPr>
            </a:lvl4pPr>
            <a:lvl5pPr indent="-304800" lvl="4" marL="2286000" algn="l">
              <a:lnSpc>
                <a:spcPct val="115000"/>
              </a:lnSpc>
              <a:spcBef>
                <a:spcPts val="0"/>
              </a:spcBef>
              <a:spcAft>
                <a:spcPts val="0"/>
              </a:spcAft>
              <a:buClr>
                <a:schemeClr val="lt2"/>
              </a:buClr>
              <a:buSzPts val="1200"/>
              <a:buChar char="○"/>
              <a:defRPr sz="1200">
                <a:solidFill>
                  <a:schemeClr val="lt2"/>
                </a:solidFill>
              </a:defRPr>
            </a:lvl5pPr>
            <a:lvl6pPr indent="-304800" lvl="5" marL="2743200" algn="l">
              <a:lnSpc>
                <a:spcPct val="115000"/>
              </a:lnSpc>
              <a:spcBef>
                <a:spcPts val="0"/>
              </a:spcBef>
              <a:spcAft>
                <a:spcPts val="0"/>
              </a:spcAft>
              <a:buClr>
                <a:schemeClr val="lt2"/>
              </a:buClr>
              <a:buSzPts val="1200"/>
              <a:buChar char="■"/>
              <a:defRPr sz="1200">
                <a:solidFill>
                  <a:schemeClr val="lt2"/>
                </a:solidFill>
              </a:defRPr>
            </a:lvl6pPr>
            <a:lvl7pPr indent="-304800" lvl="6" marL="3200400" algn="l">
              <a:lnSpc>
                <a:spcPct val="115000"/>
              </a:lnSpc>
              <a:spcBef>
                <a:spcPts val="0"/>
              </a:spcBef>
              <a:spcAft>
                <a:spcPts val="0"/>
              </a:spcAft>
              <a:buClr>
                <a:schemeClr val="lt2"/>
              </a:buClr>
              <a:buSzPts val="1200"/>
              <a:buChar char="●"/>
              <a:defRPr sz="1200">
                <a:solidFill>
                  <a:schemeClr val="lt2"/>
                </a:solidFill>
              </a:defRPr>
            </a:lvl7pPr>
            <a:lvl8pPr indent="-304800" lvl="7" marL="3657600" algn="l">
              <a:lnSpc>
                <a:spcPct val="115000"/>
              </a:lnSpc>
              <a:spcBef>
                <a:spcPts val="0"/>
              </a:spcBef>
              <a:spcAft>
                <a:spcPts val="0"/>
              </a:spcAft>
              <a:buClr>
                <a:schemeClr val="lt2"/>
              </a:buClr>
              <a:buSzPts val="1200"/>
              <a:buChar char="○"/>
              <a:defRPr sz="1200">
                <a:solidFill>
                  <a:schemeClr val="lt2"/>
                </a:solidFill>
              </a:defRPr>
            </a:lvl8pPr>
            <a:lvl9pPr indent="-304800" lvl="8" marL="4114800" algn="l">
              <a:lnSpc>
                <a:spcPct val="115000"/>
              </a:lnSpc>
              <a:spcBef>
                <a:spcPts val="0"/>
              </a:spcBef>
              <a:spcAft>
                <a:spcPts val="0"/>
              </a:spcAft>
              <a:buClr>
                <a:schemeClr val="lt2"/>
              </a:buClr>
              <a:buSzPts val="1200"/>
              <a:buChar char="■"/>
              <a:defRPr sz="1200">
                <a:solidFill>
                  <a:schemeClr val="lt2"/>
                </a:solidFill>
              </a:defRPr>
            </a:lvl9pPr>
          </a:lstStyle>
          <a:p/>
        </p:txBody>
      </p:sp>
      <p:sp>
        <p:nvSpPr>
          <p:cNvPr id="3312" name="Google Shape;3312;p290"/>
          <p:cNvSpPr txBox="1"/>
          <p:nvPr>
            <p:ph idx="3" type="subTitle"/>
          </p:nvPr>
        </p:nvSpPr>
        <p:spPr>
          <a:xfrm>
            <a:off x="163875"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313" name="Google Shape;3313;p290"/>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p:cSld name="TITLE_2_1_1_1_1_2_1_1_1_1_1_1_1_1_1">
    <p:bg>
      <p:bgPr>
        <a:solidFill>
          <a:schemeClr val="accent1"/>
        </a:solidFill>
      </p:bgPr>
    </p:bg>
    <p:spTree>
      <p:nvGrpSpPr>
        <p:cNvPr id="3314" name="Shape 3314"/>
        <p:cNvGrpSpPr/>
        <p:nvPr/>
      </p:nvGrpSpPr>
      <p:grpSpPr>
        <a:xfrm>
          <a:off x="0" y="0"/>
          <a:ext cx="0" cy="0"/>
          <a:chOff x="0" y="0"/>
          <a:chExt cx="0" cy="0"/>
        </a:xfrm>
      </p:grpSpPr>
      <p:sp>
        <p:nvSpPr>
          <p:cNvPr id="3315" name="Google Shape;3315;p291"/>
          <p:cNvSpPr/>
          <p:nvPr/>
        </p:nvSpPr>
        <p:spPr>
          <a:xfrm>
            <a:off x="120150" y="402300"/>
            <a:ext cx="8903700" cy="43884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16" name="Google Shape;3316;p291"/>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317" name="Google Shape;3317;p291"/>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318" name="Google Shape;3318;p291"/>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319" name="Google Shape;3319;p291"/>
          <p:cNvSpPr/>
          <p:nvPr/>
        </p:nvSpPr>
        <p:spPr>
          <a:xfrm>
            <a:off x="352300" y="1578800"/>
            <a:ext cx="2655300" cy="2942400"/>
          </a:xfrm>
          <a:prstGeom prst="roundRect">
            <a:avLst>
              <a:gd fmla="val 469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0" name="Google Shape;3320;p291"/>
          <p:cNvSpPr/>
          <p:nvPr/>
        </p:nvSpPr>
        <p:spPr>
          <a:xfrm>
            <a:off x="3246325" y="1578800"/>
            <a:ext cx="2655300" cy="2942400"/>
          </a:xfrm>
          <a:prstGeom prst="roundRect">
            <a:avLst>
              <a:gd fmla="val 469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1" name="Google Shape;3321;p291"/>
          <p:cNvSpPr/>
          <p:nvPr/>
        </p:nvSpPr>
        <p:spPr>
          <a:xfrm>
            <a:off x="6140350" y="1578800"/>
            <a:ext cx="2655300" cy="2942400"/>
          </a:xfrm>
          <a:prstGeom prst="roundRect">
            <a:avLst>
              <a:gd fmla="val 469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2" name="Google Shape;3322;p291"/>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3323" name="Google Shape;3323;p291"/>
          <p:cNvSpPr txBox="1"/>
          <p:nvPr>
            <p:ph idx="2" type="body"/>
          </p:nvPr>
        </p:nvSpPr>
        <p:spPr>
          <a:xfrm>
            <a:off x="461475" y="29394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3324" name="Google Shape;3324;p291"/>
          <p:cNvSpPr txBox="1"/>
          <p:nvPr>
            <p:ph idx="3" type="subTitle"/>
          </p:nvPr>
        </p:nvSpPr>
        <p:spPr>
          <a:xfrm>
            <a:off x="461475" y="26226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3325" name="Google Shape;3325;p291"/>
          <p:cNvSpPr txBox="1"/>
          <p:nvPr>
            <p:ph idx="4" type="body"/>
          </p:nvPr>
        </p:nvSpPr>
        <p:spPr>
          <a:xfrm>
            <a:off x="3356850" y="29394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3326" name="Google Shape;3326;p291"/>
          <p:cNvSpPr txBox="1"/>
          <p:nvPr>
            <p:ph idx="5" type="subTitle"/>
          </p:nvPr>
        </p:nvSpPr>
        <p:spPr>
          <a:xfrm>
            <a:off x="3356850" y="26226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3327" name="Google Shape;3327;p291"/>
          <p:cNvSpPr txBox="1"/>
          <p:nvPr>
            <p:ph idx="6" type="body"/>
          </p:nvPr>
        </p:nvSpPr>
        <p:spPr>
          <a:xfrm>
            <a:off x="6252225" y="29394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3328" name="Google Shape;3328;p291"/>
          <p:cNvSpPr txBox="1"/>
          <p:nvPr>
            <p:ph idx="7" type="subTitle"/>
          </p:nvPr>
        </p:nvSpPr>
        <p:spPr>
          <a:xfrm>
            <a:off x="6252225" y="26226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3329" name="Google Shape;3329;p291"/>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p:cSld name="TITLE_2_1_1_1_1_2_1_1_1_1_1_1_1_1_1_1_1">
    <p:bg>
      <p:bgPr>
        <a:solidFill>
          <a:schemeClr val="accent1"/>
        </a:solidFill>
      </p:bgPr>
    </p:bg>
    <p:spTree>
      <p:nvGrpSpPr>
        <p:cNvPr id="3330" name="Shape 3330"/>
        <p:cNvGrpSpPr/>
        <p:nvPr/>
      </p:nvGrpSpPr>
      <p:grpSpPr>
        <a:xfrm>
          <a:off x="0" y="0"/>
          <a:ext cx="0" cy="0"/>
          <a:chOff x="0" y="0"/>
          <a:chExt cx="0" cy="0"/>
        </a:xfrm>
      </p:grpSpPr>
      <p:pic>
        <p:nvPicPr>
          <p:cNvPr id="3331" name="Google Shape;3331;p292"/>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332" name="Google Shape;3332;p292"/>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333" name="Google Shape;3333;p292"/>
          <p:cNvSpPr/>
          <p:nvPr/>
        </p:nvSpPr>
        <p:spPr>
          <a:xfrm>
            <a:off x="123598" y="121600"/>
            <a:ext cx="10446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334" name="Google Shape;3334;p292"/>
          <p:cNvSpPr/>
          <p:nvPr/>
        </p:nvSpPr>
        <p:spPr>
          <a:xfrm>
            <a:off x="99350" y="1324375"/>
            <a:ext cx="2908200" cy="33990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5" name="Google Shape;3335;p292"/>
          <p:cNvSpPr/>
          <p:nvPr/>
        </p:nvSpPr>
        <p:spPr>
          <a:xfrm>
            <a:off x="3117900" y="1324375"/>
            <a:ext cx="2908200" cy="33990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6" name="Google Shape;3336;p292"/>
          <p:cNvSpPr/>
          <p:nvPr/>
        </p:nvSpPr>
        <p:spPr>
          <a:xfrm>
            <a:off x="6136450" y="1324375"/>
            <a:ext cx="2908200" cy="3399000"/>
          </a:xfrm>
          <a:prstGeom prst="roundRect">
            <a:avLst>
              <a:gd fmla="val 757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7" name="Google Shape;3337;p292"/>
          <p:cNvSpPr txBox="1"/>
          <p:nvPr>
            <p:ph type="title"/>
          </p:nvPr>
        </p:nvSpPr>
        <p:spPr>
          <a:xfrm>
            <a:off x="99350" y="3982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9pPr>
          </a:lstStyle>
          <a:p/>
        </p:txBody>
      </p:sp>
      <p:sp>
        <p:nvSpPr>
          <p:cNvPr id="3338" name="Google Shape;3338;p292"/>
          <p:cNvSpPr txBox="1"/>
          <p:nvPr>
            <p:ph idx="2"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3339" name="Google Shape;3339;p292"/>
          <p:cNvSpPr txBox="1"/>
          <p:nvPr>
            <p:ph idx="3" type="subTitle"/>
          </p:nvPr>
        </p:nvSpPr>
        <p:spPr>
          <a:xfrm>
            <a:off x="3383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3340" name="Google Shape;3340;p292"/>
          <p:cNvSpPr txBox="1"/>
          <p:nvPr>
            <p:ph idx="4"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3341" name="Google Shape;3341;p292"/>
          <p:cNvSpPr txBox="1"/>
          <p:nvPr>
            <p:ph idx="5" type="subTitle"/>
          </p:nvPr>
        </p:nvSpPr>
        <p:spPr>
          <a:xfrm>
            <a:off x="335685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3342" name="Google Shape;3342;p292"/>
          <p:cNvSpPr txBox="1"/>
          <p:nvPr>
            <p:ph idx="6"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ctr">
              <a:lnSpc>
                <a:spcPct val="115000"/>
              </a:lnSpc>
              <a:spcBef>
                <a:spcPts val="0"/>
              </a:spcBef>
              <a:spcAft>
                <a:spcPts val="0"/>
              </a:spcAft>
              <a:buSzPts val="1200"/>
              <a:buChar char="○"/>
              <a:defRPr sz="1200"/>
            </a:lvl2pPr>
            <a:lvl3pPr indent="-304800" lvl="2" marL="1371600" algn="ctr">
              <a:lnSpc>
                <a:spcPct val="115000"/>
              </a:lnSpc>
              <a:spcBef>
                <a:spcPts val="0"/>
              </a:spcBef>
              <a:spcAft>
                <a:spcPts val="0"/>
              </a:spcAft>
              <a:buSzPts val="1200"/>
              <a:buChar char="■"/>
              <a:defRPr sz="1200"/>
            </a:lvl3pPr>
            <a:lvl4pPr indent="-304800" lvl="3" marL="1828800" algn="ctr">
              <a:lnSpc>
                <a:spcPct val="115000"/>
              </a:lnSpc>
              <a:spcBef>
                <a:spcPts val="0"/>
              </a:spcBef>
              <a:spcAft>
                <a:spcPts val="0"/>
              </a:spcAft>
              <a:buSzPts val="1200"/>
              <a:buChar char="●"/>
              <a:defRPr sz="1200"/>
            </a:lvl4pPr>
            <a:lvl5pPr indent="-304800" lvl="4" marL="2286000" algn="ctr">
              <a:lnSpc>
                <a:spcPct val="115000"/>
              </a:lnSpc>
              <a:spcBef>
                <a:spcPts val="0"/>
              </a:spcBef>
              <a:spcAft>
                <a:spcPts val="0"/>
              </a:spcAft>
              <a:buSzPts val="1200"/>
              <a:buChar char="○"/>
              <a:defRPr sz="1200"/>
            </a:lvl5pPr>
            <a:lvl6pPr indent="-304800" lvl="5" marL="2743200" algn="ctr">
              <a:lnSpc>
                <a:spcPct val="115000"/>
              </a:lnSpc>
              <a:spcBef>
                <a:spcPts val="0"/>
              </a:spcBef>
              <a:spcAft>
                <a:spcPts val="0"/>
              </a:spcAft>
              <a:buSzPts val="1200"/>
              <a:buChar char="■"/>
              <a:defRPr sz="1200"/>
            </a:lvl6pPr>
            <a:lvl7pPr indent="-304800" lvl="6" marL="3200400" algn="ctr">
              <a:lnSpc>
                <a:spcPct val="115000"/>
              </a:lnSpc>
              <a:spcBef>
                <a:spcPts val="0"/>
              </a:spcBef>
              <a:spcAft>
                <a:spcPts val="0"/>
              </a:spcAft>
              <a:buSzPts val="1200"/>
              <a:buChar char="●"/>
              <a:defRPr sz="1200"/>
            </a:lvl7pPr>
            <a:lvl8pPr indent="-304800" lvl="7" marL="3657600" algn="ctr">
              <a:lnSpc>
                <a:spcPct val="115000"/>
              </a:lnSpc>
              <a:spcBef>
                <a:spcPts val="0"/>
              </a:spcBef>
              <a:spcAft>
                <a:spcPts val="0"/>
              </a:spcAft>
              <a:buSzPts val="1200"/>
              <a:buChar char="○"/>
              <a:defRPr sz="1200"/>
            </a:lvl8pPr>
            <a:lvl9pPr indent="-304800" lvl="8" marL="4114800" algn="ctr">
              <a:lnSpc>
                <a:spcPct val="115000"/>
              </a:lnSpc>
              <a:spcBef>
                <a:spcPts val="0"/>
              </a:spcBef>
              <a:spcAft>
                <a:spcPts val="0"/>
              </a:spcAft>
              <a:buSzPts val="1200"/>
              <a:buChar char="■"/>
              <a:defRPr sz="1200"/>
            </a:lvl9pPr>
          </a:lstStyle>
          <a:p/>
        </p:txBody>
      </p:sp>
      <p:sp>
        <p:nvSpPr>
          <p:cNvPr id="3343" name="Google Shape;3343;p292"/>
          <p:cNvSpPr txBox="1"/>
          <p:nvPr>
            <p:ph idx="7" type="subTitle"/>
          </p:nvPr>
        </p:nvSpPr>
        <p:spPr>
          <a:xfrm>
            <a:off x="63754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SzPts val="1400"/>
              <a:buFont typeface="Inter"/>
              <a:buNone/>
              <a:defRPr b="1" sz="1400">
                <a:latin typeface="Inter"/>
                <a:ea typeface="Inter"/>
                <a:cs typeface="Inter"/>
                <a:sym typeface="Inter"/>
              </a:defRPr>
            </a:lvl1pPr>
            <a:lvl2pPr lvl="1" algn="ctr">
              <a:lnSpc>
                <a:spcPct val="100000"/>
              </a:lnSpc>
              <a:spcBef>
                <a:spcPts val="0"/>
              </a:spcBef>
              <a:spcAft>
                <a:spcPts val="0"/>
              </a:spcAft>
              <a:buSzPts val="1400"/>
              <a:buFont typeface="Inter"/>
              <a:buNone/>
              <a:defRPr b="1">
                <a:latin typeface="Inter"/>
                <a:ea typeface="Inter"/>
                <a:cs typeface="Inter"/>
                <a:sym typeface="Inter"/>
              </a:defRPr>
            </a:lvl2pPr>
            <a:lvl3pPr lvl="2" algn="ctr">
              <a:lnSpc>
                <a:spcPct val="100000"/>
              </a:lnSpc>
              <a:spcBef>
                <a:spcPts val="0"/>
              </a:spcBef>
              <a:spcAft>
                <a:spcPts val="0"/>
              </a:spcAft>
              <a:buSzPts val="1400"/>
              <a:buFont typeface="Inter"/>
              <a:buNone/>
              <a:defRPr b="1">
                <a:latin typeface="Inter"/>
                <a:ea typeface="Inter"/>
                <a:cs typeface="Inter"/>
                <a:sym typeface="Inter"/>
              </a:defRPr>
            </a:lvl3pPr>
            <a:lvl4pPr lvl="3" algn="ctr">
              <a:lnSpc>
                <a:spcPct val="100000"/>
              </a:lnSpc>
              <a:spcBef>
                <a:spcPts val="0"/>
              </a:spcBef>
              <a:spcAft>
                <a:spcPts val="0"/>
              </a:spcAft>
              <a:buSzPts val="1400"/>
              <a:buFont typeface="Inter"/>
              <a:buNone/>
              <a:defRPr b="1">
                <a:latin typeface="Inter"/>
                <a:ea typeface="Inter"/>
                <a:cs typeface="Inter"/>
                <a:sym typeface="Inter"/>
              </a:defRPr>
            </a:lvl4pPr>
            <a:lvl5pPr lvl="4" algn="ctr">
              <a:lnSpc>
                <a:spcPct val="100000"/>
              </a:lnSpc>
              <a:spcBef>
                <a:spcPts val="0"/>
              </a:spcBef>
              <a:spcAft>
                <a:spcPts val="0"/>
              </a:spcAft>
              <a:buSzPts val="1400"/>
              <a:buFont typeface="Inter"/>
              <a:buNone/>
              <a:defRPr b="1">
                <a:latin typeface="Inter"/>
                <a:ea typeface="Inter"/>
                <a:cs typeface="Inter"/>
                <a:sym typeface="Inter"/>
              </a:defRPr>
            </a:lvl5pPr>
            <a:lvl6pPr lvl="5" algn="ctr">
              <a:lnSpc>
                <a:spcPct val="100000"/>
              </a:lnSpc>
              <a:spcBef>
                <a:spcPts val="0"/>
              </a:spcBef>
              <a:spcAft>
                <a:spcPts val="0"/>
              </a:spcAft>
              <a:buSzPts val="1400"/>
              <a:buFont typeface="Inter"/>
              <a:buNone/>
              <a:defRPr b="1">
                <a:latin typeface="Inter"/>
                <a:ea typeface="Inter"/>
                <a:cs typeface="Inter"/>
                <a:sym typeface="Inter"/>
              </a:defRPr>
            </a:lvl6pPr>
            <a:lvl7pPr lvl="6" algn="ctr">
              <a:lnSpc>
                <a:spcPct val="100000"/>
              </a:lnSpc>
              <a:spcBef>
                <a:spcPts val="0"/>
              </a:spcBef>
              <a:spcAft>
                <a:spcPts val="0"/>
              </a:spcAft>
              <a:buSzPts val="1400"/>
              <a:buFont typeface="Inter"/>
              <a:buNone/>
              <a:defRPr b="1">
                <a:latin typeface="Inter"/>
                <a:ea typeface="Inter"/>
                <a:cs typeface="Inter"/>
                <a:sym typeface="Inter"/>
              </a:defRPr>
            </a:lvl7pPr>
            <a:lvl8pPr lvl="7" algn="ctr">
              <a:lnSpc>
                <a:spcPct val="100000"/>
              </a:lnSpc>
              <a:spcBef>
                <a:spcPts val="0"/>
              </a:spcBef>
              <a:spcAft>
                <a:spcPts val="0"/>
              </a:spcAft>
              <a:buSzPts val="1400"/>
              <a:buFont typeface="Inter"/>
              <a:buNone/>
              <a:defRPr b="1">
                <a:latin typeface="Inter"/>
                <a:ea typeface="Inter"/>
                <a:cs typeface="Inter"/>
                <a:sym typeface="Inter"/>
              </a:defRPr>
            </a:lvl8pPr>
            <a:lvl9pPr lvl="8" algn="ctr">
              <a:lnSpc>
                <a:spcPct val="100000"/>
              </a:lnSpc>
              <a:spcBef>
                <a:spcPts val="0"/>
              </a:spcBef>
              <a:spcAft>
                <a:spcPts val="0"/>
              </a:spcAft>
              <a:buSzPts val="1400"/>
              <a:buFont typeface="Inter"/>
              <a:buNone/>
              <a:defRPr b="1">
                <a:latin typeface="Inter"/>
                <a:ea typeface="Inter"/>
                <a:cs typeface="Inter"/>
                <a:sym typeface="Inter"/>
              </a:defRPr>
            </a:lvl9pPr>
          </a:lstStyle>
          <a:p/>
        </p:txBody>
      </p:sp>
      <p:sp>
        <p:nvSpPr>
          <p:cNvPr id="3344" name="Google Shape;3344;p292"/>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p:cSld name="TITLE_2_1_1_1_1_2_1_1_1_1_1_1_1_1_1_1_1_1">
    <p:bg>
      <p:bgPr>
        <a:solidFill>
          <a:schemeClr val="lt1"/>
        </a:solidFill>
      </p:bgPr>
    </p:bg>
    <p:spTree>
      <p:nvGrpSpPr>
        <p:cNvPr id="3345" name="Shape 3345"/>
        <p:cNvGrpSpPr/>
        <p:nvPr/>
      </p:nvGrpSpPr>
      <p:grpSpPr>
        <a:xfrm>
          <a:off x="0" y="0"/>
          <a:ext cx="0" cy="0"/>
          <a:chOff x="0" y="0"/>
          <a:chExt cx="0" cy="0"/>
        </a:xfrm>
      </p:grpSpPr>
      <p:sp>
        <p:nvSpPr>
          <p:cNvPr id="3346" name="Google Shape;3346;p293"/>
          <p:cNvSpPr/>
          <p:nvPr/>
        </p:nvSpPr>
        <p:spPr>
          <a:xfrm>
            <a:off x="99350" y="1324375"/>
            <a:ext cx="2908200" cy="3399000"/>
          </a:xfrm>
          <a:prstGeom prst="roundRect">
            <a:avLst>
              <a:gd fmla="val 7576"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7" name="Google Shape;3347;p293"/>
          <p:cNvSpPr/>
          <p:nvPr/>
        </p:nvSpPr>
        <p:spPr>
          <a:xfrm>
            <a:off x="3117900" y="1324375"/>
            <a:ext cx="2908200" cy="3399000"/>
          </a:xfrm>
          <a:prstGeom prst="roundRect">
            <a:avLst>
              <a:gd fmla="val 7576"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8" name="Google Shape;3348;p293"/>
          <p:cNvSpPr/>
          <p:nvPr/>
        </p:nvSpPr>
        <p:spPr>
          <a:xfrm>
            <a:off x="6136450" y="1324375"/>
            <a:ext cx="2908200" cy="3399000"/>
          </a:xfrm>
          <a:prstGeom prst="roundRect">
            <a:avLst>
              <a:gd fmla="val 7576"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9" name="Google Shape;3349;p293"/>
          <p:cNvSpPr txBox="1"/>
          <p:nvPr>
            <p:ph type="title"/>
          </p:nvPr>
        </p:nvSpPr>
        <p:spPr>
          <a:xfrm>
            <a:off x="99350" y="398225"/>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3350" name="Google Shape;3350;p293"/>
          <p:cNvSpPr txBox="1"/>
          <p:nvPr>
            <p:ph idx="1" type="body"/>
          </p:nvPr>
        </p:nvSpPr>
        <p:spPr>
          <a:xfrm>
            <a:off x="3383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3351" name="Google Shape;3351;p293"/>
          <p:cNvSpPr txBox="1"/>
          <p:nvPr>
            <p:ph idx="2" type="subTitle"/>
          </p:nvPr>
        </p:nvSpPr>
        <p:spPr>
          <a:xfrm>
            <a:off x="3383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3352" name="Google Shape;3352;p293"/>
          <p:cNvSpPr txBox="1"/>
          <p:nvPr>
            <p:ph idx="3" type="body"/>
          </p:nvPr>
        </p:nvSpPr>
        <p:spPr>
          <a:xfrm>
            <a:off x="335685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3353" name="Google Shape;3353;p293"/>
          <p:cNvSpPr txBox="1"/>
          <p:nvPr>
            <p:ph idx="4" type="subTitle"/>
          </p:nvPr>
        </p:nvSpPr>
        <p:spPr>
          <a:xfrm>
            <a:off x="335685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sp>
        <p:nvSpPr>
          <p:cNvPr id="3354" name="Google Shape;3354;p293"/>
          <p:cNvSpPr txBox="1"/>
          <p:nvPr>
            <p:ph idx="5" type="body"/>
          </p:nvPr>
        </p:nvSpPr>
        <p:spPr>
          <a:xfrm>
            <a:off x="6375400" y="2863275"/>
            <a:ext cx="2430300" cy="1469700"/>
          </a:xfrm>
          <a:prstGeom prst="rect">
            <a:avLst/>
          </a:prstGeom>
          <a:noFill/>
          <a:ln>
            <a:noFill/>
          </a:ln>
        </p:spPr>
        <p:txBody>
          <a:bodyPr anchorCtr="0" anchor="t" bIns="91425" lIns="0" spcFirstLastPara="1" rIns="91425" wrap="square" tIns="0">
            <a:normAutofit/>
          </a:bodyPr>
          <a:lstStyle>
            <a:lvl1pPr indent="-304800" lvl="0" marL="457200" algn="ctr">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ctr">
              <a:lnSpc>
                <a:spcPct val="115000"/>
              </a:lnSpc>
              <a:spcBef>
                <a:spcPts val="0"/>
              </a:spcBef>
              <a:spcAft>
                <a:spcPts val="0"/>
              </a:spcAft>
              <a:buClr>
                <a:schemeClr val="lt1"/>
              </a:buClr>
              <a:buSzPts val="1200"/>
              <a:buChar char="○"/>
              <a:defRPr sz="1200">
                <a:solidFill>
                  <a:schemeClr val="lt1"/>
                </a:solidFill>
              </a:defRPr>
            </a:lvl2pPr>
            <a:lvl3pPr indent="-304800" lvl="2" marL="1371600" algn="ctr">
              <a:lnSpc>
                <a:spcPct val="115000"/>
              </a:lnSpc>
              <a:spcBef>
                <a:spcPts val="0"/>
              </a:spcBef>
              <a:spcAft>
                <a:spcPts val="0"/>
              </a:spcAft>
              <a:buClr>
                <a:schemeClr val="lt1"/>
              </a:buClr>
              <a:buSzPts val="1200"/>
              <a:buChar char="■"/>
              <a:defRPr sz="1200">
                <a:solidFill>
                  <a:schemeClr val="lt1"/>
                </a:solidFill>
              </a:defRPr>
            </a:lvl3pPr>
            <a:lvl4pPr indent="-304800" lvl="3" marL="1828800" algn="ctr">
              <a:lnSpc>
                <a:spcPct val="115000"/>
              </a:lnSpc>
              <a:spcBef>
                <a:spcPts val="0"/>
              </a:spcBef>
              <a:spcAft>
                <a:spcPts val="0"/>
              </a:spcAft>
              <a:buClr>
                <a:schemeClr val="lt1"/>
              </a:buClr>
              <a:buSzPts val="1200"/>
              <a:buChar char="●"/>
              <a:defRPr sz="1200">
                <a:solidFill>
                  <a:schemeClr val="lt1"/>
                </a:solidFill>
              </a:defRPr>
            </a:lvl4pPr>
            <a:lvl5pPr indent="-304800" lvl="4" marL="2286000" algn="ctr">
              <a:lnSpc>
                <a:spcPct val="115000"/>
              </a:lnSpc>
              <a:spcBef>
                <a:spcPts val="0"/>
              </a:spcBef>
              <a:spcAft>
                <a:spcPts val="0"/>
              </a:spcAft>
              <a:buClr>
                <a:schemeClr val="lt1"/>
              </a:buClr>
              <a:buSzPts val="1200"/>
              <a:buChar char="○"/>
              <a:defRPr sz="1200">
                <a:solidFill>
                  <a:schemeClr val="lt1"/>
                </a:solidFill>
              </a:defRPr>
            </a:lvl5pPr>
            <a:lvl6pPr indent="-304800" lvl="5" marL="2743200" algn="ctr">
              <a:lnSpc>
                <a:spcPct val="115000"/>
              </a:lnSpc>
              <a:spcBef>
                <a:spcPts val="0"/>
              </a:spcBef>
              <a:spcAft>
                <a:spcPts val="0"/>
              </a:spcAft>
              <a:buClr>
                <a:schemeClr val="lt1"/>
              </a:buClr>
              <a:buSzPts val="1200"/>
              <a:buChar char="■"/>
              <a:defRPr sz="1200">
                <a:solidFill>
                  <a:schemeClr val="lt1"/>
                </a:solidFill>
              </a:defRPr>
            </a:lvl6pPr>
            <a:lvl7pPr indent="-304800" lvl="6" marL="3200400" algn="ctr">
              <a:lnSpc>
                <a:spcPct val="115000"/>
              </a:lnSpc>
              <a:spcBef>
                <a:spcPts val="0"/>
              </a:spcBef>
              <a:spcAft>
                <a:spcPts val="0"/>
              </a:spcAft>
              <a:buClr>
                <a:schemeClr val="lt1"/>
              </a:buClr>
              <a:buSzPts val="1200"/>
              <a:buChar char="●"/>
              <a:defRPr sz="1200">
                <a:solidFill>
                  <a:schemeClr val="lt1"/>
                </a:solidFill>
              </a:defRPr>
            </a:lvl7pPr>
            <a:lvl8pPr indent="-304800" lvl="7" marL="3657600" algn="ctr">
              <a:lnSpc>
                <a:spcPct val="115000"/>
              </a:lnSpc>
              <a:spcBef>
                <a:spcPts val="0"/>
              </a:spcBef>
              <a:spcAft>
                <a:spcPts val="0"/>
              </a:spcAft>
              <a:buClr>
                <a:schemeClr val="lt1"/>
              </a:buClr>
              <a:buSzPts val="1200"/>
              <a:buChar char="○"/>
              <a:defRPr sz="1200">
                <a:solidFill>
                  <a:schemeClr val="lt1"/>
                </a:solidFill>
              </a:defRPr>
            </a:lvl8pPr>
            <a:lvl9pPr indent="-304800" lvl="8" marL="4114800" algn="ctr">
              <a:lnSpc>
                <a:spcPct val="115000"/>
              </a:lnSpc>
              <a:spcBef>
                <a:spcPts val="0"/>
              </a:spcBef>
              <a:spcAft>
                <a:spcPts val="0"/>
              </a:spcAft>
              <a:buClr>
                <a:schemeClr val="lt1"/>
              </a:buClr>
              <a:buSzPts val="1200"/>
              <a:buChar char="■"/>
              <a:defRPr sz="1200">
                <a:solidFill>
                  <a:schemeClr val="lt1"/>
                </a:solidFill>
              </a:defRPr>
            </a:lvl9pPr>
          </a:lstStyle>
          <a:p/>
        </p:txBody>
      </p:sp>
      <p:sp>
        <p:nvSpPr>
          <p:cNvPr id="3355" name="Google Shape;3355;p293"/>
          <p:cNvSpPr txBox="1"/>
          <p:nvPr>
            <p:ph idx="6" type="subTitle"/>
          </p:nvPr>
        </p:nvSpPr>
        <p:spPr>
          <a:xfrm>
            <a:off x="6375400" y="2426900"/>
            <a:ext cx="2430300" cy="445200"/>
          </a:xfrm>
          <a:prstGeom prst="rect">
            <a:avLst/>
          </a:prstGeom>
          <a:noFill/>
          <a:ln>
            <a:noFill/>
          </a:ln>
        </p:spPr>
        <p:txBody>
          <a:bodyPr anchorCtr="0" anchor="ctr" bIns="91425" lIns="0" spcFirstLastPara="1" rIns="91425" wrap="square" tIns="91425">
            <a:normAutofit/>
          </a:bodyPr>
          <a:lstStyle>
            <a:lvl1pPr lvl="0" algn="ctr">
              <a:lnSpc>
                <a:spcPct val="100000"/>
              </a:lnSpc>
              <a:spcBef>
                <a:spcPts val="0"/>
              </a:spcBef>
              <a:spcAft>
                <a:spcPts val="0"/>
              </a:spcAft>
              <a:buClr>
                <a:schemeClr val="lt1"/>
              </a:buClr>
              <a:buSzPts val="1400"/>
              <a:buFont typeface="Inter"/>
              <a:buNone/>
              <a:defRPr b="1" sz="14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1400"/>
              <a:buFont typeface="Inter"/>
              <a:buNone/>
              <a:defRPr b="1">
                <a:solidFill>
                  <a:schemeClr val="lt1"/>
                </a:solidFill>
                <a:latin typeface="Inter"/>
                <a:ea typeface="Inter"/>
                <a:cs typeface="Inter"/>
                <a:sym typeface="Inter"/>
              </a:defRPr>
            </a:lvl9pPr>
          </a:lstStyle>
          <a:p/>
        </p:txBody>
      </p:sp>
      <p:pic>
        <p:nvPicPr>
          <p:cNvPr id="3356" name="Google Shape;3356;p293"/>
          <p:cNvPicPr preferRelativeResize="0"/>
          <p:nvPr/>
        </p:nvPicPr>
        <p:blipFill rotWithShape="1">
          <a:blip r:embed="rId2">
            <a:alphaModFix/>
          </a:blip>
          <a:srcRect b="0" l="0" r="0" t="0"/>
          <a:stretch/>
        </p:blipFill>
        <p:spPr>
          <a:xfrm>
            <a:off x="8065775" y="116277"/>
            <a:ext cx="958045" cy="170225"/>
          </a:xfrm>
          <a:prstGeom prst="rect">
            <a:avLst/>
          </a:prstGeom>
          <a:noFill/>
          <a:ln>
            <a:noFill/>
          </a:ln>
        </p:spPr>
      </p:pic>
      <p:sp>
        <p:nvSpPr>
          <p:cNvPr id="3357" name="Google Shape;3357;p293"/>
          <p:cNvSpPr txBox="1"/>
          <p:nvPr>
            <p:ph idx="7"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1"/>
              </a:buClr>
              <a:buSzPts val="600"/>
              <a:buFont typeface="Inter"/>
              <a:buNone/>
              <a:defRPr b="1" sz="600">
                <a:solidFill>
                  <a:schemeClr val="accent1"/>
                </a:solidFill>
                <a:latin typeface="Inter"/>
                <a:ea typeface="Inter"/>
                <a:cs typeface="Inter"/>
                <a:sym typeface="Inter"/>
              </a:defRPr>
            </a:lvl1pPr>
            <a:lvl2pPr lvl="1"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2pPr>
            <a:lvl3pPr lvl="2"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3pPr>
            <a:lvl4pPr lvl="3"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4pPr>
            <a:lvl5pPr lvl="4"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5pPr>
            <a:lvl6pPr lvl="5"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6pPr>
            <a:lvl7pPr lvl="6"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7pPr>
            <a:lvl8pPr lvl="7"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8pPr>
            <a:lvl9pPr lvl="8" algn="ctr">
              <a:lnSpc>
                <a:spcPct val="100000"/>
              </a:lnSpc>
              <a:spcBef>
                <a:spcPts val="0"/>
              </a:spcBef>
              <a:spcAft>
                <a:spcPts val="0"/>
              </a:spcAft>
              <a:buClr>
                <a:schemeClr val="accent1"/>
              </a:buClr>
              <a:buSzPts val="800"/>
              <a:buFont typeface="Inter"/>
              <a:buNone/>
              <a:defRPr b="1" sz="800">
                <a:solidFill>
                  <a:schemeClr val="accent1"/>
                </a:solidFill>
                <a:latin typeface="Inter"/>
                <a:ea typeface="Inter"/>
                <a:cs typeface="Inter"/>
                <a:sym typeface="Inter"/>
              </a:defRPr>
            </a:lvl9pPr>
          </a:lstStyle>
          <a:p/>
        </p:txBody>
      </p:sp>
      <p:sp>
        <p:nvSpPr>
          <p:cNvPr id="3358" name="Google Shape;3358;p293"/>
          <p:cNvSpPr/>
          <p:nvPr/>
        </p:nvSpPr>
        <p:spPr>
          <a:xfrm>
            <a:off x="123606" y="121600"/>
            <a:ext cx="806400" cy="159600"/>
          </a:xfrm>
          <a:prstGeom prst="roundRect">
            <a:avLst>
              <a:gd fmla="val 50000"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359" name="Google Shape;3359;p293"/>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dk2"/>
                </a:solidFill>
                <a:latin typeface="Inter"/>
                <a:ea typeface="Inter"/>
                <a:cs typeface="Inter"/>
                <a:sym typeface="Inter"/>
              </a:rPr>
              <a:t>‹#›</a:t>
            </a:fld>
            <a:endParaRPr b="1" i="0" sz="800" u="none" cap="none" strike="noStrike">
              <a:solidFill>
                <a:schemeClr val="dk2"/>
              </a:solidFill>
              <a:latin typeface="Inter"/>
              <a:ea typeface="Inter"/>
              <a:cs typeface="Inter"/>
              <a:sym typeface="Inter"/>
            </a:endParaRPr>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p:cSld name="TITLE_2_1_1_1_1_2_1_1_1_1_1_1_1_1_1_1_1_1_1">
    <p:bg>
      <p:bgPr>
        <a:solidFill>
          <a:schemeClr val="accent1"/>
        </a:solidFill>
      </p:bgPr>
    </p:bg>
    <p:spTree>
      <p:nvGrpSpPr>
        <p:cNvPr id="3360" name="Shape 3360"/>
        <p:cNvGrpSpPr/>
        <p:nvPr/>
      </p:nvGrpSpPr>
      <p:grpSpPr>
        <a:xfrm>
          <a:off x="0" y="0"/>
          <a:ext cx="0" cy="0"/>
          <a:chOff x="0" y="0"/>
          <a:chExt cx="0" cy="0"/>
        </a:xfrm>
      </p:grpSpPr>
      <p:sp>
        <p:nvSpPr>
          <p:cNvPr id="3361" name="Google Shape;3361;p294"/>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62" name="Google Shape;3362;p294"/>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363" name="Google Shape;3363;p294"/>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364" name="Google Shape;3364;p294"/>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365" name="Google Shape;3365;p294"/>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p:cSld name="TITLE_2_1_1_1_1_2_1_1_1_1_1_1_1_1_1_1_1_1_1_1">
    <p:bg>
      <p:bgPr>
        <a:solidFill>
          <a:schemeClr val="accent1"/>
        </a:solidFill>
      </p:bgPr>
    </p:bg>
    <p:spTree>
      <p:nvGrpSpPr>
        <p:cNvPr id="3366" name="Shape 3366"/>
        <p:cNvGrpSpPr/>
        <p:nvPr/>
      </p:nvGrpSpPr>
      <p:grpSpPr>
        <a:xfrm>
          <a:off x="0" y="0"/>
          <a:ext cx="0" cy="0"/>
          <a:chOff x="0" y="0"/>
          <a:chExt cx="0" cy="0"/>
        </a:xfrm>
      </p:grpSpPr>
      <p:sp>
        <p:nvSpPr>
          <p:cNvPr id="3367" name="Google Shape;3367;p295"/>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68" name="Google Shape;3368;p295"/>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369" name="Google Shape;3369;p295"/>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370" name="Google Shape;3370;p295"/>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371" name="Google Shape;3371;p295"/>
          <p:cNvSpPr txBox="1"/>
          <p:nvPr>
            <p:ph type="title"/>
          </p:nvPr>
        </p:nvSpPr>
        <p:spPr>
          <a:xfrm>
            <a:off x="405250" y="10189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3372" name="Google Shape;3372;p295"/>
          <p:cNvSpPr txBox="1"/>
          <p:nvPr>
            <p:ph idx="2" type="body"/>
          </p:nvPr>
        </p:nvSpPr>
        <p:spPr>
          <a:xfrm>
            <a:off x="405250" y="26144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373" name="Google Shape;3373;p295"/>
          <p:cNvSpPr txBox="1"/>
          <p:nvPr>
            <p:ph idx="3" type="subTitle"/>
          </p:nvPr>
        </p:nvSpPr>
        <p:spPr>
          <a:xfrm>
            <a:off x="405250" y="22496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p:cSld name="TITLE_2_1_1_1_1_2_1_1_1_1_1_1_1_1_1_1_1_1_1_1_1">
    <p:bg>
      <p:bgPr>
        <a:solidFill>
          <a:schemeClr val="dk2"/>
        </a:solidFill>
      </p:bgPr>
    </p:bg>
    <p:spTree>
      <p:nvGrpSpPr>
        <p:cNvPr id="3374" name="Shape 3374"/>
        <p:cNvGrpSpPr/>
        <p:nvPr/>
      </p:nvGrpSpPr>
      <p:grpSpPr>
        <a:xfrm>
          <a:off x="0" y="0"/>
          <a:ext cx="0" cy="0"/>
          <a:chOff x="0" y="0"/>
          <a:chExt cx="0" cy="0"/>
        </a:xfrm>
      </p:grpSpPr>
      <p:pic>
        <p:nvPicPr>
          <p:cNvPr id="3375" name="Google Shape;3375;p296"/>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376" name="Google Shape;3376;p296"/>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377" name="Google Shape;3377;p296"/>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378" name="Google Shape;3378;p296"/>
          <p:cNvSpPr/>
          <p:nvPr/>
        </p:nvSpPr>
        <p:spPr>
          <a:xfrm>
            <a:off x="120150" y="402300"/>
            <a:ext cx="43878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9" name="Google Shape;3379;p296"/>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3380" name="Google Shape;3380;p296"/>
          <p:cNvSpPr txBox="1"/>
          <p:nvPr>
            <p:ph idx="2"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381" name="Google Shape;3381;p296"/>
          <p:cNvSpPr txBox="1"/>
          <p:nvPr>
            <p:ph idx="3"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382" name="Google Shape;3382;p296"/>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3">
  <p:cSld name="TITLE_2_1_1_1_1_2_1_1_1_1_1_1_1_1_1_1_1_1_1_1_1_3">
    <p:bg>
      <p:bgPr>
        <a:solidFill>
          <a:schemeClr val="dk2"/>
        </a:solidFill>
      </p:bgPr>
    </p:bg>
    <p:spTree>
      <p:nvGrpSpPr>
        <p:cNvPr id="3383" name="Shape 3383"/>
        <p:cNvGrpSpPr/>
        <p:nvPr/>
      </p:nvGrpSpPr>
      <p:grpSpPr>
        <a:xfrm>
          <a:off x="0" y="0"/>
          <a:ext cx="0" cy="0"/>
          <a:chOff x="0" y="0"/>
          <a:chExt cx="0" cy="0"/>
        </a:xfrm>
      </p:grpSpPr>
      <p:sp>
        <p:nvSpPr>
          <p:cNvPr id="3384" name="Google Shape;3384;p297"/>
          <p:cNvSpPr/>
          <p:nvPr>
            <p:ph idx="2" type="pic"/>
          </p:nvPr>
        </p:nvSpPr>
        <p:spPr>
          <a:xfrm>
            <a:off x="3541550" y="4014500"/>
            <a:ext cx="932400" cy="880500"/>
          </a:xfrm>
          <a:prstGeom prst="roundRect">
            <a:avLst>
              <a:gd fmla="val 18700" name="adj"/>
            </a:avLst>
          </a:prstGeom>
          <a:noFill/>
          <a:ln>
            <a:noFill/>
          </a:ln>
        </p:spPr>
      </p:sp>
      <p:sp>
        <p:nvSpPr>
          <p:cNvPr id="3385" name="Google Shape;3385;p297"/>
          <p:cNvSpPr/>
          <p:nvPr>
            <p:ph idx="3" type="pic"/>
          </p:nvPr>
        </p:nvSpPr>
        <p:spPr>
          <a:xfrm>
            <a:off x="3541700" y="3076700"/>
            <a:ext cx="932400" cy="880500"/>
          </a:xfrm>
          <a:prstGeom prst="roundRect">
            <a:avLst>
              <a:gd fmla="val 18700" name="adj"/>
            </a:avLst>
          </a:prstGeom>
          <a:noFill/>
          <a:ln>
            <a:noFill/>
          </a:ln>
        </p:spPr>
      </p:sp>
      <p:sp>
        <p:nvSpPr>
          <p:cNvPr id="3386" name="Google Shape;3386;p297"/>
          <p:cNvSpPr/>
          <p:nvPr>
            <p:ph idx="4" type="pic"/>
          </p:nvPr>
        </p:nvSpPr>
        <p:spPr>
          <a:xfrm>
            <a:off x="3541700" y="2127388"/>
            <a:ext cx="932400" cy="880500"/>
          </a:xfrm>
          <a:prstGeom prst="roundRect">
            <a:avLst>
              <a:gd fmla="val 18700" name="adj"/>
            </a:avLst>
          </a:prstGeom>
          <a:noFill/>
          <a:ln>
            <a:noFill/>
          </a:ln>
        </p:spPr>
      </p:sp>
      <p:sp>
        <p:nvSpPr>
          <p:cNvPr id="3387" name="Google Shape;3387;p297"/>
          <p:cNvSpPr/>
          <p:nvPr>
            <p:ph idx="5" type="pic"/>
          </p:nvPr>
        </p:nvSpPr>
        <p:spPr>
          <a:xfrm>
            <a:off x="3541700" y="1195350"/>
            <a:ext cx="932400" cy="880500"/>
          </a:xfrm>
          <a:prstGeom prst="roundRect">
            <a:avLst>
              <a:gd fmla="val 18700" name="adj"/>
            </a:avLst>
          </a:prstGeom>
          <a:noFill/>
          <a:ln>
            <a:noFill/>
          </a:ln>
        </p:spPr>
      </p:sp>
      <p:sp>
        <p:nvSpPr>
          <p:cNvPr id="3388" name="Google Shape;3388;p297"/>
          <p:cNvSpPr/>
          <p:nvPr>
            <p:ph idx="6" type="pic"/>
          </p:nvPr>
        </p:nvSpPr>
        <p:spPr>
          <a:xfrm>
            <a:off x="3541700" y="263300"/>
            <a:ext cx="932400" cy="880500"/>
          </a:xfrm>
          <a:prstGeom prst="roundRect">
            <a:avLst>
              <a:gd fmla="val 18700" name="adj"/>
            </a:avLst>
          </a:prstGeom>
          <a:noFill/>
          <a:ln>
            <a:noFill/>
          </a:ln>
        </p:spPr>
      </p:sp>
      <p:sp>
        <p:nvSpPr>
          <p:cNvPr id="3389" name="Google Shape;3389;p297"/>
          <p:cNvSpPr/>
          <p:nvPr>
            <p:ph idx="7" type="pic"/>
          </p:nvPr>
        </p:nvSpPr>
        <p:spPr>
          <a:xfrm>
            <a:off x="6108575" y="4014500"/>
            <a:ext cx="932400" cy="880500"/>
          </a:xfrm>
          <a:prstGeom prst="roundRect">
            <a:avLst>
              <a:gd fmla="val 18700" name="adj"/>
            </a:avLst>
          </a:prstGeom>
          <a:noFill/>
          <a:ln>
            <a:noFill/>
          </a:ln>
        </p:spPr>
      </p:sp>
      <p:sp>
        <p:nvSpPr>
          <p:cNvPr id="3390" name="Google Shape;3390;p297"/>
          <p:cNvSpPr/>
          <p:nvPr>
            <p:ph idx="8" type="pic"/>
          </p:nvPr>
        </p:nvSpPr>
        <p:spPr>
          <a:xfrm>
            <a:off x="6108725" y="3076700"/>
            <a:ext cx="932400" cy="880500"/>
          </a:xfrm>
          <a:prstGeom prst="roundRect">
            <a:avLst>
              <a:gd fmla="val 18700" name="adj"/>
            </a:avLst>
          </a:prstGeom>
          <a:noFill/>
          <a:ln>
            <a:noFill/>
          </a:ln>
        </p:spPr>
      </p:sp>
      <p:sp>
        <p:nvSpPr>
          <p:cNvPr id="3391" name="Google Shape;3391;p297"/>
          <p:cNvSpPr/>
          <p:nvPr>
            <p:ph idx="9" type="pic"/>
          </p:nvPr>
        </p:nvSpPr>
        <p:spPr>
          <a:xfrm>
            <a:off x="6108725" y="2127388"/>
            <a:ext cx="932400" cy="880500"/>
          </a:xfrm>
          <a:prstGeom prst="roundRect">
            <a:avLst>
              <a:gd fmla="val 18700" name="adj"/>
            </a:avLst>
          </a:prstGeom>
          <a:noFill/>
          <a:ln>
            <a:noFill/>
          </a:ln>
        </p:spPr>
      </p:sp>
      <p:sp>
        <p:nvSpPr>
          <p:cNvPr id="3392" name="Google Shape;3392;p297"/>
          <p:cNvSpPr/>
          <p:nvPr>
            <p:ph idx="13" type="pic"/>
          </p:nvPr>
        </p:nvSpPr>
        <p:spPr>
          <a:xfrm>
            <a:off x="6108725" y="1195350"/>
            <a:ext cx="932400" cy="880500"/>
          </a:xfrm>
          <a:prstGeom prst="roundRect">
            <a:avLst>
              <a:gd fmla="val 18700" name="adj"/>
            </a:avLst>
          </a:prstGeom>
          <a:noFill/>
          <a:ln>
            <a:noFill/>
          </a:ln>
        </p:spPr>
      </p:sp>
      <p:sp>
        <p:nvSpPr>
          <p:cNvPr id="3393" name="Google Shape;3393;p297"/>
          <p:cNvSpPr/>
          <p:nvPr>
            <p:ph idx="14" type="pic"/>
          </p:nvPr>
        </p:nvSpPr>
        <p:spPr>
          <a:xfrm>
            <a:off x="6108725" y="263300"/>
            <a:ext cx="932400" cy="880500"/>
          </a:xfrm>
          <a:prstGeom prst="roundRect">
            <a:avLst>
              <a:gd fmla="val 18700" name="adj"/>
            </a:avLst>
          </a:prstGeom>
          <a:noFill/>
          <a:ln>
            <a:noFill/>
          </a:ln>
        </p:spPr>
      </p:sp>
      <p:sp>
        <p:nvSpPr>
          <p:cNvPr id="3394" name="Google Shape;3394;p297"/>
          <p:cNvSpPr txBox="1"/>
          <p:nvPr>
            <p:ph idx="1" type="subTitle"/>
          </p:nvPr>
        </p:nvSpPr>
        <p:spPr>
          <a:xfrm>
            <a:off x="4578250" y="553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395" name="Google Shape;3395;p297"/>
          <p:cNvSpPr txBox="1"/>
          <p:nvPr>
            <p:ph idx="15" type="subTitle"/>
          </p:nvPr>
        </p:nvSpPr>
        <p:spPr>
          <a:xfrm>
            <a:off x="4578250" y="699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396" name="Google Shape;3396;p297"/>
          <p:cNvSpPr txBox="1"/>
          <p:nvPr>
            <p:ph idx="16" type="subTitle"/>
          </p:nvPr>
        </p:nvSpPr>
        <p:spPr>
          <a:xfrm>
            <a:off x="4578250" y="15040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397" name="Google Shape;3397;p297"/>
          <p:cNvSpPr txBox="1"/>
          <p:nvPr>
            <p:ph idx="17" type="subTitle"/>
          </p:nvPr>
        </p:nvSpPr>
        <p:spPr>
          <a:xfrm>
            <a:off x="4578250" y="16506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pic>
        <p:nvPicPr>
          <p:cNvPr id="3398" name="Google Shape;3398;p297"/>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399" name="Google Shape;3399;p297"/>
          <p:cNvSpPr txBox="1"/>
          <p:nvPr>
            <p:ph idx="18"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400" name="Google Shape;3400;p297"/>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401" name="Google Shape;3401;p297"/>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402" name="Google Shape;3402;p297"/>
          <p:cNvSpPr txBox="1"/>
          <p:nvPr>
            <p:ph idx="19" type="subTitle"/>
          </p:nvPr>
        </p:nvSpPr>
        <p:spPr>
          <a:xfrm>
            <a:off x="4578250" y="2398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403" name="Google Shape;3403;p297"/>
          <p:cNvSpPr txBox="1"/>
          <p:nvPr>
            <p:ph idx="20" type="subTitle"/>
          </p:nvPr>
        </p:nvSpPr>
        <p:spPr>
          <a:xfrm>
            <a:off x="4578250" y="2544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404" name="Google Shape;3404;p297"/>
          <p:cNvSpPr txBox="1"/>
          <p:nvPr>
            <p:ph idx="21" type="subTitle"/>
          </p:nvPr>
        </p:nvSpPr>
        <p:spPr>
          <a:xfrm>
            <a:off x="4578250" y="333591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405" name="Google Shape;3405;p297"/>
          <p:cNvSpPr txBox="1"/>
          <p:nvPr>
            <p:ph idx="22" type="subTitle"/>
          </p:nvPr>
        </p:nvSpPr>
        <p:spPr>
          <a:xfrm>
            <a:off x="4578250" y="34825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406" name="Google Shape;3406;p297"/>
          <p:cNvSpPr txBox="1"/>
          <p:nvPr>
            <p:ph idx="23" type="subTitle"/>
          </p:nvPr>
        </p:nvSpPr>
        <p:spPr>
          <a:xfrm>
            <a:off x="4578250" y="427372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407" name="Google Shape;3407;p297"/>
          <p:cNvSpPr txBox="1"/>
          <p:nvPr>
            <p:ph idx="24" type="subTitle"/>
          </p:nvPr>
        </p:nvSpPr>
        <p:spPr>
          <a:xfrm>
            <a:off x="4578250" y="44204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408" name="Google Shape;3408;p297"/>
          <p:cNvSpPr txBox="1"/>
          <p:nvPr>
            <p:ph idx="25" type="subTitle"/>
          </p:nvPr>
        </p:nvSpPr>
        <p:spPr>
          <a:xfrm>
            <a:off x="7152650" y="553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409" name="Google Shape;3409;p297"/>
          <p:cNvSpPr txBox="1"/>
          <p:nvPr>
            <p:ph idx="26" type="subTitle"/>
          </p:nvPr>
        </p:nvSpPr>
        <p:spPr>
          <a:xfrm>
            <a:off x="7152650" y="699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410" name="Google Shape;3410;p297"/>
          <p:cNvSpPr txBox="1"/>
          <p:nvPr>
            <p:ph idx="27" type="subTitle"/>
          </p:nvPr>
        </p:nvSpPr>
        <p:spPr>
          <a:xfrm>
            <a:off x="7152650" y="15040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411" name="Google Shape;3411;p297"/>
          <p:cNvSpPr txBox="1"/>
          <p:nvPr>
            <p:ph idx="28" type="subTitle"/>
          </p:nvPr>
        </p:nvSpPr>
        <p:spPr>
          <a:xfrm>
            <a:off x="7152650" y="16506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412" name="Google Shape;3412;p297"/>
          <p:cNvSpPr txBox="1"/>
          <p:nvPr>
            <p:ph idx="29" type="subTitle"/>
          </p:nvPr>
        </p:nvSpPr>
        <p:spPr>
          <a:xfrm>
            <a:off x="7152650" y="23981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413" name="Google Shape;3413;p297"/>
          <p:cNvSpPr txBox="1"/>
          <p:nvPr>
            <p:ph idx="30" type="subTitle"/>
          </p:nvPr>
        </p:nvSpPr>
        <p:spPr>
          <a:xfrm>
            <a:off x="7152650" y="254477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414" name="Google Shape;3414;p297"/>
          <p:cNvSpPr txBox="1"/>
          <p:nvPr>
            <p:ph idx="31" type="subTitle"/>
          </p:nvPr>
        </p:nvSpPr>
        <p:spPr>
          <a:xfrm>
            <a:off x="7152650" y="3335913"/>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415" name="Google Shape;3415;p297"/>
          <p:cNvSpPr txBox="1"/>
          <p:nvPr>
            <p:ph idx="32" type="subTitle"/>
          </p:nvPr>
        </p:nvSpPr>
        <p:spPr>
          <a:xfrm>
            <a:off x="7152650" y="3482588"/>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416" name="Google Shape;3416;p297"/>
          <p:cNvSpPr txBox="1"/>
          <p:nvPr>
            <p:ph idx="33" type="subTitle"/>
          </p:nvPr>
        </p:nvSpPr>
        <p:spPr>
          <a:xfrm>
            <a:off x="7152650" y="4273725"/>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3417" name="Google Shape;3417;p297"/>
          <p:cNvSpPr txBox="1"/>
          <p:nvPr>
            <p:ph idx="34" type="subTitle"/>
          </p:nvPr>
        </p:nvSpPr>
        <p:spPr>
          <a:xfrm>
            <a:off x="7152650" y="4420400"/>
            <a:ext cx="2784300" cy="215400"/>
          </a:xfrm>
          <a:prstGeom prst="rect">
            <a:avLst/>
          </a:prstGeom>
          <a:noFill/>
          <a:ln>
            <a:noFill/>
          </a:ln>
        </p:spPr>
        <p:txBody>
          <a:bodyPr anchorCtr="0" anchor="ctr" bIns="91425" lIns="0" spcFirstLastPara="1" rIns="91425" wrap="square" tIns="91425">
            <a:noAutofit/>
          </a:bodyPr>
          <a:lstStyle>
            <a:lvl1pPr lvl="0"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1pPr>
            <a:lvl2pPr lvl="1"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2pPr>
            <a:lvl3pPr lvl="2"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3pPr>
            <a:lvl4pPr lvl="3"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4pPr>
            <a:lvl5pPr lvl="4"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5pPr>
            <a:lvl6pPr lvl="5"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6pPr>
            <a:lvl7pPr lvl="6"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7pPr>
            <a:lvl8pPr lvl="7"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8pPr>
            <a:lvl9pPr lvl="8" algn="l">
              <a:lnSpc>
                <a:spcPct val="115000"/>
              </a:lnSpc>
              <a:spcBef>
                <a:spcPts val="0"/>
              </a:spcBef>
              <a:spcAft>
                <a:spcPts val="0"/>
              </a:spcAft>
              <a:buClr>
                <a:schemeClr val="accent1"/>
              </a:buClr>
              <a:buSzPts val="1000"/>
              <a:buFont typeface="Inter"/>
              <a:buNone/>
              <a:defRPr sz="1000">
                <a:solidFill>
                  <a:schemeClr val="accent1"/>
                </a:solidFill>
                <a:latin typeface="Inter"/>
                <a:ea typeface="Inter"/>
                <a:cs typeface="Inter"/>
                <a:sym typeface="Inter"/>
              </a:defRPr>
            </a:lvl9pPr>
          </a:lstStyle>
          <a:p/>
        </p:txBody>
      </p:sp>
      <p:sp>
        <p:nvSpPr>
          <p:cNvPr id="3418" name="Google Shape;3418;p297"/>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2">
  <p:cSld name="TITLE_2_1_1_1_1_2_1_1_1_1_1_1_1_1_1_1_1_1_1_1_1_2">
    <p:bg>
      <p:bgPr>
        <a:solidFill>
          <a:schemeClr val="dk2"/>
        </a:solidFill>
      </p:bgPr>
    </p:bg>
    <p:spTree>
      <p:nvGrpSpPr>
        <p:cNvPr id="3419" name="Shape 3419"/>
        <p:cNvGrpSpPr/>
        <p:nvPr/>
      </p:nvGrpSpPr>
      <p:grpSpPr>
        <a:xfrm>
          <a:off x="0" y="0"/>
          <a:ext cx="0" cy="0"/>
          <a:chOff x="0" y="0"/>
          <a:chExt cx="0" cy="0"/>
        </a:xfrm>
      </p:grpSpPr>
      <p:pic>
        <p:nvPicPr>
          <p:cNvPr id="3420" name="Google Shape;3420;p298"/>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421" name="Google Shape;3421;p298"/>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422" name="Google Shape;3422;p298"/>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423" name="Google Shape;3423;p298"/>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424" name="Google Shape;3424;p298"/>
          <p:cNvSpPr txBox="1"/>
          <p:nvPr>
            <p:ph idx="2"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3425" name="Google Shape;3425;p298"/>
          <p:cNvSpPr txBox="1"/>
          <p:nvPr>
            <p:ph idx="3"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426" name="Google Shape;3426;p298"/>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p:cSld name="TITLE_2_1_1_1_1_2_1_1_1_1_1_1_1_1_1_1_1_1_1_1_1_1_1_1_1_1">
    <p:bg>
      <p:bgPr>
        <a:solidFill>
          <a:schemeClr val="accent1"/>
        </a:solidFill>
      </p:bgPr>
    </p:bg>
    <p:spTree>
      <p:nvGrpSpPr>
        <p:cNvPr id="3427" name="Shape 3427"/>
        <p:cNvGrpSpPr/>
        <p:nvPr/>
      </p:nvGrpSpPr>
      <p:grpSpPr>
        <a:xfrm>
          <a:off x="0" y="0"/>
          <a:ext cx="0" cy="0"/>
          <a:chOff x="0" y="0"/>
          <a:chExt cx="0" cy="0"/>
        </a:xfrm>
      </p:grpSpPr>
      <p:sp>
        <p:nvSpPr>
          <p:cNvPr id="3428" name="Google Shape;3428;p299"/>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29" name="Google Shape;3429;p299"/>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430" name="Google Shape;3430;p299"/>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431" name="Google Shape;3431;p299"/>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432" name="Google Shape;3432;p299"/>
          <p:cNvSpPr txBox="1"/>
          <p:nvPr>
            <p:ph type="title"/>
          </p:nvPr>
        </p:nvSpPr>
        <p:spPr>
          <a:xfrm>
            <a:off x="361750" y="59930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3433" name="Google Shape;3433;p299"/>
          <p:cNvSpPr txBox="1"/>
          <p:nvPr>
            <p:ph idx="2" type="body"/>
          </p:nvPr>
        </p:nvSpPr>
        <p:spPr>
          <a:xfrm>
            <a:off x="36175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434" name="Google Shape;3434;p299"/>
          <p:cNvSpPr txBox="1"/>
          <p:nvPr>
            <p:ph idx="3" type="subTitle"/>
          </p:nvPr>
        </p:nvSpPr>
        <p:spPr>
          <a:xfrm>
            <a:off x="36175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35" name="Google Shape;3435;p299"/>
          <p:cNvSpPr txBox="1"/>
          <p:nvPr>
            <p:ph idx="4" type="body"/>
          </p:nvPr>
        </p:nvSpPr>
        <p:spPr>
          <a:xfrm>
            <a:off x="253147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436" name="Google Shape;3436;p299"/>
          <p:cNvSpPr txBox="1"/>
          <p:nvPr>
            <p:ph idx="5" type="subTitle"/>
          </p:nvPr>
        </p:nvSpPr>
        <p:spPr>
          <a:xfrm>
            <a:off x="253147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37" name="Google Shape;3437;p299"/>
          <p:cNvSpPr txBox="1"/>
          <p:nvPr>
            <p:ph idx="6" type="body"/>
          </p:nvPr>
        </p:nvSpPr>
        <p:spPr>
          <a:xfrm>
            <a:off x="470120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438" name="Google Shape;3438;p299"/>
          <p:cNvSpPr txBox="1"/>
          <p:nvPr>
            <p:ph idx="7" type="subTitle"/>
          </p:nvPr>
        </p:nvSpPr>
        <p:spPr>
          <a:xfrm>
            <a:off x="470120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39" name="Google Shape;3439;p299"/>
          <p:cNvSpPr txBox="1"/>
          <p:nvPr>
            <p:ph idx="8" type="body"/>
          </p:nvPr>
        </p:nvSpPr>
        <p:spPr>
          <a:xfrm>
            <a:off x="687092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440" name="Google Shape;3440;p299"/>
          <p:cNvSpPr txBox="1"/>
          <p:nvPr>
            <p:ph idx="9" type="subTitle"/>
          </p:nvPr>
        </p:nvSpPr>
        <p:spPr>
          <a:xfrm>
            <a:off x="687092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2">
  <p:cSld name="TITLE_2_1_1_1_1_2_1_1_1_1_1_1_1_1_1_1_1_1_1_1_1_1_1_1_1_1_2">
    <p:bg>
      <p:bgPr>
        <a:solidFill>
          <a:schemeClr val="dk2"/>
        </a:solidFill>
      </p:bgPr>
    </p:bg>
    <p:spTree>
      <p:nvGrpSpPr>
        <p:cNvPr id="3441" name="Shape 3441"/>
        <p:cNvGrpSpPr/>
        <p:nvPr/>
      </p:nvGrpSpPr>
      <p:grpSpPr>
        <a:xfrm>
          <a:off x="0" y="0"/>
          <a:ext cx="0" cy="0"/>
          <a:chOff x="0" y="0"/>
          <a:chExt cx="0" cy="0"/>
        </a:xfrm>
      </p:grpSpPr>
      <p:sp>
        <p:nvSpPr>
          <p:cNvPr id="3442" name="Google Shape;3442;p300"/>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43" name="Google Shape;3443;p300"/>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444" name="Google Shape;3444;p300"/>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445" name="Google Shape;3445;p300"/>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446" name="Google Shape;3446;p300"/>
          <p:cNvSpPr txBox="1"/>
          <p:nvPr>
            <p:ph type="title"/>
          </p:nvPr>
        </p:nvSpPr>
        <p:spPr>
          <a:xfrm>
            <a:off x="361750" y="59930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3447" name="Google Shape;3447;p300"/>
          <p:cNvSpPr txBox="1"/>
          <p:nvPr>
            <p:ph idx="2" type="body"/>
          </p:nvPr>
        </p:nvSpPr>
        <p:spPr>
          <a:xfrm>
            <a:off x="36175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448" name="Google Shape;3448;p300"/>
          <p:cNvSpPr txBox="1"/>
          <p:nvPr>
            <p:ph idx="3" type="subTitle"/>
          </p:nvPr>
        </p:nvSpPr>
        <p:spPr>
          <a:xfrm>
            <a:off x="36175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49" name="Google Shape;3449;p300"/>
          <p:cNvSpPr txBox="1"/>
          <p:nvPr>
            <p:ph idx="4" type="body"/>
          </p:nvPr>
        </p:nvSpPr>
        <p:spPr>
          <a:xfrm>
            <a:off x="253147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450" name="Google Shape;3450;p300"/>
          <p:cNvSpPr txBox="1"/>
          <p:nvPr>
            <p:ph idx="5" type="subTitle"/>
          </p:nvPr>
        </p:nvSpPr>
        <p:spPr>
          <a:xfrm>
            <a:off x="253147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51" name="Google Shape;3451;p300"/>
          <p:cNvSpPr txBox="1"/>
          <p:nvPr>
            <p:ph idx="6" type="body"/>
          </p:nvPr>
        </p:nvSpPr>
        <p:spPr>
          <a:xfrm>
            <a:off x="4701200"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452" name="Google Shape;3452;p300"/>
          <p:cNvSpPr txBox="1"/>
          <p:nvPr>
            <p:ph idx="7" type="subTitle"/>
          </p:nvPr>
        </p:nvSpPr>
        <p:spPr>
          <a:xfrm>
            <a:off x="4701200"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53" name="Google Shape;3453;p300"/>
          <p:cNvSpPr txBox="1"/>
          <p:nvPr>
            <p:ph idx="8" type="body"/>
          </p:nvPr>
        </p:nvSpPr>
        <p:spPr>
          <a:xfrm>
            <a:off x="6870925" y="27502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454" name="Google Shape;3454;p300"/>
          <p:cNvSpPr txBox="1"/>
          <p:nvPr>
            <p:ph idx="9" type="subTitle"/>
          </p:nvPr>
        </p:nvSpPr>
        <p:spPr>
          <a:xfrm>
            <a:off x="6870925" y="24640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p:cSld name="TITLE_2_1_1_1_1_2_1_1_1_1_1_1_1_1_1_1_1_1_1_1_1_1_1_1_1_1_1">
    <p:bg>
      <p:bgPr>
        <a:solidFill>
          <a:schemeClr val="accent1"/>
        </a:solidFill>
      </p:bgPr>
    </p:bg>
    <p:spTree>
      <p:nvGrpSpPr>
        <p:cNvPr id="3455" name="Shape 3455"/>
        <p:cNvGrpSpPr/>
        <p:nvPr/>
      </p:nvGrpSpPr>
      <p:grpSpPr>
        <a:xfrm>
          <a:off x="0" y="0"/>
          <a:ext cx="0" cy="0"/>
          <a:chOff x="0" y="0"/>
          <a:chExt cx="0" cy="0"/>
        </a:xfrm>
      </p:grpSpPr>
      <p:pic>
        <p:nvPicPr>
          <p:cNvPr id="3456" name="Google Shape;3456;p301"/>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457" name="Google Shape;3457;p301"/>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458" name="Google Shape;3458;p301"/>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459" name="Google Shape;3459;p301"/>
          <p:cNvSpPr/>
          <p:nvPr/>
        </p:nvSpPr>
        <p:spPr>
          <a:xfrm>
            <a:off x="99350" y="1652300"/>
            <a:ext cx="8924400" cy="32961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0" name="Google Shape;3460;p301"/>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461" name="Google Shape;3461;p301"/>
          <p:cNvSpPr txBox="1"/>
          <p:nvPr>
            <p:ph idx="2" type="body"/>
          </p:nvPr>
        </p:nvSpPr>
        <p:spPr>
          <a:xfrm>
            <a:off x="36175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62" name="Google Shape;3462;p301"/>
          <p:cNvSpPr txBox="1"/>
          <p:nvPr>
            <p:ph idx="3" type="subTitle"/>
          </p:nvPr>
        </p:nvSpPr>
        <p:spPr>
          <a:xfrm>
            <a:off x="36175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63" name="Google Shape;3463;p301"/>
          <p:cNvSpPr txBox="1"/>
          <p:nvPr>
            <p:ph idx="4" type="body"/>
          </p:nvPr>
        </p:nvSpPr>
        <p:spPr>
          <a:xfrm>
            <a:off x="253147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64" name="Google Shape;3464;p301"/>
          <p:cNvSpPr txBox="1"/>
          <p:nvPr>
            <p:ph idx="5" type="subTitle"/>
          </p:nvPr>
        </p:nvSpPr>
        <p:spPr>
          <a:xfrm>
            <a:off x="253147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65" name="Google Shape;3465;p301"/>
          <p:cNvSpPr txBox="1"/>
          <p:nvPr>
            <p:ph idx="6" type="body"/>
          </p:nvPr>
        </p:nvSpPr>
        <p:spPr>
          <a:xfrm>
            <a:off x="470120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66" name="Google Shape;3466;p301"/>
          <p:cNvSpPr txBox="1"/>
          <p:nvPr>
            <p:ph idx="7" type="subTitle"/>
          </p:nvPr>
        </p:nvSpPr>
        <p:spPr>
          <a:xfrm>
            <a:off x="470120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67" name="Google Shape;3467;p301"/>
          <p:cNvSpPr txBox="1"/>
          <p:nvPr>
            <p:ph idx="8" type="body"/>
          </p:nvPr>
        </p:nvSpPr>
        <p:spPr>
          <a:xfrm>
            <a:off x="687092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68" name="Google Shape;3468;p301"/>
          <p:cNvSpPr txBox="1"/>
          <p:nvPr>
            <p:ph idx="9" type="subTitle"/>
          </p:nvPr>
        </p:nvSpPr>
        <p:spPr>
          <a:xfrm>
            <a:off x="687092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2">
  <p:cSld name="TITLE_2_1_1_1_1_2_1_1_1_1_1_1_1_1_1_1_1_1_1_1_1_1_1_1_1_1_1_2">
    <p:bg>
      <p:bgPr>
        <a:solidFill>
          <a:schemeClr val="dk2"/>
        </a:solidFill>
      </p:bgPr>
    </p:bg>
    <p:spTree>
      <p:nvGrpSpPr>
        <p:cNvPr id="3469" name="Shape 3469"/>
        <p:cNvGrpSpPr/>
        <p:nvPr/>
      </p:nvGrpSpPr>
      <p:grpSpPr>
        <a:xfrm>
          <a:off x="0" y="0"/>
          <a:ext cx="0" cy="0"/>
          <a:chOff x="0" y="0"/>
          <a:chExt cx="0" cy="0"/>
        </a:xfrm>
      </p:grpSpPr>
      <p:pic>
        <p:nvPicPr>
          <p:cNvPr id="3470" name="Google Shape;3470;p302"/>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471" name="Google Shape;3471;p302"/>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472" name="Google Shape;3472;p302"/>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473" name="Google Shape;3473;p302"/>
          <p:cNvSpPr/>
          <p:nvPr/>
        </p:nvSpPr>
        <p:spPr>
          <a:xfrm>
            <a:off x="99350" y="1652300"/>
            <a:ext cx="8924400" cy="32961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4" name="Google Shape;3474;p302"/>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475" name="Google Shape;3475;p302"/>
          <p:cNvSpPr txBox="1"/>
          <p:nvPr>
            <p:ph idx="2" type="body"/>
          </p:nvPr>
        </p:nvSpPr>
        <p:spPr>
          <a:xfrm>
            <a:off x="36175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76" name="Google Shape;3476;p302"/>
          <p:cNvSpPr txBox="1"/>
          <p:nvPr>
            <p:ph idx="3" type="subTitle"/>
          </p:nvPr>
        </p:nvSpPr>
        <p:spPr>
          <a:xfrm>
            <a:off x="36175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77" name="Google Shape;3477;p302"/>
          <p:cNvSpPr txBox="1"/>
          <p:nvPr>
            <p:ph idx="4" type="body"/>
          </p:nvPr>
        </p:nvSpPr>
        <p:spPr>
          <a:xfrm>
            <a:off x="253147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78" name="Google Shape;3478;p302"/>
          <p:cNvSpPr txBox="1"/>
          <p:nvPr>
            <p:ph idx="5" type="subTitle"/>
          </p:nvPr>
        </p:nvSpPr>
        <p:spPr>
          <a:xfrm>
            <a:off x="253147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79" name="Google Shape;3479;p302"/>
          <p:cNvSpPr txBox="1"/>
          <p:nvPr>
            <p:ph idx="6" type="body"/>
          </p:nvPr>
        </p:nvSpPr>
        <p:spPr>
          <a:xfrm>
            <a:off x="4701200"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80" name="Google Shape;3480;p302"/>
          <p:cNvSpPr txBox="1"/>
          <p:nvPr>
            <p:ph idx="7" type="subTitle"/>
          </p:nvPr>
        </p:nvSpPr>
        <p:spPr>
          <a:xfrm>
            <a:off x="4701200"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81" name="Google Shape;3481;p302"/>
          <p:cNvSpPr txBox="1"/>
          <p:nvPr>
            <p:ph idx="8" type="body"/>
          </p:nvPr>
        </p:nvSpPr>
        <p:spPr>
          <a:xfrm>
            <a:off x="6870925" y="305502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82" name="Google Shape;3482;p302"/>
          <p:cNvSpPr txBox="1"/>
          <p:nvPr>
            <p:ph idx="9" type="subTitle"/>
          </p:nvPr>
        </p:nvSpPr>
        <p:spPr>
          <a:xfrm>
            <a:off x="6870925" y="2768850"/>
            <a:ext cx="1828200" cy="215400"/>
          </a:xfrm>
          <a:prstGeom prst="rect">
            <a:avLst/>
          </a:prstGeom>
          <a:noFill/>
          <a:ln>
            <a:noFill/>
          </a:ln>
        </p:spPr>
        <p:txBody>
          <a:bodyPr anchorCtr="0" anchor="ctr" bIns="91425" lIns="0" spcFirstLastPara="1" rIns="91425" wrap="square" tIns="91425">
            <a:norm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p:cSld name="TITLE_2_1_1_1_1_2_1_1_1_1_1_1_1_1_1_1_1_1_1_1_1_1_1_1_1_1_1_1">
    <p:bg>
      <p:bgPr>
        <a:solidFill>
          <a:schemeClr val="accent1"/>
        </a:solidFill>
      </p:bgPr>
    </p:bg>
    <p:spTree>
      <p:nvGrpSpPr>
        <p:cNvPr id="3483" name="Shape 3483"/>
        <p:cNvGrpSpPr/>
        <p:nvPr/>
      </p:nvGrpSpPr>
      <p:grpSpPr>
        <a:xfrm>
          <a:off x="0" y="0"/>
          <a:ext cx="0" cy="0"/>
          <a:chOff x="0" y="0"/>
          <a:chExt cx="0" cy="0"/>
        </a:xfrm>
      </p:grpSpPr>
      <p:sp>
        <p:nvSpPr>
          <p:cNvPr id="3484" name="Google Shape;3484;p303"/>
          <p:cNvSpPr/>
          <p:nvPr/>
        </p:nvSpPr>
        <p:spPr>
          <a:xfrm>
            <a:off x="86725"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5" name="Google Shape;3485;p303"/>
          <p:cNvSpPr/>
          <p:nvPr/>
        </p:nvSpPr>
        <p:spPr>
          <a:xfrm>
            <a:off x="2346950"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6" name="Google Shape;3486;p303"/>
          <p:cNvSpPr/>
          <p:nvPr/>
        </p:nvSpPr>
        <p:spPr>
          <a:xfrm>
            <a:off x="4602625"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7" name="Google Shape;3487;p303"/>
          <p:cNvSpPr/>
          <p:nvPr/>
        </p:nvSpPr>
        <p:spPr>
          <a:xfrm>
            <a:off x="6870925" y="1689500"/>
            <a:ext cx="2172000" cy="32700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8" name="Google Shape;3488;p303"/>
          <p:cNvSpPr txBox="1"/>
          <p:nvPr>
            <p:ph type="title"/>
          </p:nvPr>
        </p:nvSpPr>
        <p:spPr>
          <a:xfrm>
            <a:off x="182650" y="4522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489" name="Google Shape;3489;p303"/>
          <p:cNvSpPr txBox="1"/>
          <p:nvPr>
            <p:ph idx="1" type="body"/>
          </p:nvPr>
        </p:nvSpPr>
        <p:spPr>
          <a:xfrm>
            <a:off x="2758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90" name="Google Shape;3490;p303"/>
          <p:cNvSpPr txBox="1"/>
          <p:nvPr>
            <p:ph idx="2" type="subTitle"/>
          </p:nvPr>
        </p:nvSpPr>
        <p:spPr>
          <a:xfrm>
            <a:off x="2758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91" name="Google Shape;3491;p303"/>
          <p:cNvSpPr txBox="1"/>
          <p:nvPr>
            <p:ph idx="3" type="body"/>
          </p:nvPr>
        </p:nvSpPr>
        <p:spPr>
          <a:xfrm>
            <a:off x="2549550"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92" name="Google Shape;3492;p303"/>
          <p:cNvSpPr txBox="1"/>
          <p:nvPr>
            <p:ph idx="4" type="subTitle"/>
          </p:nvPr>
        </p:nvSpPr>
        <p:spPr>
          <a:xfrm>
            <a:off x="2549550"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93" name="Google Shape;3493;p303"/>
          <p:cNvSpPr txBox="1"/>
          <p:nvPr>
            <p:ph idx="5" type="body"/>
          </p:nvPr>
        </p:nvSpPr>
        <p:spPr>
          <a:xfrm>
            <a:off x="47745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94" name="Google Shape;3494;p303"/>
          <p:cNvSpPr txBox="1"/>
          <p:nvPr>
            <p:ph idx="6" type="subTitle"/>
          </p:nvPr>
        </p:nvSpPr>
        <p:spPr>
          <a:xfrm>
            <a:off x="47745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95" name="Google Shape;3495;p303"/>
          <p:cNvSpPr txBox="1"/>
          <p:nvPr>
            <p:ph idx="7" type="body"/>
          </p:nvPr>
        </p:nvSpPr>
        <p:spPr>
          <a:xfrm>
            <a:off x="7066925" y="30048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496" name="Google Shape;3496;p303"/>
          <p:cNvSpPr txBox="1"/>
          <p:nvPr>
            <p:ph idx="8" type="subTitle"/>
          </p:nvPr>
        </p:nvSpPr>
        <p:spPr>
          <a:xfrm>
            <a:off x="7066925" y="26920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497" name="Google Shape;3497;p303"/>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498" name="Google Shape;3498;p303"/>
          <p:cNvSpPr txBox="1"/>
          <p:nvPr>
            <p:ph idx="9"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499" name="Google Shape;3499;p303"/>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2">
  <p:cSld name="TITLE_2_1_1_1_1_2_1_1_1_1_1_1_1_1_1_1_1_1_1_1_1_1_1_1_1_1_1_1_2">
    <p:bg>
      <p:bgPr>
        <a:solidFill>
          <a:schemeClr val="accent1"/>
        </a:solidFill>
      </p:bgPr>
    </p:bg>
    <p:spTree>
      <p:nvGrpSpPr>
        <p:cNvPr id="3500" name="Shape 3500"/>
        <p:cNvGrpSpPr/>
        <p:nvPr/>
      </p:nvGrpSpPr>
      <p:grpSpPr>
        <a:xfrm>
          <a:off x="0" y="0"/>
          <a:ext cx="0" cy="0"/>
          <a:chOff x="0" y="0"/>
          <a:chExt cx="0" cy="0"/>
        </a:xfrm>
      </p:grpSpPr>
      <p:sp>
        <p:nvSpPr>
          <p:cNvPr id="3501" name="Google Shape;3501;p304"/>
          <p:cNvSpPr/>
          <p:nvPr/>
        </p:nvSpPr>
        <p:spPr>
          <a:xfrm>
            <a:off x="86725"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2" name="Google Shape;3502;p304"/>
          <p:cNvSpPr/>
          <p:nvPr/>
        </p:nvSpPr>
        <p:spPr>
          <a:xfrm>
            <a:off x="2346950"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3" name="Google Shape;3503;p304"/>
          <p:cNvSpPr/>
          <p:nvPr/>
        </p:nvSpPr>
        <p:spPr>
          <a:xfrm>
            <a:off x="4602625"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4" name="Google Shape;3504;p304"/>
          <p:cNvSpPr/>
          <p:nvPr/>
        </p:nvSpPr>
        <p:spPr>
          <a:xfrm>
            <a:off x="6870925" y="2339575"/>
            <a:ext cx="2172000" cy="2630700"/>
          </a:xfrm>
          <a:prstGeom prst="roundRect">
            <a:avLst>
              <a:gd fmla="val 8675"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5" name="Google Shape;3505;p304"/>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506" name="Google Shape;3506;p304"/>
          <p:cNvSpPr txBox="1"/>
          <p:nvPr>
            <p:ph idx="1" type="body"/>
          </p:nvPr>
        </p:nvSpPr>
        <p:spPr>
          <a:xfrm>
            <a:off x="2830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507" name="Google Shape;3507;p304"/>
          <p:cNvSpPr txBox="1"/>
          <p:nvPr>
            <p:ph idx="2" type="subTitle"/>
          </p:nvPr>
        </p:nvSpPr>
        <p:spPr>
          <a:xfrm>
            <a:off x="2830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08" name="Google Shape;3508;p304"/>
          <p:cNvSpPr txBox="1"/>
          <p:nvPr>
            <p:ph idx="3" type="body"/>
          </p:nvPr>
        </p:nvSpPr>
        <p:spPr>
          <a:xfrm>
            <a:off x="2556700"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509" name="Google Shape;3509;p304"/>
          <p:cNvSpPr txBox="1"/>
          <p:nvPr>
            <p:ph idx="4" type="subTitle"/>
          </p:nvPr>
        </p:nvSpPr>
        <p:spPr>
          <a:xfrm>
            <a:off x="2556700"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10" name="Google Shape;3510;p304"/>
          <p:cNvSpPr txBox="1"/>
          <p:nvPr>
            <p:ph idx="5" type="body"/>
          </p:nvPr>
        </p:nvSpPr>
        <p:spPr>
          <a:xfrm>
            <a:off x="4781675"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511" name="Google Shape;3511;p304"/>
          <p:cNvSpPr txBox="1"/>
          <p:nvPr>
            <p:ph idx="6" type="subTitle"/>
          </p:nvPr>
        </p:nvSpPr>
        <p:spPr>
          <a:xfrm>
            <a:off x="4781675"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12" name="Google Shape;3512;p304"/>
          <p:cNvSpPr txBox="1"/>
          <p:nvPr>
            <p:ph idx="7" type="body"/>
          </p:nvPr>
        </p:nvSpPr>
        <p:spPr>
          <a:xfrm>
            <a:off x="7080413" y="2776150"/>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00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00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00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00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00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00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00000"/>
              </a:lnSpc>
              <a:spcBef>
                <a:spcPts val="0"/>
              </a:spcBef>
              <a:spcAft>
                <a:spcPts val="0"/>
              </a:spcAft>
              <a:buSzPts val="1200"/>
              <a:buFont typeface="Inter"/>
              <a:buChar char="■"/>
              <a:defRPr sz="1200">
                <a:latin typeface="Inter"/>
                <a:ea typeface="Inter"/>
                <a:cs typeface="Inter"/>
                <a:sym typeface="Inter"/>
              </a:defRPr>
            </a:lvl9pPr>
          </a:lstStyle>
          <a:p/>
        </p:txBody>
      </p:sp>
      <p:sp>
        <p:nvSpPr>
          <p:cNvPr id="3513" name="Google Shape;3513;p304"/>
          <p:cNvSpPr txBox="1"/>
          <p:nvPr>
            <p:ph idx="8" type="subTitle"/>
          </p:nvPr>
        </p:nvSpPr>
        <p:spPr>
          <a:xfrm>
            <a:off x="7080413" y="2463350"/>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SzPts val="1200"/>
              <a:buFont typeface="Inter"/>
              <a:buNone/>
              <a:defRPr b="1" sz="1200">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514" name="Google Shape;3514;p304"/>
          <p:cNvPicPr preferRelativeResize="0"/>
          <p:nvPr/>
        </p:nvPicPr>
        <p:blipFill rotWithShape="1">
          <a:blip r:embed="rId2">
            <a:alphaModFix/>
          </a:blip>
          <a:srcRect b="0" l="0" r="0" t="0"/>
          <a:stretch/>
        </p:blipFill>
        <p:spPr>
          <a:xfrm>
            <a:off x="6465563" y="4442075"/>
            <a:ext cx="243174" cy="243174"/>
          </a:xfrm>
          <a:prstGeom prst="rect">
            <a:avLst/>
          </a:prstGeom>
          <a:noFill/>
          <a:ln>
            <a:noFill/>
          </a:ln>
        </p:spPr>
      </p:pic>
      <p:pic>
        <p:nvPicPr>
          <p:cNvPr id="3515" name="Google Shape;3515;p304"/>
          <p:cNvPicPr preferRelativeResize="0"/>
          <p:nvPr/>
        </p:nvPicPr>
        <p:blipFill rotWithShape="1">
          <a:blip r:embed="rId2">
            <a:alphaModFix/>
          </a:blip>
          <a:srcRect b="0" l="0" r="0" t="0"/>
          <a:stretch/>
        </p:blipFill>
        <p:spPr>
          <a:xfrm>
            <a:off x="8713263" y="4442075"/>
            <a:ext cx="243174" cy="243174"/>
          </a:xfrm>
          <a:prstGeom prst="rect">
            <a:avLst/>
          </a:prstGeom>
          <a:noFill/>
          <a:ln>
            <a:noFill/>
          </a:ln>
        </p:spPr>
      </p:pic>
      <p:pic>
        <p:nvPicPr>
          <p:cNvPr id="3516" name="Google Shape;3516;p304"/>
          <p:cNvPicPr preferRelativeResize="0"/>
          <p:nvPr/>
        </p:nvPicPr>
        <p:blipFill rotWithShape="1">
          <a:blip r:embed="rId2">
            <a:alphaModFix/>
          </a:blip>
          <a:srcRect b="0" l="0" r="0" t="0"/>
          <a:stretch/>
        </p:blipFill>
        <p:spPr>
          <a:xfrm>
            <a:off x="4169963" y="4442075"/>
            <a:ext cx="243174" cy="243174"/>
          </a:xfrm>
          <a:prstGeom prst="rect">
            <a:avLst/>
          </a:prstGeom>
          <a:noFill/>
          <a:ln>
            <a:noFill/>
          </a:ln>
        </p:spPr>
      </p:pic>
      <p:pic>
        <p:nvPicPr>
          <p:cNvPr id="3517" name="Google Shape;3517;p304"/>
          <p:cNvPicPr preferRelativeResize="0"/>
          <p:nvPr/>
        </p:nvPicPr>
        <p:blipFill rotWithShape="1">
          <a:blip r:embed="rId2">
            <a:alphaModFix/>
          </a:blip>
          <a:srcRect b="0" l="0" r="0" t="0"/>
          <a:stretch/>
        </p:blipFill>
        <p:spPr>
          <a:xfrm>
            <a:off x="1923088" y="4442075"/>
            <a:ext cx="243174" cy="243174"/>
          </a:xfrm>
          <a:prstGeom prst="rect">
            <a:avLst/>
          </a:prstGeom>
          <a:noFill/>
          <a:ln>
            <a:noFill/>
          </a:ln>
        </p:spPr>
      </p:pic>
      <p:pic>
        <p:nvPicPr>
          <p:cNvPr id="3518" name="Google Shape;3518;p304"/>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3519" name="Google Shape;3519;p304"/>
          <p:cNvSpPr txBox="1"/>
          <p:nvPr>
            <p:ph idx="9"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520" name="Google Shape;3520;p304"/>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2 1">
  <p:cSld name="TITLE_2_1_1_1_1_2_1_1_1_1_1_1_1_1_1_1_1_1_1_1_1_1_1_1_1_1_1_1_2_1">
    <p:bg>
      <p:bgPr>
        <a:solidFill>
          <a:schemeClr val="accent1"/>
        </a:solidFill>
      </p:bgPr>
    </p:bg>
    <p:spTree>
      <p:nvGrpSpPr>
        <p:cNvPr id="3521" name="Shape 3521"/>
        <p:cNvGrpSpPr/>
        <p:nvPr/>
      </p:nvGrpSpPr>
      <p:grpSpPr>
        <a:xfrm>
          <a:off x="0" y="0"/>
          <a:ext cx="0" cy="0"/>
          <a:chOff x="0" y="0"/>
          <a:chExt cx="0" cy="0"/>
        </a:xfrm>
      </p:grpSpPr>
      <p:sp>
        <p:nvSpPr>
          <p:cNvPr id="3522" name="Google Shape;3522;p305"/>
          <p:cNvSpPr txBox="1"/>
          <p:nvPr>
            <p:ph type="title"/>
          </p:nvPr>
        </p:nvSpPr>
        <p:spPr>
          <a:xfrm>
            <a:off x="182650" y="528450"/>
            <a:ext cx="81537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523" name="Google Shape;3523;p305"/>
          <p:cNvSpPr txBox="1"/>
          <p:nvPr>
            <p:ph idx="1" type="body"/>
          </p:nvPr>
        </p:nvSpPr>
        <p:spPr>
          <a:xfrm>
            <a:off x="288475"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3524" name="Google Shape;3524;p305"/>
          <p:cNvSpPr txBox="1"/>
          <p:nvPr>
            <p:ph idx="2" type="subTitle"/>
          </p:nvPr>
        </p:nvSpPr>
        <p:spPr>
          <a:xfrm>
            <a:off x="288475"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3525" name="Google Shape;3525;p305"/>
          <p:cNvSpPr txBox="1"/>
          <p:nvPr>
            <p:ph idx="3" type="body"/>
          </p:nvPr>
        </p:nvSpPr>
        <p:spPr>
          <a:xfrm>
            <a:off x="2562175"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3526" name="Google Shape;3526;p305"/>
          <p:cNvSpPr txBox="1"/>
          <p:nvPr>
            <p:ph idx="4" type="subTitle"/>
          </p:nvPr>
        </p:nvSpPr>
        <p:spPr>
          <a:xfrm>
            <a:off x="2562175"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3527" name="Google Shape;3527;p305"/>
          <p:cNvSpPr txBox="1"/>
          <p:nvPr>
            <p:ph idx="5" type="body"/>
          </p:nvPr>
        </p:nvSpPr>
        <p:spPr>
          <a:xfrm>
            <a:off x="4787150"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3528" name="Google Shape;3528;p305"/>
          <p:cNvSpPr txBox="1"/>
          <p:nvPr>
            <p:ph idx="6" type="subTitle"/>
          </p:nvPr>
        </p:nvSpPr>
        <p:spPr>
          <a:xfrm>
            <a:off x="4787150"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3529" name="Google Shape;3529;p305"/>
          <p:cNvSpPr txBox="1"/>
          <p:nvPr>
            <p:ph idx="7" type="body"/>
          </p:nvPr>
        </p:nvSpPr>
        <p:spPr>
          <a:xfrm>
            <a:off x="7079550" y="2891475"/>
            <a:ext cx="1828200" cy="17274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00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3530" name="Google Shape;3530;p305"/>
          <p:cNvSpPr txBox="1"/>
          <p:nvPr>
            <p:ph idx="8" type="subTitle"/>
          </p:nvPr>
        </p:nvSpPr>
        <p:spPr>
          <a:xfrm>
            <a:off x="7079550" y="2578675"/>
            <a:ext cx="1828200" cy="215400"/>
          </a:xfrm>
          <a:prstGeom prst="rect">
            <a:avLst/>
          </a:prstGeom>
          <a:noFill/>
          <a:ln>
            <a:noFill/>
          </a:ln>
        </p:spPr>
        <p:txBody>
          <a:bodyPr anchorCtr="0" anchor="ctr" bIns="91425" lIns="0" spcFirstLastPara="1" rIns="91425" wrap="square" tIns="91425">
            <a:noAutofit/>
          </a:bodyPr>
          <a:lstStyle>
            <a:lvl1pPr lvl="0" algn="l">
              <a:lnSpc>
                <a:spcPct val="100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3531" name="Google Shape;3531;p305"/>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532" name="Google Shape;3532;p305"/>
          <p:cNvSpPr txBox="1"/>
          <p:nvPr>
            <p:ph idx="9"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533" name="Google Shape;3533;p305"/>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p:cSld name="TITLE_2_2_1_2_2">
    <p:bg>
      <p:bgPr>
        <a:solidFill>
          <a:schemeClr val="dk2"/>
        </a:solidFill>
      </p:bgPr>
    </p:bg>
    <p:spTree>
      <p:nvGrpSpPr>
        <p:cNvPr id="3534" name="Shape 3534"/>
        <p:cNvGrpSpPr/>
        <p:nvPr/>
      </p:nvGrpSpPr>
      <p:grpSpPr>
        <a:xfrm>
          <a:off x="0" y="0"/>
          <a:ext cx="0" cy="0"/>
          <a:chOff x="0" y="0"/>
          <a:chExt cx="0" cy="0"/>
        </a:xfrm>
      </p:grpSpPr>
      <p:sp>
        <p:nvSpPr>
          <p:cNvPr id="3535" name="Google Shape;3535;p306"/>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36" name="Google Shape;3536;p306"/>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537" name="Google Shape;3537;p306"/>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538" name="Google Shape;3538;p306"/>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539" name="Google Shape;3539;p306"/>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3540" name="Google Shape;3540;p306"/>
          <p:cNvSpPr txBox="1"/>
          <p:nvPr>
            <p:ph idx="2"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1">
  <p:cSld name="TITLE_2_1_1_1_1_3_2">
    <p:bg>
      <p:bgPr>
        <a:solidFill>
          <a:schemeClr val="accent1"/>
        </a:solidFill>
      </p:bgPr>
    </p:bg>
    <p:spTree>
      <p:nvGrpSpPr>
        <p:cNvPr id="3541" name="Shape 3541"/>
        <p:cNvGrpSpPr/>
        <p:nvPr/>
      </p:nvGrpSpPr>
      <p:grpSpPr>
        <a:xfrm>
          <a:off x="0" y="0"/>
          <a:ext cx="0" cy="0"/>
          <a:chOff x="0" y="0"/>
          <a:chExt cx="0" cy="0"/>
        </a:xfrm>
      </p:grpSpPr>
      <p:sp>
        <p:nvSpPr>
          <p:cNvPr id="3542" name="Google Shape;3542;p307"/>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3" name="Google Shape;3543;p307"/>
          <p:cNvSpPr/>
          <p:nvPr/>
        </p:nvSpPr>
        <p:spPr>
          <a:xfrm>
            <a:off x="991956" y="121600"/>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3544" name="Google Shape;3544;p307"/>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545" name="Google Shape;3545;p307"/>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546" name="Google Shape;3546;p307"/>
          <p:cNvSpPr txBox="1"/>
          <p:nvPr>
            <p:ph idx="12" type="sldNum"/>
          </p:nvPr>
        </p:nvSpPr>
        <p:spPr>
          <a:xfrm>
            <a:off x="929256" y="93713"/>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3547" name="Google Shape;3547;p307"/>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548" name="Google Shape;3548;p307"/>
          <p:cNvSpPr txBox="1"/>
          <p:nvPr>
            <p:ph type="title"/>
          </p:nvPr>
        </p:nvSpPr>
        <p:spPr>
          <a:xfrm>
            <a:off x="314275" y="11258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3549" name="Google Shape;3549;p307"/>
          <p:cNvSpPr txBox="1"/>
          <p:nvPr>
            <p:ph idx="2" type="body"/>
          </p:nvPr>
        </p:nvSpPr>
        <p:spPr>
          <a:xfrm>
            <a:off x="314275" y="263657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550" name="Google Shape;3550;p307"/>
          <p:cNvSpPr txBox="1"/>
          <p:nvPr>
            <p:ph idx="3" type="subTitle"/>
          </p:nvPr>
        </p:nvSpPr>
        <p:spPr>
          <a:xfrm>
            <a:off x="314275" y="228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2">
  <p:cSld name="TITLE_2_2_1_2_3">
    <p:bg>
      <p:bgPr>
        <a:solidFill>
          <a:schemeClr val="dk2"/>
        </a:solidFill>
      </p:bgPr>
    </p:bg>
    <p:spTree>
      <p:nvGrpSpPr>
        <p:cNvPr id="3551" name="Shape 3551"/>
        <p:cNvGrpSpPr/>
        <p:nvPr/>
      </p:nvGrpSpPr>
      <p:grpSpPr>
        <a:xfrm>
          <a:off x="0" y="0"/>
          <a:ext cx="0" cy="0"/>
          <a:chOff x="0" y="0"/>
          <a:chExt cx="0" cy="0"/>
        </a:xfrm>
      </p:grpSpPr>
      <p:sp>
        <p:nvSpPr>
          <p:cNvPr id="3552" name="Google Shape;3552;p308"/>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3" name="Google Shape;3553;p308"/>
          <p:cNvSpPr/>
          <p:nvPr/>
        </p:nvSpPr>
        <p:spPr>
          <a:xfrm>
            <a:off x="991956" y="117789"/>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3554" name="Google Shape;3554;p308"/>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555" name="Google Shape;3555;p308"/>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556" name="Google Shape;3556;p308"/>
          <p:cNvSpPr txBox="1"/>
          <p:nvPr>
            <p:ph idx="12" type="sldNum"/>
          </p:nvPr>
        </p:nvSpPr>
        <p:spPr>
          <a:xfrm>
            <a:off x="929256" y="89901"/>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3557" name="Google Shape;3557;p308"/>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558" name="Google Shape;3558;p308"/>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3559" name="Google Shape;3559;p308"/>
          <p:cNvSpPr txBox="1"/>
          <p:nvPr>
            <p:ph idx="2"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1 2">
  <p:cSld name="TITLE_2_1_1_1_1_3_3">
    <p:bg>
      <p:bgPr>
        <a:solidFill>
          <a:schemeClr val="accent1"/>
        </a:solidFill>
      </p:bgPr>
    </p:bg>
    <p:spTree>
      <p:nvGrpSpPr>
        <p:cNvPr id="3560" name="Shape 3560"/>
        <p:cNvGrpSpPr/>
        <p:nvPr/>
      </p:nvGrpSpPr>
      <p:grpSpPr>
        <a:xfrm>
          <a:off x="0" y="0"/>
          <a:ext cx="0" cy="0"/>
          <a:chOff x="0" y="0"/>
          <a:chExt cx="0" cy="0"/>
        </a:xfrm>
      </p:grpSpPr>
      <p:sp>
        <p:nvSpPr>
          <p:cNvPr id="3561" name="Google Shape;3561;p309"/>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2" name="Google Shape;3562;p309"/>
          <p:cNvSpPr/>
          <p:nvPr/>
        </p:nvSpPr>
        <p:spPr>
          <a:xfrm>
            <a:off x="991956" y="121600"/>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563" name="Google Shape;3563;p309"/>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564" name="Google Shape;3564;p309"/>
          <p:cNvSpPr txBox="1"/>
          <p:nvPr>
            <p:ph idx="12" type="sldNum"/>
          </p:nvPr>
        </p:nvSpPr>
        <p:spPr>
          <a:xfrm>
            <a:off x="929256" y="93713"/>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3565" name="Google Shape;3565;p309"/>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566" name="Google Shape;3566;p309"/>
          <p:cNvSpPr txBox="1"/>
          <p:nvPr>
            <p:ph type="title"/>
          </p:nvPr>
        </p:nvSpPr>
        <p:spPr>
          <a:xfrm>
            <a:off x="314275" y="1125850"/>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3567" name="Google Shape;3567;p309"/>
          <p:cNvSpPr txBox="1"/>
          <p:nvPr>
            <p:ph idx="2" type="body"/>
          </p:nvPr>
        </p:nvSpPr>
        <p:spPr>
          <a:xfrm>
            <a:off x="314275" y="263657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
        <p:nvSpPr>
          <p:cNvPr id="3568" name="Google Shape;3568;p309"/>
          <p:cNvSpPr txBox="1"/>
          <p:nvPr>
            <p:ph idx="3" type="subTitle"/>
          </p:nvPr>
        </p:nvSpPr>
        <p:spPr>
          <a:xfrm>
            <a:off x="314275" y="22880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SzPts val="1200"/>
              <a:buFont typeface="Inter"/>
              <a:buNone/>
              <a:defRPr b="1" sz="1200">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pic>
        <p:nvPicPr>
          <p:cNvPr id="3569" name="Google Shape;3569;p309"/>
          <p:cNvPicPr preferRelativeResize="0"/>
          <p:nvPr/>
        </p:nvPicPr>
        <p:blipFill rotWithShape="1">
          <a:blip r:embed="rId2">
            <a:alphaModFix/>
          </a:blip>
          <a:srcRect b="0" l="0" r="0" t="0"/>
          <a:stretch/>
        </p:blipFill>
        <p:spPr>
          <a:xfrm>
            <a:off x="7802498" y="53350"/>
            <a:ext cx="1221354" cy="296100"/>
          </a:xfrm>
          <a:prstGeom prst="rect">
            <a:avLst/>
          </a:prstGeom>
          <a:noFill/>
          <a:ln>
            <a:noFill/>
          </a:ln>
        </p:spPr>
      </p:pic>
    </p:spTree>
  </p:cSld>
  <p:clrMapOvr>
    <a:masterClrMapping/>
  </p:clrMapOvr>
</p:sldLayout>
</file>

<file path=ppt/slideLayouts/slideLayout3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p:cSld name="TITLE_2_1_1_1">
    <p:bg>
      <p:bgPr>
        <a:solidFill>
          <a:schemeClr val="dk2"/>
        </a:solidFill>
      </p:bgPr>
    </p:bg>
    <p:spTree>
      <p:nvGrpSpPr>
        <p:cNvPr id="3570" name="Shape 3570"/>
        <p:cNvGrpSpPr/>
        <p:nvPr/>
      </p:nvGrpSpPr>
      <p:grpSpPr>
        <a:xfrm>
          <a:off x="0" y="0"/>
          <a:ext cx="0" cy="0"/>
          <a:chOff x="0" y="0"/>
          <a:chExt cx="0" cy="0"/>
        </a:xfrm>
      </p:grpSpPr>
      <p:sp>
        <p:nvSpPr>
          <p:cNvPr id="3571" name="Google Shape;3571;p310"/>
          <p:cNvSpPr/>
          <p:nvPr/>
        </p:nvSpPr>
        <p:spPr>
          <a:xfrm>
            <a:off x="120150" y="766200"/>
            <a:ext cx="89037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2" name="Google Shape;3572;p310"/>
          <p:cNvSpPr txBox="1"/>
          <p:nvPr>
            <p:ph type="title"/>
          </p:nvPr>
        </p:nvSpPr>
        <p:spPr>
          <a:xfrm>
            <a:off x="222100" y="1562275"/>
            <a:ext cx="5825100" cy="976800"/>
          </a:xfrm>
          <a:prstGeom prst="rect">
            <a:avLst/>
          </a:prstGeom>
          <a:noFill/>
          <a:ln>
            <a:noFill/>
          </a:ln>
        </p:spPr>
        <p:txBody>
          <a:bodyPr anchorCtr="0" anchor="t" bIns="91425" lIns="91425"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None/>
              <a:defRPr sz="3800">
                <a:solidFill>
                  <a:schemeClr val="dk2"/>
                </a:solidFill>
              </a:defRPr>
            </a:lvl2pPr>
            <a:lvl3pPr lvl="2" algn="l">
              <a:lnSpc>
                <a:spcPct val="70000"/>
              </a:lnSpc>
              <a:spcBef>
                <a:spcPts val="0"/>
              </a:spcBef>
              <a:spcAft>
                <a:spcPts val="0"/>
              </a:spcAft>
              <a:buClr>
                <a:schemeClr val="dk2"/>
              </a:buClr>
              <a:buSzPts val="3800"/>
              <a:buNone/>
              <a:defRPr sz="3800">
                <a:solidFill>
                  <a:schemeClr val="dk2"/>
                </a:solidFill>
              </a:defRPr>
            </a:lvl3pPr>
            <a:lvl4pPr lvl="3" algn="l">
              <a:lnSpc>
                <a:spcPct val="70000"/>
              </a:lnSpc>
              <a:spcBef>
                <a:spcPts val="0"/>
              </a:spcBef>
              <a:spcAft>
                <a:spcPts val="0"/>
              </a:spcAft>
              <a:buClr>
                <a:schemeClr val="dk2"/>
              </a:buClr>
              <a:buSzPts val="3800"/>
              <a:buNone/>
              <a:defRPr sz="3800">
                <a:solidFill>
                  <a:schemeClr val="dk2"/>
                </a:solidFill>
              </a:defRPr>
            </a:lvl4pPr>
            <a:lvl5pPr lvl="4" algn="l">
              <a:lnSpc>
                <a:spcPct val="70000"/>
              </a:lnSpc>
              <a:spcBef>
                <a:spcPts val="0"/>
              </a:spcBef>
              <a:spcAft>
                <a:spcPts val="0"/>
              </a:spcAft>
              <a:buClr>
                <a:schemeClr val="dk2"/>
              </a:buClr>
              <a:buSzPts val="3800"/>
              <a:buNone/>
              <a:defRPr sz="3800">
                <a:solidFill>
                  <a:schemeClr val="dk2"/>
                </a:solidFill>
              </a:defRPr>
            </a:lvl5pPr>
            <a:lvl6pPr lvl="5" algn="l">
              <a:lnSpc>
                <a:spcPct val="70000"/>
              </a:lnSpc>
              <a:spcBef>
                <a:spcPts val="0"/>
              </a:spcBef>
              <a:spcAft>
                <a:spcPts val="0"/>
              </a:spcAft>
              <a:buClr>
                <a:schemeClr val="dk2"/>
              </a:buClr>
              <a:buSzPts val="3800"/>
              <a:buNone/>
              <a:defRPr sz="3800">
                <a:solidFill>
                  <a:schemeClr val="dk2"/>
                </a:solidFill>
              </a:defRPr>
            </a:lvl6pPr>
            <a:lvl7pPr lvl="6" algn="l">
              <a:lnSpc>
                <a:spcPct val="70000"/>
              </a:lnSpc>
              <a:spcBef>
                <a:spcPts val="0"/>
              </a:spcBef>
              <a:spcAft>
                <a:spcPts val="0"/>
              </a:spcAft>
              <a:buClr>
                <a:schemeClr val="dk2"/>
              </a:buClr>
              <a:buSzPts val="3800"/>
              <a:buNone/>
              <a:defRPr sz="3800">
                <a:solidFill>
                  <a:schemeClr val="dk2"/>
                </a:solidFill>
              </a:defRPr>
            </a:lvl7pPr>
            <a:lvl8pPr lvl="7" algn="l">
              <a:lnSpc>
                <a:spcPct val="70000"/>
              </a:lnSpc>
              <a:spcBef>
                <a:spcPts val="0"/>
              </a:spcBef>
              <a:spcAft>
                <a:spcPts val="0"/>
              </a:spcAft>
              <a:buClr>
                <a:schemeClr val="dk2"/>
              </a:buClr>
              <a:buSzPts val="3800"/>
              <a:buNone/>
              <a:defRPr sz="3800">
                <a:solidFill>
                  <a:schemeClr val="dk2"/>
                </a:solidFill>
              </a:defRPr>
            </a:lvl8pPr>
            <a:lvl9pPr lvl="8" algn="l">
              <a:lnSpc>
                <a:spcPct val="70000"/>
              </a:lnSpc>
              <a:spcBef>
                <a:spcPts val="0"/>
              </a:spcBef>
              <a:spcAft>
                <a:spcPts val="0"/>
              </a:spcAft>
              <a:buClr>
                <a:schemeClr val="dk2"/>
              </a:buClr>
              <a:buSzPts val="3800"/>
              <a:buNone/>
              <a:defRPr sz="3800">
                <a:solidFill>
                  <a:schemeClr val="dk2"/>
                </a:solidFill>
              </a:defRPr>
            </a:lvl9pPr>
          </a:lstStyle>
          <a:p/>
        </p:txBody>
      </p:sp>
      <p:sp>
        <p:nvSpPr>
          <p:cNvPr id="3573" name="Google Shape;3573;p310"/>
          <p:cNvSpPr txBox="1"/>
          <p:nvPr>
            <p:ph idx="1" type="body"/>
          </p:nvPr>
        </p:nvSpPr>
        <p:spPr>
          <a:xfrm>
            <a:off x="3005900"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74" name="Google Shape;3574;p310"/>
          <p:cNvSpPr txBox="1"/>
          <p:nvPr>
            <p:ph idx="2" type="body"/>
          </p:nvPr>
        </p:nvSpPr>
        <p:spPr>
          <a:xfrm>
            <a:off x="5944050" y="2824188"/>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75" name="Google Shape;3575;p310"/>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576" name="Google Shape;3576;p310"/>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577" name="Google Shape;3577;p310"/>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lt1"/>
                </a:solidFill>
                <a:latin typeface="Inter"/>
                <a:ea typeface="Inter"/>
                <a:cs typeface="Inter"/>
                <a:sym typeface="Inter"/>
              </a:rPr>
              <a:t>‹#›</a:t>
            </a:fld>
            <a:endParaRPr b="1" i="0" sz="800" u="none" cap="none" strike="noStrike">
              <a:solidFill>
                <a:schemeClr val="lt1"/>
              </a:solidFill>
              <a:latin typeface="Inter"/>
              <a:ea typeface="Inter"/>
              <a:cs typeface="Inter"/>
              <a:sym typeface="Inter"/>
            </a:endParaRPr>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4">
  <p:cSld name="TITLE_2_2_1_4">
    <p:bg>
      <p:bgPr>
        <a:solidFill>
          <a:schemeClr val="dk2"/>
        </a:solidFill>
      </p:bgPr>
    </p:bg>
    <p:spTree>
      <p:nvGrpSpPr>
        <p:cNvPr id="3578" name="Shape 3578"/>
        <p:cNvGrpSpPr/>
        <p:nvPr/>
      </p:nvGrpSpPr>
      <p:grpSpPr>
        <a:xfrm>
          <a:off x="0" y="0"/>
          <a:ext cx="0" cy="0"/>
          <a:chOff x="0" y="0"/>
          <a:chExt cx="0" cy="0"/>
        </a:xfrm>
      </p:grpSpPr>
      <p:sp>
        <p:nvSpPr>
          <p:cNvPr id="3579" name="Google Shape;3579;p311"/>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80" name="Google Shape;3580;p311"/>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581" name="Google Shape;3581;p311"/>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582" name="Google Shape;3582;p311"/>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583" name="Google Shape;3583;p311"/>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3 1">
  <p:cSld name="Title slide 2 2 1 3">
    <p:bg>
      <p:bgPr>
        <a:solidFill>
          <a:schemeClr val="dk2"/>
        </a:solidFill>
      </p:bgPr>
    </p:bg>
    <p:spTree>
      <p:nvGrpSpPr>
        <p:cNvPr id="3584" name="Shape 3584"/>
        <p:cNvGrpSpPr/>
        <p:nvPr/>
      </p:nvGrpSpPr>
      <p:grpSpPr>
        <a:xfrm>
          <a:off x="0" y="0"/>
          <a:ext cx="0" cy="0"/>
          <a:chOff x="0" y="0"/>
          <a:chExt cx="0" cy="0"/>
        </a:xfrm>
      </p:grpSpPr>
      <p:sp>
        <p:nvSpPr>
          <p:cNvPr id="3585" name="Google Shape;3585;p312"/>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3586" name="Google Shape;3586;p312"/>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3587" name="Google Shape;3587;p312"/>
          <p:cNvSpPr txBox="1"/>
          <p:nvPr>
            <p:ph type="title"/>
          </p:nvPr>
        </p:nvSpPr>
        <p:spPr>
          <a:xfrm>
            <a:off x="345775" y="593950"/>
            <a:ext cx="8456400" cy="1089600"/>
          </a:xfrm>
          <a:prstGeom prst="rect">
            <a:avLst/>
          </a:prstGeom>
          <a:noFill/>
          <a:ln>
            <a:noFill/>
          </a:ln>
        </p:spPr>
        <p:txBody>
          <a:bodyPr anchorCtr="0" anchor="t" bIns="68575" lIns="0" spcFirstLastPara="1" rIns="68575" wrap="square" tIns="68575">
            <a:normAutofit/>
          </a:bodyPr>
          <a:lstStyle>
            <a:lvl1pPr lvl="0"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3588" name="Google Shape;3588;p312"/>
          <p:cNvSpPr txBox="1"/>
          <p:nvPr>
            <p:ph idx="1" type="body"/>
          </p:nvPr>
        </p:nvSpPr>
        <p:spPr>
          <a:xfrm>
            <a:off x="314275" y="1413950"/>
            <a:ext cx="8430600" cy="2915700"/>
          </a:xfrm>
          <a:prstGeom prst="rect">
            <a:avLst/>
          </a:prstGeom>
          <a:noFill/>
          <a:ln>
            <a:noFill/>
          </a:ln>
        </p:spPr>
        <p:txBody>
          <a:bodyPr anchorCtr="0" anchor="t" bIns="68575" lIns="0" spcFirstLastPara="1" rIns="68575" wrap="square" tIns="0">
            <a:normAutofit/>
          </a:bodyPr>
          <a:lstStyle>
            <a:lvl1pPr indent="-285750" lvl="0" marL="457200" algn="l">
              <a:lnSpc>
                <a:spcPct val="115000"/>
              </a:lnSpc>
              <a:spcBef>
                <a:spcPts val="0"/>
              </a:spcBef>
              <a:spcAft>
                <a:spcPts val="0"/>
              </a:spcAft>
              <a:buSzPts val="900"/>
              <a:buFont typeface="Inter"/>
              <a:buChar char="●"/>
              <a:defRPr sz="1200">
                <a:latin typeface="Inter"/>
                <a:ea typeface="Inter"/>
                <a:cs typeface="Inter"/>
                <a:sym typeface="Inter"/>
              </a:defRPr>
            </a:lvl1pPr>
            <a:lvl2pPr indent="-285750" lvl="1" marL="914400" algn="l">
              <a:lnSpc>
                <a:spcPct val="115000"/>
              </a:lnSpc>
              <a:spcBef>
                <a:spcPts val="0"/>
              </a:spcBef>
              <a:spcAft>
                <a:spcPts val="0"/>
              </a:spcAft>
              <a:buSzPts val="900"/>
              <a:buFont typeface="Inter"/>
              <a:buChar char="○"/>
              <a:defRPr sz="1200">
                <a:latin typeface="Inter"/>
                <a:ea typeface="Inter"/>
                <a:cs typeface="Inter"/>
                <a:sym typeface="Inter"/>
              </a:defRPr>
            </a:lvl2pPr>
            <a:lvl3pPr indent="-285750" lvl="2" marL="1371600" algn="l">
              <a:lnSpc>
                <a:spcPct val="115000"/>
              </a:lnSpc>
              <a:spcBef>
                <a:spcPts val="0"/>
              </a:spcBef>
              <a:spcAft>
                <a:spcPts val="0"/>
              </a:spcAft>
              <a:buSzPts val="900"/>
              <a:buFont typeface="Inter"/>
              <a:buChar char="■"/>
              <a:defRPr sz="1200">
                <a:latin typeface="Inter"/>
                <a:ea typeface="Inter"/>
                <a:cs typeface="Inter"/>
                <a:sym typeface="Inter"/>
              </a:defRPr>
            </a:lvl3pPr>
            <a:lvl4pPr indent="-285750" lvl="3" marL="1828800" algn="l">
              <a:lnSpc>
                <a:spcPct val="115000"/>
              </a:lnSpc>
              <a:spcBef>
                <a:spcPts val="0"/>
              </a:spcBef>
              <a:spcAft>
                <a:spcPts val="0"/>
              </a:spcAft>
              <a:buSzPts val="900"/>
              <a:buFont typeface="Inter"/>
              <a:buChar char="●"/>
              <a:defRPr sz="1200">
                <a:latin typeface="Inter"/>
                <a:ea typeface="Inter"/>
                <a:cs typeface="Inter"/>
                <a:sym typeface="Inter"/>
              </a:defRPr>
            </a:lvl4pPr>
            <a:lvl5pPr indent="-285750" lvl="4" marL="2286000" algn="l">
              <a:lnSpc>
                <a:spcPct val="115000"/>
              </a:lnSpc>
              <a:spcBef>
                <a:spcPts val="0"/>
              </a:spcBef>
              <a:spcAft>
                <a:spcPts val="0"/>
              </a:spcAft>
              <a:buSzPts val="900"/>
              <a:buFont typeface="Inter"/>
              <a:buChar char="○"/>
              <a:defRPr sz="1200">
                <a:latin typeface="Inter"/>
                <a:ea typeface="Inter"/>
                <a:cs typeface="Inter"/>
                <a:sym typeface="Inter"/>
              </a:defRPr>
            </a:lvl5pPr>
            <a:lvl6pPr indent="-285750" lvl="5" marL="2743200" algn="l">
              <a:lnSpc>
                <a:spcPct val="115000"/>
              </a:lnSpc>
              <a:spcBef>
                <a:spcPts val="0"/>
              </a:spcBef>
              <a:spcAft>
                <a:spcPts val="0"/>
              </a:spcAft>
              <a:buSzPts val="900"/>
              <a:buFont typeface="Inter"/>
              <a:buChar char="■"/>
              <a:defRPr sz="1200">
                <a:latin typeface="Inter"/>
                <a:ea typeface="Inter"/>
                <a:cs typeface="Inter"/>
                <a:sym typeface="Inter"/>
              </a:defRPr>
            </a:lvl6pPr>
            <a:lvl7pPr indent="-285750" lvl="6" marL="3200400" algn="l">
              <a:lnSpc>
                <a:spcPct val="115000"/>
              </a:lnSpc>
              <a:spcBef>
                <a:spcPts val="0"/>
              </a:spcBef>
              <a:spcAft>
                <a:spcPts val="0"/>
              </a:spcAft>
              <a:buSzPts val="900"/>
              <a:buFont typeface="Inter"/>
              <a:buChar char="●"/>
              <a:defRPr sz="1200">
                <a:latin typeface="Inter"/>
                <a:ea typeface="Inter"/>
                <a:cs typeface="Inter"/>
                <a:sym typeface="Inter"/>
              </a:defRPr>
            </a:lvl7pPr>
            <a:lvl8pPr indent="-285750" lvl="7" marL="3657600" algn="l">
              <a:lnSpc>
                <a:spcPct val="115000"/>
              </a:lnSpc>
              <a:spcBef>
                <a:spcPts val="0"/>
              </a:spcBef>
              <a:spcAft>
                <a:spcPts val="0"/>
              </a:spcAft>
              <a:buSzPts val="900"/>
              <a:buFont typeface="Inter"/>
              <a:buChar char="○"/>
              <a:defRPr sz="1200">
                <a:latin typeface="Inter"/>
                <a:ea typeface="Inter"/>
                <a:cs typeface="Inter"/>
                <a:sym typeface="Inter"/>
              </a:defRPr>
            </a:lvl8pPr>
            <a:lvl9pPr indent="-285750" lvl="8" marL="4114800" algn="l">
              <a:lnSpc>
                <a:spcPct val="115000"/>
              </a:lnSpc>
              <a:spcBef>
                <a:spcPts val="0"/>
              </a:spcBef>
              <a:spcAft>
                <a:spcPts val="0"/>
              </a:spcAft>
              <a:buSzPts val="900"/>
              <a:buFont typeface="Inter"/>
              <a:buChar char="■"/>
              <a:defRPr sz="1200">
                <a:latin typeface="Inter"/>
                <a:ea typeface="Inter"/>
                <a:cs typeface="Inter"/>
                <a:sym typeface="Inter"/>
              </a:defRPr>
            </a:lvl9pPr>
          </a:lstStyle>
          <a:p/>
        </p:txBody>
      </p:sp>
      <p:sp>
        <p:nvSpPr>
          <p:cNvPr id="3589" name="Google Shape;3589;p312"/>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3590" name="Google Shape;3590;p312"/>
          <p:cNvSpPr txBox="1"/>
          <p:nvPr>
            <p:ph idx="2" type="title"/>
          </p:nvPr>
        </p:nvSpPr>
        <p:spPr>
          <a:xfrm>
            <a:off x="345775" y="1032100"/>
            <a:ext cx="8456400" cy="1089600"/>
          </a:xfrm>
          <a:prstGeom prst="rect">
            <a:avLst/>
          </a:prstGeom>
          <a:noFill/>
          <a:ln>
            <a:noFill/>
          </a:ln>
        </p:spPr>
        <p:txBody>
          <a:bodyPr anchorCtr="0" anchor="t" bIns="68575" lIns="0" spcFirstLastPara="1" rIns="68575" wrap="square" tIns="68575">
            <a:normAutofit/>
          </a:bodyPr>
          <a:lstStyle>
            <a:lvl1pPr lvl="0"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29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3591" name="Google Shape;3591;p312"/>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592" name="Google Shape;3592;p312"/>
          <p:cNvPicPr preferRelativeResize="0"/>
          <p:nvPr/>
        </p:nvPicPr>
        <p:blipFill rotWithShape="1">
          <a:blip r:embed="rId2">
            <a:alphaModFix/>
          </a:blip>
          <a:srcRect b="0" l="0" r="0" t="0"/>
          <a:stretch/>
        </p:blipFill>
        <p:spPr>
          <a:xfrm>
            <a:off x="7973351" y="229964"/>
            <a:ext cx="958101" cy="170225"/>
          </a:xfrm>
          <a:prstGeom prst="rect">
            <a:avLst/>
          </a:prstGeom>
          <a:noFill/>
          <a:ln>
            <a:noFill/>
          </a:ln>
        </p:spPr>
      </p:pic>
      <p:sp>
        <p:nvSpPr>
          <p:cNvPr id="3593" name="Google Shape;3593;p312"/>
          <p:cNvSpPr txBox="1"/>
          <p:nvPr>
            <p:ph idx="12" type="sldNum"/>
          </p:nvPr>
        </p:nvSpPr>
        <p:spPr>
          <a:xfrm>
            <a:off x="8632389" y="4836899"/>
            <a:ext cx="393000" cy="2154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6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1 2 3">
  <p:cSld name="TITLE_2_2_1_2_4">
    <p:bg>
      <p:bgPr>
        <a:solidFill>
          <a:schemeClr val="dk2"/>
        </a:solidFill>
      </p:bgPr>
    </p:bg>
    <p:spTree>
      <p:nvGrpSpPr>
        <p:cNvPr id="3594" name="Shape 3594"/>
        <p:cNvGrpSpPr/>
        <p:nvPr/>
      </p:nvGrpSpPr>
      <p:grpSpPr>
        <a:xfrm>
          <a:off x="0" y="0"/>
          <a:ext cx="0" cy="0"/>
          <a:chOff x="0" y="0"/>
          <a:chExt cx="0" cy="0"/>
        </a:xfrm>
      </p:grpSpPr>
      <p:sp>
        <p:nvSpPr>
          <p:cNvPr id="3595" name="Google Shape;3595;p313"/>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6" name="Google Shape;3596;p313"/>
          <p:cNvSpPr/>
          <p:nvPr/>
        </p:nvSpPr>
        <p:spPr>
          <a:xfrm>
            <a:off x="991956" y="117789"/>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3597" name="Google Shape;3597;p313"/>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598" name="Google Shape;3598;p313"/>
          <p:cNvSpPr txBox="1"/>
          <p:nvPr>
            <p:ph idx="1" type="subTitle"/>
          </p:nvPr>
        </p:nvSpPr>
        <p:spPr>
          <a:xfrm>
            <a:off x="-9144" y="54864"/>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599" name="Google Shape;3599;p313"/>
          <p:cNvSpPr txBox="1"/>
          <p:nvPr>
            <p:ph idx="12" type="sldNum"/>
          </p:nvPr>
        </p:nvSpPr>
        <p:spPr>
          <a:xfrm>
            <a:off x="929256" y="89901"/>
            <a:ext cx="285000" cy="2154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3600" name="Google Shape;3600;p313"/>
          <p:cNvSpPr/>
          <p:nvPr/>
        </p:nvSpPr>
        <p:spPr>
          <a:xfrm>
            <a:off x="123606" y="117789"/>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601" name="Google Shape;3601;p313"/>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3602" name="Google Shape;3602;p313"/>
          <p:cNvSpPr txBox="1"/>
          <p:nvPr>
            <p:ph idx="2" type="body"/>
          </p:nvPr>
        </p:nvSpPr>
        <p:spPr>
          <a:xfrm>
            <a:off x="314275" y="1413950"/>
            <a:ext cx="8430600" cy="29157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15000"/>
              </a:lnSpc>
              <a:spcBef>
                <a:spcPts val="0"/>
              </a:spcBef>
              <a:spcAft>
                <a:spcPts val="0"/>
              </a:spcAft>
              <a:buSzPts val="1200"/>
              <a:buFont typeface="Inter"/>
              <a:buChar char="○"/>
              <a:defRPr sz="1200">
                <a:latin typeface="Inter"/>
                <a:ea typeface="Inter"/>
                <a:cs typeface="Inter"/>
                <a:sym typeface="Inter"/>
              </a:defRPr>
            </a:lvl2pPr>
            <a:lvl3pPr indent="-304800" lvl="2" marL="1371600" algn="l">
              <a:lnSpc>
                <a:spcPct val="115000"/>
              </a:lnSpc>
              <a:spcBef>
                <a:spcPts val="0"/>
              </a:spcBef>
              <a:spcAft>
                <a:spcPts val="0"/>
              </a:spcAft>
              <a:buSzPts val="1200"/>
              <a:buFont typeface="Inter"/>
              <a:buChar char="■"/>
              <a:defRPr sz="1200">
                <a:latin typeface="Inter"/>
                <a:ea typeface="Inter"/>
                <a:cs typeface="Inter"/>
                <a:sym typeface="Inter"/>
              </a:defRPr>
            </a:lvl3pPr>
            <a:lvl4pPr indent="-304800" lvl="3" marL="1828800" algn="l">
              <a:lnSpc>
                <a:spcPct val="115000"/>
              </a:lnSpc>
              <a:spcBef>
                <a:spcPts val="0"/>
              </a:spcBef>
              <a:spcAft>
                <a:spcPts val="0"/>
              </a:spcAft>
              <a:buSzPts val="1200"/>
              <a:buFont typeface="Inter"/>
              <a:buChar char="●"/>
              <a:defRPr sz="1200">
                <a:latin typeface="Inter"/>
                <a:ea typeface="Inter"/>
                <a:cs typeface="Inter"/>
                <a:sym typeface="Inter"/>
              </a:defRPr>
            </a:lvl4pPr>
            <a:lvl5pPr indent="-304800" lvl="4" marL="2286000" algn="l">
              <a:lnSpc>
                <a:spcPct val="115000"/>
              </a:lnSpc>
              <a:spcBef>
                <a:spcPts val="0"/>
              </a:spcBef>
              <a:spcAft>
                <a:spcPts val="0"/>
              </a:spcAft>
              <a:buSzPts val="1200"/>
              <a:buFont typeface="Inter"/>
              <a:buChar char="○"/>
              <a:defRPr sz="1200">
                <a:latin typeface="Inter"/>
                <a:ea typeface="Inter"/>
                <a:cs typeface="Inter"/>
                <a:sym typeface="Inter"/>
              </a:defRPr>
            </a:lvl5pPr>
            <a:lvl6pPr indent="-304800" lvl="5" marL="2743200" algn="l">
              <a:lnSpc>
                <a:spcPct val="115000"/>
              </a:lnSpc>
              <a:spcBef>
                <a:spcPts val="0"/>
              </a:spcBef>
              <a:spcAft>
                <a:spcPts val="0"/>
              </a:spcAft>
              <a:buSzPts val="1200"/>
              <a:buFont typeface="Inter"/>
              <a:buChar char="■"/>
              <a:defRPr sz="1200">
                <a:latin typeface="Inter"/>
                <a:ea typeface="Inter"/>
                <a:cs typeface="Inter"/>
                <a:sym typeface="Inter"/>
              </a:defRPr>
            </a:lvl6pPr>
            <a:lvl7pPr indent="-304800" lvl="6" marL="3200400" algn="l">
              <a:lnSpc>
                <a:spcPct val="115000"/>
              </a:lnSpc>
              <a:spcBef>
                <a:spcPts val="0"/>
              </a:spcBef>
              <a:spcAft>
                <a:spcPts val="0"/>
              </a:spcAft>
              <a:buSzPts val="1200"/>
              <a:buFont typeface="Inter"/>
              <a:buChar char="●"/>
              <a:defRPr sz="1200">
                <a:latin typeface="Inter"/>
                <a:ea typeface="Inter"/>
                <a:cs typeface="Inter"/>
                <a:sym typeface="Inter"/>
              </a:defRPr>
            </a:lvl7pPr>
            <a:lvl8pPr indent="-304800" lvl="7" marL="3657600" algn="l">
              <a:lnSpc>
                <a:spcPct val="115000"/>
              </a:lnSpc>
              <a:spcBef>
                <a:spcPts val="0"/>
              </a:spcBef>
              <a:spcAft>
                <a:spcPts val="0"/>
              </a:spcAft>
              <a:buSzPts val="1200"/>
              <a:buFont typeface="Inter"/>
              <a:buChar char="○"/>
              <a:defRPr sz="1200">
                <a:latin typeface="Inter"/>
                <a:ea typeface="Inter"/>
                <a:cs typeface="Inter"/>
                <a:sym typeface="Inter"/>
              </a:defRPr>
            </a:lvl8pPr>
            <a:lvl9pPr indent="-304800" lvl="8" marL="4114800" algn="l">
              <a:lnSpc>
                <a:spcPct val="115000"/>
              </a:lnSpc>
              <a:spcBef>
                <a:spcPts val="0"/>
              </a:spcBef>
              <a:spcAft>
                <a:spcPts val="0"/>
              </a:spcAft>
              <a:buSzPts val="1200"/>
              <a:buFont typeface="Inter"/>
              <a:buChar char="■"/>
              <a:defRPr sz="1200">
                <a:latin typeface="Inter"/>
                <a:ea typeface="Inter"/>
                <a:cs typeface="Inter"/>
                <a:sym typeface="Inter"/>
              </a:defRPr>
            </a:lvl9pPr>
          </a:lstStyle>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1 1 1 1 1 1 1 1 1 1 2 1">
  <p:cSld name="Title slide 2 1 1 1 1 2 1 1 1 1 1 1 1 1 1 1 1 1 1 1 1 1 1 1 1 1 1 1 1 1 1 1 1 1 1 1 1 1 1">
    <p:bg>
      <p:bgPr>
        <a:solidFill>
          <a:schemeClr val="accent1"/>
        </a:solidFill>
      </p:bgPr>
    </p:bg>
    <p:spTree>
      <p:nvGrpSpPr>
        <p:cNvPr id="3603" name="Shape 3603"/>
        <p:cNvGrpSpPr/>
        <p:nvPr/>
      </p:nvGrpSpPr>
      <p:grpSpPr>
        <a:xfrm>
          <a:off x="0" y="0"/>
          <a:ext cx="0" cy="0"/>
          <a:chOff x="0" y="0"/>
          <a:chExt cx="0" cy="0"/>
        </a:xfrm>
      </p:grpSpPr>
      <p:sp>
        <p:nvSpPr>
          <p:cNvPr id="3604" name="Google Shape;3604;p314"/>
          <p:cNvSpPr/>
          <p:nvPr/>
        </p:nvSpPr>
        <p:spPr>
          <a:xfrm>
            <a:off x="120150" y="402300"/>
            <a:ext cx="8903700" cy="46317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05" name="Google Shape;3605;p314"/>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606" name="Google Shape;3606;p314"/>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607" name="Google Shape;3607;p314"/>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608" name="Google Shape;3608;p314"/>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2 1 1">
  <p:cSld name="Title slide 2 1 1 1 1 2 1 1 1 1 1 1 1 1 1 1 1 1 1 1 1 2 1">
    <p:bg>
      <p:bgPr>
        <a:solidFill>
          <a:schemeClr val="dk2"/>
        </a:solidFill>
      </p:bgPr>
    </p:bg>
    <p:spTree>
      <p:nvGrpSpPr>
        <p:cNvPr id="3609" name="Shape 3609"/>
        <p:cNvGrpSpPr/>
        <p:nvPr/>
      </p:nvGrpSpPr>
      <p:grpSpPr>
        <a:xfrm>
          <a:off x="0" y="0"/>
          <a:ext cx="0" cy="0"/>
          <a:chOff x="0" y="0"/>
          <a:chExt cx="0" cy="0"/>
        </a:xfrm>
      </p:grpSpPr>
      <p:sp>
        <p:nvSpPr>
          <p:cNvPr id="3610" name="Google Shape;3610;p315"/>
          <p:cNvSpPr txBox="1"/>
          <p:nvPr>
            <p:ph type="title"/>
          </p:nvPr>
        </p:nvSpPr>
        <p:spPr>
          <a:xfrm>
            <a:off x="405250" y="10817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800"/>
              <a:buFont typeface="Inter Tight Black"/>
              <a:buNone/>
              <a:defRPr sz="38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800"/>
              <a:buNone/>
              <a:defRPr sz="3800">
                <a:solidFill>
                  <a:schemeClr val="lt1"/>
                </a:solidFill>
              </a:defRPr>
            </a:lvl2pPr>
            <a:lvl3pPr lvl="2" algn="l">
              <a:lnSpc>
                <a:spcPct val="70000"/>
              </a:lnSpc>
              <a:spcBef>
                <a:spcPts val="0"/>
              </a:spcBef>
              <a:spcAft>
                <a:spcPts val="0"/>
              </a:spcAft>
              <a:buClr>
                <a:schemeClr val="lt1"/>
              </a:buClr>
              <a:buSzPts val="3800"/>
              <a:buNone/>
              <a:defRPr sz="3800">
                <a:solidFill>
                  <a:schemeClr val="lt1"/>
                </a:solidFill>
              </a:defRPr>
            </a:lvl3pPr>
            <a:lvl4pPr lvl="3" algn="l">
              <a:lnSpc>
                <a:spcPct val="70000"/>
              </a:lnSpc>
              <a:spcBef>
                <a:spcPts val="0"/>
              </a:spcBef>
              <a:spcAft>
                <a:spcPts val="0"/>
              </a:spcAft>
              <a:buClr>
                <a:schemeClr val="lt1"/>
              </a:buClr>
              <a:buSzPts val="3800"/>
              <a:buNone/>
              <a:defRPr sz="3800">
                <a:solidFill>
                  <a:schemeClr val="lt1"/>
                </a:solidFill>
              </a:defRPr>
            </a:lvl4pPr>
            <a:lvl5pPr lvl="4" algn="l">
              <a:lnSpc>
                <a:spcPct val="70000"/>
              </a:lnSpc>
              <a:spcBef>
                <a:spcPts val="0"/>
              </a:spcBef>
              <a:spcAft>
                <a:spcPts val="0"/>
              </a:spcAft>
              <a:buClr>
                <a:schemeClr val="lt1"/>
              </a:buClr>
              <a:buSzPts val="3800"/>
              <a:buNone/>
              <a:defRPr sz="3800">
                <a:solidFill>
                  <a:schemeClr val="lt1"/>
                </a:solidFill>
              </a:defRPr>
            </a:lvl5pPr>
            <a:lvl6pPr lvl="5" algn="l">
              <a:lnSpc>
                <a:spcPct val="70000"/>
              </a:lnSpc>
              <a:spcBef>
                <a:spcPts val="0"/>
              </a:spcBef>
              <a:spcAft>
                <a:spcPts val="0"/>
              </a:spcAft>
              <a:buClr>
                <a:schemeClr val="lt1"/>
              </a:buClr>
              <a:buSzPts val="3800"/>
              <a:buNone/>
              <a:defRPr sz="3800">
                <a:solidFill>
                  <a:schemeClr val="lt1"/>
                </a:solidFill>
              </a:defRPr>
            </a:lvl6pPr>
            <a:lvl7pPr lvl="6" algn="l">
              <a:lnSpc>
                <a:spcPct val="70000"/>
              </a:lnSpc>
              <a:spcBef>
                <a:spcPts val="0"/>
              </a:spcBef>
              <a:spcAft>
                <a:spcPts val="0"/>
              </a:spcAft>
              <a:buClr>
                <a:schemeClr val="lt1"/>
              </a:buClr>
              <a:buSzPts val="3800"/>
              <a:buNone/>
              <a:defRPr sz="3800">
                <a:solidFill>
                  <a:schemeClr val="lt1"/>
                </a:solidFill>
              </a:defRPr>
            </a:lvl7pPr>
            <a:lvl8pPr lvl="7" algn="l">
              <a:lnSpc>
                <a:spcPct val="70000"/>
              </a:lnSpc>
              <a:spcBef>
                <a:spcPts val="0"/>
              </a:spcBef>
              <a:spcAft>
                <a:spcPts val="0"/>
              </a:spcAft>
              <a:buClr>
                <a:schemeClr val="lt1"/>
              </a:buClr>
              <a:buSzPts val="3800"/>
              <a:buNone/>
              <a:defRPr sz="3800">
                <a:solidFill>
                  <a:schemeClr val="lt1"/>
                </a:solidFill>
              </a:defRPr>
            </a:lvl8pPr>
            <a:lvl9pPr lvl="8" algn="l">
              <a:lnSpc>
                <a:spcPct val="70000"/>
              </a:lnSpc>
              <a:spcBef>
                <a:spcPts val="0"/>
              </a:spcBef>
              <a:spcAft>
                <a:spcPts val="0"/>
              </a:spcAft>
              <a:buClr>
                <a:schemeClr val="lt1"/>
              </a:buClr>
              <a:buSzPts val="3800"/>
              <a:buNone/>
              <a:defRPr sz="3800">
                <a:solidFill>
                  <a:schemeClr val="lt1"/>
                </a:solidFill>
              </a:defRPr>
            </a:lvl9pPr>
          </a:lstStyle>
          <a:p/>
        </p:txBody>
      </p:sp>
      <p:sp>
        <p:nvSpPr>
          <p:cNvPr id="3611" name="Google Shape;3611;p315"/>
          <p:cNvSpPr txBox="1"/>
          <p:nvPr>
            <p:ph idx="1" type="body"/>
          </p:nvPr>
        </p:nvSpPr>
        <p:spPr>
          <a:xfrm>
            <a:off x="405250" y="2677275"/>
            <a:ext cx="32547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3612" name="Google Shape;3612;p315"/>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3" name="Google Shape;3613;p315"/>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4" name="Google Shape;3614;p315"/>
          <p:cNvSpPr txBox="1"/>
          <p:nvPr>
            <p:ph idx="2" type="subTitle"/>
          </p:nvPr>
        </p:nvSpPr>
        <p:spPr>
          <a:xfrm>
            <a:off x="405250" y="231242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615" name="Google Shape;3615;p315"/>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616" name="Google Shape;3616;p315"/>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617" name="Google Shape;3617;p315"/>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1 1 4 1 1">
  <p:cSld name="Title slide 2 1 1 1 1 2 1 1 1 1 1 1 1 1 1 1 1 1 1 1 1 1 1 1 1 1 1 1 1 4 1">
    <p:bg>
      <p:bgPr>
        <a:solidFill>
          <a:schemeClr val="dk2"/>
        </a:solidFill>
      </p:bgPr>
    </p:bg>
    <p:spTree>
      <p:nvGrpSpPr>
        <p:cNvPr id="3618" name="Shape 3618"/>
        <p:cNvGrpSpPr/>
        <p:nvPr/>
      </p:nvGrpSpPr>
      <p:grpSpPr>
        <a:xfrm>
          <a:off x="0" y="0"/>
          <a:ext cx="0" cy="0"/>
          <a:chOff x="0" y="0"/>
          <a:chExt cx="0" cy="0"/>
        </a:xfrm>
      </p:grpSpPr>
      <p:sp>
        <p:nvSpPr>
          <p:cNvPr id="3619" name="Google Shape;3619;p316"/>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0" name="Google Shape;3620;p316"/>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1" name="Google Shape;3621;p316"/>
          <p:cNvSpPr/>
          <p:nvPr/>
        </p:nvSpPr>
        <p:spPr>
          <a:xfrm>
            <a:off x="212575"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2" name="Google Shape;3622;p316"/>
          <p:cNvSpPr/>
          <p:nvPr/>
        </p:nvSpPr>
        <p:spPr>
          <a:xfrm>
            <a:off x="4648350" y="766200"/>
            <a:ext cx="4283100" cy="3933600"/>
          </a:xfrm>
          <a:prstGeom prst="roundRect">
            <a:avLst>
              <a:gd fmla="val 4218"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3" name="Google Shape;3623;p316"/>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624" name="Google Shape;3624;p316"/>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625" name="Google Shape;3625;p316"/>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
        <p:nvSpPr>
          <p:cNvPr id="3626" name="Google Shape;3626;p316"/>
          <p:cNvSpPr txBox="1"/>
          <p:nvPr>
            <p:ph type="title"/>
          </p:nvPr>
        </p:nvSpPr>
        <p:spPr>
          <a:xfrm>
            <a:off x="290263" y="712650"/>
            <a:ext cx="41019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None/>
              <a:defRPr sz="3800">
                <a:solidFill>
                  <a:schemeClr val="accent1"/>
                </a:solidFill>
              </a:defRPr>
            </a:lvl2pPr>
            <a:lvl3pPr lvl="2" algn="l">
              <a:lnSpc>
                <a:spcPct val="70000"/>
              </a:lnSpc>
              <a:spcBef>
                <a:spcPts val="0"/>
              </a:spcBef>
              <a:spcAft>
                <a:spcPts val="0"/>
              </a:spcAft>
              <a:buClr>
                <a:schemeClr val="accent1"/>
              </a:buClr>
              <a:buSzPts val="3800"/>
              <a:buNone/>
              <a:defRPr sz="3800">
                <a:solidFill>
                  <a:schemeClr val="accent1"/>
                </a:solidFill>
              </a:defRPr>
            </a:lvl3pPr>
            <a:lvl4pPr lvl="3" algn="l">
              <a:lnSpc>
                <a:spcPct val="70000"/>
              </a:lnSpc>
              <a:spcBef>
                <a:spcPts val="0"/>
              </a:spcBef>
              <a:spcAft>
                <a:spcPts val="0"/>
              </a:spcAft>
              <a:buClr>
                <a:schemeClr val="accent1"/>
              </a:buClr>
              <a:buSzPts val="3800"/>
              <a:buNone/>
              <a:defRPr sz="3800">
                <a:solidFill>
                  <a:schemeClr val="accent1"/>
                </a:solidFill>
              </a:defRPr>
            </a:lvl4pPr>
            <a:lvl5pPr lvl="4" algn="l">
              <a:lnSpc>
                <a:spcPct val="70000"/>
              </a:lnSpc>
              <a:spcBef>
                <a:spcPts val="0"/>
              </a:spcBef>
              <a:spcAft>
                <a:spcPts val="0"/>
              </a:spcAft>
              <a:buClr>
                <a:schemeClr val="accent1"/>
              </a:buClr>
              <a:buSzPts val="3800"/>
              <a:buNone/>
              <a:defRPr sz="3800">
                <a:solidFill>
                  <a:schemeClr val="accent1"/>
                </a:solidFill>
              </a:defRPr>
            </a:lvl5pPr>
            <a:lvl6pPr lvl="5" algn="l">
              <a:lnSpc>
                <a:spcPct val="70000"/>
              </a:lnSpc>
              <a:spcBef>
                <a:spcPts val="0"/>
              </a:spcBef>
              <a:spcAft>
                <a:spcPts val="0"/>
              </a:spcAft>
              <a:buClr>
                <a:schemeClr val="accent1"/>
              </a:buClr>
              <a:buSzPts val="3800"/>
              <a:buNone/>
              <a:defRPr sz="3800">
                <a:solidFill>
                  <a:schemeClr val="accent1"/>
                </a:solidFill>
              </a:defRPr>
            </a:lvl6pPr>
            <a:lvl7pPr lvl="6" algn="l">
              <a:lnSpc>
                <a:spcPct val="70000"/>
              </a:lnSpc>
              <a:spcBef>
                <a:spcPts val="0"/>
              </a:spcBef>
              <a:spcAft>
                <a:spcPts val="0"/>
              </a:spcAft>
              <a:buClr>
                <a:schemeClr val="accent1"/>
              </a:buClr>
              <a:buSzPts val="3800"/>
              <a:buNone/>
              <a:defRPr sz="3800">
                <a:solidFill>
                  <a:schemeClr val="accent1"/>
                </a:solidFill>
              </a:defRPr>
            </a:lvl7pPr>
            <a:lvl8pPr lvl="7" algn="l">
              <a:lnSpc>
                <a:spcPct val="70000"/>
              </a:lnSpc>
              <a:spcBef>
                <a:spcPts val="0"/>
              </a:spcBef>
              <a:spcAft>
                <a:spcPts val="0"/>
              </a:spcAft>
              <a:buClr>
                <a:schemeClr val="accent1"/>
              </a:buClr>
              <a:buSzPts val="3800"/>
              <a:buNone/>
              <a:defRPr sz="3800">
                <a:solidFill>
                  <a:schemeClr val="accent1"/>
                </a:solidFill>
              </a:defRPr>
            </a:lvl8pPr>
            <a:lvl9pPr lvl="8" algn="l">
              <a:lnSpc>
                <a:spcPct val="70000"/>
              </a:lnSpc>
              <a:spcBef>
                <a:spcPts val="0"/>
              </a:spcBef>
              <a:spcAft>
                <a:spcPts val="0"/>
              </a:spcAft>
              <a:buClr>
                <a:schemeClr val="accent1"/>
              </a:buClr>
              <a:buSzPts val="3800"/>
              <a:buNone/>
              <a:defRPr sz="3800">
                <a:solidFill>
                  <a:schemeClr val="accent1"/>
                </a:solidFill>
              </a:defRPr>
            </a:lvl9pPr>
          </a:lstStyle>
          <a:p/>
        </p:txBody>
      </p:sp>
      <p:sp>
        <p:nvSpPr>
          <p:cNvPr id="3627" name="Google Shape;3627;p316"/>
          <p:cNvSpPr txBox="1"/>
          <p:nvPr>
            <p:ph idx="1" type="body"/>
          </p:nvPr>
        </p:nvSpPr>
        <p:spPr>
          <a:xfrm>
            <a:off x="5436863" y="8067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628" name="Google Shape;3628;p316"/>
          <p:cNvSpPr txBox="1"/>
          <p:nvPr>
            <p:ph idx="2" type="body"/>
          </p:nvPr>
        </p:nvSpPr>
        <p:spPr>
          <a:xfrm>
            <a:off x="5436863" y="16894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629" name="Google Shape;3629;p316"/>
          <p:cNvSpPr txBox="1"/>
          <p:nvPr>
            <p:ph idx="3" type="body"/>
          </p:nvPr>
        </p:nvSpPr>
        <p:spPr>
          <a:xfrm>
            <a:off x="5436863" y="257215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630" name="Google Shape;3630;p316"/>
          <p:cNvSpPr txBox="1"/>
          <p:nvPr>
            <p:ph idx="4" type="body"/>
          </p:nvPr>
        </p:nvSpPr>
        <p:spPr>
          <a:xfrm>
            <a:off x="5436863" y="3380625"/>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631" name="Google Shape;3631;p316"/>
          <p:cNvSpPr txBox="1"/>
          <p:nvPr>
            <p:ph idx="5" type="body"/>
          </p:nvPr>
        </p:nvSpPr>
        <p:spPr>
          <a:xfrm>
            <a:off x="5436863" y="4189100"/>
            <a:ext cx="3186300" cy="675000"/>
          </a:xfrm>
          <a:prstGeom prst="rect">
            <a:avLst/>
          </a:prstGeom>
          <a:noFill/>
          <a:ln>
            <a:noFill/>
          </a:ln>
        </p:spPr>
        <p:txBody>
          <a:bodyPr anchorCtr="0" anchor="t" bIns="91425" lIns="0" spcFirstLastPara="1" rIns="91425" wrap="square" tIns="0">
            <a:normAutofit/>
          </a:bodyPr>
          <a:lstStyle>
            <a:lvl1pPr indent="-304800" lvl="0" marL="457200" algn="l">
              <a:lnSpc>
                <a:spcPct val="100000"/>
              </a:lnSpc>
              <a:spcBef>
                <a:spcPts val="0"/>
              </a:spcBef>
              <a:spcAft>
                <a:spcPts val="0"/>
              </a:spcAft>
              <a:buSzPts val="1200"/>
              <a:buFont typeface="Inter"/>
              <a:buChar char="●"/>
              <a:defRPr sz="1200">
                <a:latin typeface="Inter"/>
                <a:ea typeface="Inter"/>
                <a:cs typeface="Inter"/>
                <a:sym typeface="Inte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632" name="Google Shape;3632;p316"/>
          <p:cNvSpPr txBox="1"/>
          <p:nvPr/>
        </p:nvSpPr>
        <p:spPr>
          <a:xfrm>
            <a:off x="4772263" y="10205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1</a:t>
            </a:r>
            <a:endParaRPr b="0" i="0" sz="4900" u="none" cap="none" strike="noStrike">
              <a:solidFill>
                <a:schemeClr val="accent1"/>
              </a:solidFill>
              <a:latin typeface="Inter Black"/>
              <a:ea typeface="Inter Black"/>
              <a:cs typeface="Inter Black"/>
              <a:sym typeface="Inter Black"/>
            </a:endParaRPr>
          </a:p>
        </p:txBody>
      </p:sp>
      <p:sp>
        <p:nvSpPr>
          <p:cNvPr id="3633" name="Google Shape;3633;p316"/>
          <p:cNvSpPr txBox="1"/>
          <p:nvPr/>
        </p:nvSpPr>
        <p:spPr>
          <a:xfrm>
            <a:off x="4772263" y="18302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2</a:t>
            </a:r>
            <a:endParaRPr b="0" i="0" sz="4900" u="none" cap="none" strike="noStrike">
              <a:solidFill>
                <a:schemeClr val="accent1"/>
              </a:solidFill>
              <a:latin typeface="Inter Black"/>
              <a:ea typeface="Inter Black"/>
              <a:cs typeface="Inter Black"/>
              <a:sym typeface="Inter Black"/>
            </a:endParaRPr>
          </a:p>
        </p:txBody>
      </p:sp>
      <p:sp>
        <p:nvSpPr>
          <p:cNvPr id="3634" name="Google Shape;3634;p316"/>
          <p:cNvSpPr txBox="1"/>
          <p:nvPr/>
        </p:nvSpPr>
        <p:spPr>
          <a:xfrm>
            <a:off x="4772263" y="26399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3</a:t>
            </a:r>
            <a:endParaRPr b="0" i="0" sz="4900" u="none" cap="none" strike="noStrike">
              <a:solidFill>
                <a:schemeClr val="accent1"/>
              </a:solidFill>
              <a:latin typeface="Inter Black"/>
              <a:ea typeface="Inter Black"/>
              <a:cs typeface="Inter Black"/>
              <a:sym typeface="Inter Black"/>
            </a:endParaRPr>
          </a:p>
        </p:txBody>
      </p:sp>
      <p:sp>
        <p:nvSpPr>
          <p:cNvPr id="3635" name="Google Shape;3635;p316"/>
          <p:cNvSpPr txBox="1"/>
          <p:nvPr/>
        </p:nvSpPr>
        <p:spPr>
          <a:xfrm>
            <a:off x="4772263" y="3449675"/>
            <a:ext cx="561600" cy="809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900"/>
              <a:buFont typeface="Arial"/>
              <a:buNone/>
            </a:pPr>
            <a:r>
              <a:rPr b="0" i="0" lang="en-US" sz="4900" u="none" cap="none" strike="noStrike">
                <a:solidFill>
                  <a:schemeClr val="accent1"/>
                </a:solidFill>
                <a:latin typeface="Inter Black"/>
                <a:ea typeface="Inter Black"/>
                <a:cs typeface="Inter Black"/>
                <a:sym typeface="Inter Black"/>
              </a:rPr>
              <a:t>4</a:t>
            </a:r>
            <a:endParaRPr b="0" i="0" sz="4900" u="none" cap="none" strike="noStrike">
              <a:solidFill>
                <a:schemeClr val="accent1"/>
              </a:solidFill>
              <a:latin typeface="Inter Black"/>
              <a:ea typeface="Inter Black"/>
              <a:cs typeface="Inter Black"/>
              <a:sym typeface="Inter Black"/>
            </a:endParaRPr>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2 2 1 1 2">
  <p:cSld name="Title slide 2 2 2 1 1">
    <p:bg>
      <p:bgPr>
        <a:solidFill>
          <a:schemeClr val="dk2"/>
        </a:solidFill>
      </p:bgPr>
    </p:bg>
    <p:spTree>
      <p:nvGrpSpPr>
        <p:cNvPr id="3636" name="Shape 3636"/>
        <p:cNvGrpSpPr/>
        <p:nvPr/>
      </p:nvGrpSpPr>
      <p:grpSpPr>
        <a:xfrm>
          <a:off x="0" y="0"/>
          <a:ext cx="0" cy="0"/>
          <a:chOff x="0" y="0"/>
          <a:chExt cx="0" cy="0"/>
        </a:xfrm>
      </p:grpSpPr>
      <p:sp>
        <p:nvSpPr>
          <p:cNvPr id="3637" name="Google Shape;3637;p317"/>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3800"/>
              <a:buFont typeface="Inter Tight Black"/>
              <a:buNone/>
              <a:defRPr sz="3800">
                <a:solidFill>
                  <a:schemeClr val="dk2"/>
                </a:solidFill>
                <a:latin typeface="Inter Tight Black"/>
                <a:ea typeface="Inter Tight Black"/>
                <a:cs typeface="Inter Tight Black"/>
                <a:sym typeface="Inter Tight Black"/>
              </a:defRPr>
            </a:lvl9pPr>
          </a:lstStyle>
          <a:p/>
        </p:txBody>
      </p:sp>
      <p:sp>
        <p:nvSpPr>
          <p:cNvPr id="3638" name="Google Shape;3638;p317"/>
          <p:cNvSpPr txBox="1"/>
          <p:nvPr>
            <p:ph idx="1" type="body"/>
          </p:nvPr>
        </p:nvSpPr>
        <p:spPr>
          <a:xfrm>
            <a:off x="1823850" y="164637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3639" name="Google Shape;3639;p317"/>
          <p:cNvSpPr txBox="1"/>
          <p:nvPr>
            <p:ph idx="2" type="body"/>
          </p:nvPr>
        </p:nvSpPr>
        <p:spPr>
          <a:xfrm>
            <a:off x="1823850" y="2559550"/>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3640" name="Google Shape;3640;p317"/>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1" name="Google Shape;3641;p317"/>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2" name="Google Shape;3642;p317"/>
          <p:cNvSpPr txBox="1"/>
          <p:nvPr>
            <p:ph idx="3" type="body"/>
          </p:nvPr>
        </p:nvSpPr>
        <p:spPr>
          <a:xfrm>
            <a:off x="1823850" y="3472725"/>
            <a:ext cx="6779700" cy="642900"/>
          </a:xfrm>
          <a:prstGeom prst="rect">
            <a:avLst/>
          </a:prstGeom>
          <a:noFill/>
          <a:ln>
            <a:noFill/>
          </a:ln>
        </p:spPr>
        <p:txBody>
          <a:bodyPr anchorCtr="0" anchor="t" bIns="91425" lIns="0" spcFirstLastPara="1" rIns="91425" wrap="square" tIns="0">
            <a:normAutofit/>
          </a:bodyPr>
          <a:lstStyle>
            <a:lvl1pPr indent="-330200" lvl="0" marL="457200" algn="l">
              <a:lnSpc>
                <a:spcPct val="100000"/>
              </a:lnSpc>
              <a:spcBef>
                <a:spcPts val="0"/>
              </a:spcBef>
              <a:spcAft>
                <a:spcPts val="0"/>
              </a:spcAft>
              <a:buSzPts val="1600"/>
              <a:buFont typeface="Inter"/>
              <a:buChar char="●"/>
              <a:defRPr sz="1600">
                <a:latin typeface="Inter"/>
                <a:ea typeface="Inter"/>
                <a:cs typeface="Inter"/>
                <a:sym typeface="Inter"/>
              </a:defRPr>
            </a:lvl1pPr>
            <a:lvl2pPr indent="-330200" lvl="1" marL="914400" algn="l">
              <a:lnSpc>
                <a:spcPct val="100000"/>
              </a:lnSpc>
              <a:spcBef>
                <a:spcPts val="0"/>
              </a:spcBef>
              <a:spcAft>
                <a:spcPts val="0"/>
              </a:spcAft>
              <a:buSzPts val="1600"/>
              <a:buFont typeface="Inter"/>
              <a:buChar char="○"/>
              <a:defRPr sz="1600">
                <a:latin typeface="Inter"/>
                <a:ea typeface="Inter"/>
                <a:cs typeface="Inter"/>
                <a:sym typeface="Inter"/>
              </a:defRPr>
            </a:lvl2pPr>
            <a:lvl3pPr indent="-330200" lvl="2" marL="1371600" algn="l">
              <a:lnSpc>
                <a:spcPct val="100000"/>
              </a:lnSpc>
              <a:spcBef>
                <a:spcPts val="0"/>
              </a:spcBef>
              <a:spcAft>
                <a:spcPts val="0"/>
              </a:spcAft>
              <a:buSzPts val="1600"/>
              <a:buFont typeface="Inter"/>
              <a:buChar char="■"/>
              <a:defRPr sz="1600">
                <a:latin typeface="Inter"/>
                <a:ea typeface="Inter"/>
                <a:cs typeface="Inter"/>
                <a:sym typeface="Inter"/>
              </a:defRPr>
            </a:lvl3pPr>
            <a:lvl4pPr indent="-330200" lvl="3" marL="1828800" algn="l">
              <a:lnSpc>
                <a:spcPct val="100000"/>
              </a:lnSpc>
              <a:spcBef>
                <a:spcPts val="0"/>
              </a:spcBef>
              <a:spcAft>
                <a:spcPts val="0"/>
              </a:spcAft>
              <a:buSzPts val="1600"/>
              <a:buFont typeface="Inter"/>
              <a:buChar char="●"/>
              <a:defRPr sz="1600">
                <a:latin typeface="Inter"/>
                <a:ea typeface="Inter"/>
                <a:cs typeface="Inter"/>
                <a:sym typeface="Inter"/>
              </a:defRPr>
            </a:lvl4pPr>
            <a:lvl5pPr indent="-330200" lvl="4" marL="2286000" algn="l">
              <a:lnSpc>
                <a:spcPct val="100000"/>
              </a:lnSpc>
              <a:spcBef>
                <a:spcPts val="0"/>
              </a:spcBef>
              <a:spcAft>
                <a:spcPts val="0"/>
              </a:spcAft>
              <a:buSzPts val="1600"/>
              <a:buFont typeface="Inter"/>
              <a:buChar char="○"/>
              <a:defRPr sz="1600">
                <a:latin typeface="Inter"/>
                <a:ea typeface="Inter"/>
                <a:cs typeface="Inter"/>
                <a:sym typeface="Inter"/>
              </a:defRPr>
            </a:lvl5pPr>
            <a:lvl6pPr indent="-330200" lvl="5" marL="2743200" algn="l">
              <a:lnSpc>
                <a:spcPct val="100000"/>
              </a:lnSpc>
              <a:spcBef>
                <a:spcPts val="0"/>
              </a:spcBef>
              <a:spcAft>
                <a:spcPts val="0"/>
              </a:spcAft>
              <a:buSzPts val="1600"/>
              <a:buFont typeface="Inter"/>
              <a:buChar char="■"/>
              <a:defRPr sz="1600">
                <a:latin typeface="Inter"/>
                <a:ea typeface="Inter"/>
                <a:cs typeface="Inter"/>
                <a:sym typeface="Inter"/>
              </a:defRPr>
            </a:lvl6pPr>
            <a:lvl7pPr indent="-330200" lvl="6" marL="3200400" algn="l">
              <a:lnSpc>
                <a:spcPct val="100000"/>
              </a:lnSpc>
              <a:spcBef>
                <a:spcPts val="0"/>
              </a:spcBef>
              <a:spcAft>
                <a:spcPts val="0"/>
              </a:spcAft>
              <a:buSzPts val="1600"/>
              <a:buFont typeface="Inter"/>
              <a:buChar char="●"/>
              <a:defRPr sz="1600">
                <a:latin typeface="Inter"/>
                <a:ea typeface="Inter"/>
                <a:cs typeface="Inter"/>
                <a:sym typeface="Inter"/>
              </a:defRPr>
            </a:lvl7pPr>
            <a:lvl8pPr indent="-330200" lvl="7" marL="3657600" algn="l">
              <a:lnSpc>
                <a:spcPct val="100000"/>
              </a:lnSpc>
              <a:spcBef>
                <a:spcPts val="0"/>
              </a:spcBef>
              <a:spcAft>
                <a:spcPts val="0"/>
              </a:spcAft>
              <a:buSzPts val="1600"/>
              <a:buFont typeface="Inter"/>
              <a:buChar char="○"/>
              <a:defRPr sz="1600">
                <a:latin typeface="Inter"/>
                <a:ea typeface="Inter"/>
                <a:cs typeface="Inter"/>
                <a:sym typeface="Inter"/>
              </a:defRPr>
            </a:lvl8pPr>
            <a:lvl9pPr indent="-330200" lvl="8" marL="4114800" algn="l">
              <a:lnSpc>
                <a:spcPct val="100000"/>
              </a:lnSpc>
              <a:spcBef>
                <a:spcPts val="0"/>
              </a:spcBef>
              <a:spcAft>
                <a:spcPts val="0"/>
              </a:spcAft>
              <a:buSzPts val="1600"/>
              <a:buFont typeface="Inter"/>
              <a:buChar char="■"/>
              <a:defRPr sz="1600">
                <a:latin typeface="Inter"/>
                <a:ea typeface="Inter"/>
                <a:cs typeface="Inter"/>
                <a:sym typeface="Inter"/>
              </a:defRPr>
            </a:lvl9pPr>
          </a:lstStyle>
          <a:p/>
        </p:txBody>
      </p:sp>
      <p:sp>
        <p:nvSpPr>
          <p:cNvPr id="3643" name="Google Shape;3643;p317"/>
          <p:cNvSpPr/>
          <p:nvPr/>
        </p:nvSpPr>
        <p:spPr>
          <a:xfrm>
            <a:off x="212550" y="766200"/>
            <a:ext cx="8718900" cy="39336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4" name="Google Shape;3644;p317"/>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645" name="Google Shape;3645;p317"/>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646" name="Google Shape;3646;p317"/>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large text 1 1">
  <p:cSld name="1_Title_large text 1">
    <p:bg>
      <p:bgPr>
        <a:solidFill>
          <a:srgbClr val="F2F8F3"/>
        </a:solidFill>
      </p:bgPr>
    </p:bg>
    <p:spTree>
      <p:nvGrpSpPr>
        <p:cNvPr id="3647" name="Shape 3647"/>
        <p:cNvGrpSpPr/>
        <p:nvPr/>
      </p:nvGrpSpPr>
      <p:grpSpPr>
        <a:xfrm>
          <a:off x="0" y="0"/>
          <a:ext cx="0" cy="0"/>
          <a:chOff x="0" y="0"/>
          <a:chExt cx="0" cy="0"/>
        </a:xfrm>
      </p:grpSpPr>
      <p:sp>
        <p:nvSpPr>
          <p:cNvPr id="3648" name="Google Shape;3648;p318"/>
          <p:cNvSpPr/>
          <p:nvPr/>
        </p:nvSpPr>
        <p:spPr>
          <a:xfrm>
            <a:off x="7970700" y="0"/>
            <a:ext cx="1173300" cy="759900"/>
          </a:xfrm>
          <a:prstGeom prst="roundRect">
            <a:avLst>
              <a:gd fmla="val 37011"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9" name="Google Shape;3649;p318"/>
          <p:cNvSpPr txBox="1"/>
          <p:nvPr>
            <p:ph type="title"/>
          </p:nvPr>
        </p:nvSpPr>
        <p:spPr>
          <a:xfrm>
            <a:off x="252000" y="540000"/>
            <a:ext cx="8640000" cy="1089600"/>
          </a:xfrm>
          <a:prstGeom prst="rect">
            <a:avLst/>
          </a:prstGeom>
          <a:noFill/>
          <a:ln>
            <a:noFill/>
          </a:ln>
        </p:spPr>
        <p:txBody>
          <a:bodyPr anchorCtr="0" anchor="t" bIns="91425" lIns="0" spcFirstLastPara="1" rIns="91425" wrap="square" tIns="91425">
            <a:normAutofit/>
          </a:bodyPr>
          <a:lstStyle>
            <a:lvl1pPr lvl="0" algn="l">
              <a:lnSpc>
                <a:spcPct val="90000"/>
              </a:lnSpc>
              <a:spcBef>
                <a:spcPts val="0"/>
              </a:spcBef>
              <a:spcAft>
                <a:spcPts val="0"/>
              </a:spcAft>
              <a:buClr>
                <a:schemeClr val="dk2"/>
              </a:buClr>
              <a:buSzPts val="9000"/>
              <a:buFont typeface="Inter Tight Black"/>
              <a:buNone/>
              <a:defRPr sz="2000">
                <a:solidFill>
                  <a:schemeClr val="dk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dk2"/>
              </a:buClr>
              <a:buSzPts val="9000"/>
              <a:buFont typeface="Inter Tight Black"/>
              <a:buNone/>
              <a:defRPr sz="9000">
                <a:solidFill>
                  <a:schemeClr val="dk2"/>
                </a:solidFill>
                <a:latin typeface="Inter Tight Black"/>
                <a:ea typeface="Inter Tight Black"/>
                <a:cs typeface="Inter Tight Black"/>
                <a:sym typeface="Inter Tight Black"/>
              </a:defRPr>
            </a:lvl9pPr>
          </a:lstStyle>
          <a:p/>
        </p:txBody>
      </p:sp>
      <p:sp>
        <p:nvSpPr>
          <p:cNvPr id="3650" name="Google Shape;3650;p318"/>
          <p:cNvSpPr txBox="1"/>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1" i="0" lang="en-US" sz="800" u="none" cap="none" strike="noStrike">
                <a:solidFill>
                  <a:schemeClr val="dk2"/>
                </a:solidFill>
                <a:latin typeface="Inter"/>
                <a:ea typeface="Inter"/>
                <a:cs typeface="Inter"/>
                <a:sym typeface="Inter"/>
              </a:rPr>
              <a:t>‹#›</a:t>
            </a:fld>
            <a:endParaRPr b="1" i="0" sz="800" u="none" cap="none" strike="noStrike">
              <a:solidFill>
                <a:schemeClr val="dk2"/>
              </a:solidFill>
              <a:latin typeface="Inter"/>
              <a:ea typeface="Inter"/>
              <a:cs typeface="Inter"/>
              <a:sym typeface="Inter"/>
            </a:endParaRPr>
          </a:p>
        </p:txBody>
      </p:sp>
      <p:pic>
        <p:nvPicPr>
          <p:cNvPr id="3651" name="Google Shape;3651;p318"/>
          <p:cNvPicPr preferRelativeResize="0"/>
          <p:nvPr/>
        </p:nvPicPr>
        <p:blipFill rotWithShape="1">
          <a:blip r:embed="rId2">
            <a:alphaModFix/>
          </a:blip>
          <a:srcRect b="0" l="0" r="0" t="0"/>
          <a:stretch/>
        </p:blipFill>
        <p:spPr>
          <a:xfrm>
            <a:off x="7973001" y="221841"/>
            <a:ext cx="958045" cy="170225"/>
          </a:xfrm>
          <a:prstGeom prst="rect">
            <a:avLst/>
          </a:prstGeom>
          <a:noFill/>
          <a:ln>
            <a:noFill/>
          </a:ln>
        </p:spPr>
      </p:pic>
      <p:sp>
        <p:nvSpPr>
          <p:cNvPr id="3652" name="Google Shape;3652;p318"/>
          <p:cNvSpPr/>
          <p:nvPr>
            <p:ph idx="1" type="body"/>
          </p:nvPr>
        </p:nvSpPr>
        <p:spPr>
          <a:xfrm>
            <a:off x="252000" y="252000"/>
            <a:ext cx="1649400" cy="1980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b="0" i="0" sz="600">
                <a:solidFill>
                  <a:schemeClr val="dk1"/>
                </a:solidFill>
                <a:latin typeface="Inter"/>
                <a:ea typeface="Inter"/>
                <a:cs typeface="Inter"/>
                <a:sym typeface="Inte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extLst>
    <p:ext uri="{DCECCB84-F9BA-43D5-87BE-67443E8EF086}">
      <p15:sldGuideLst>
        <p15:guide id="1" pos="1212">
          <p15:clr>
            <a:srgbClr val="F9AD4C"/>
          </p15:clr>
        </p15:guide>
        <p15:guide id="2" pos="1379">
          <p15:clr>
            <a:srgbClr val="F9AD4C"/>
          </p15:clr>
        </p15:guide>
        <p15:guide id="3" pos="2268">
          <p15:clr>
            <a:srgbClr val="F9AD4C"/>
          </p15:clr>
        </p15:guide>
        <p15:guide id="4" pos="2438">
          <p15:clr>
            <a:srgbClr val="F9AD4C"/>
          </p15:clr>
        </p15:guide>
        <p15:guide id="5" pos="3331">
          <p15:clr>
            <a:srgbClr val="F9AD4C"/>
          </p15:clr>
        </p15:guide>
        <p15:guide id="6" pos="3492">
          <p15:clr>
            <a:srgbClr val="F9AD4C"/>
          </p15:clr>
        </p15:guide>
        <p15:guide id="7" pos="4381">
          <p15:clr>
            <a:srgbClr val="F9AD4C"/>
          </p15:clr>
        </p15:guide>
        <p15:guide id="8" pos="4548">
          <p15:clr>
            <a:srgbClr val="F9AD4C"/>
          </p15:clr>
        </p15:guide>
        <p15:guide id="9" orient="horz" pos="397">
          <p15:clr>
            <a:srgbClr val="F9AD4C"/>
          </p15:clr>
        </p15:guide>
        <p15:guide id="10" orient="horz" pos="792">
          <p15:clr>
            <a:srgbClr val="F9AD4C"/>
          </p15:clr>
        </p15:guide>
      </p15:sldGuideLst>
    </p:ext>
  </p:extLst>
</p:sldLayout>
</file>

<file path=ppt/slideLayouts/slideLayout3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3 1">
  <p:cSld name="1_Title slide 2 1 1 1 1 2 3">
    <p:bg>
      <p:bgPr>
        <a:solidFill>
          <a:schemeClr val="dk2"/>
        </a:solidFill>
      </p:bgPr>
    </p:bg>
    <p:spTree>
      <p:nvGrpSpPr>
        <p:cNvPr id="3653" name="Shape 3653"/>
        <p:cNvGrpSpPr/>
        <p:nvPr/>
      </p:nvGrpSpPr>
      <p:grpSpPr>
        <a:xfrm>
          <a:off x="0" y="0"/>
          <a:ext cx="0" cy="0"/>
          <a:chOff x="0" y="0"/>
          <a:chExt cx="0" cy="0"/>
        </a:xfrm>
      </p:grpSpPr>
      <p:sp>
        <p:nvSpPr>
          <p:cNvPr id="3654" name="Google Shape;3654;p319"/>
          <p:cNvSpPr/>
          <p:nvPr/>
        </p:nvSpPr>
        <p:spPr>
          <a:xfrm>
            <a:off x="8689875" y="0"/>
            <a:ext cx="454200" cy="430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5" name="Google Shape;3655;p319"/>
          <p:cNvSpPr/>
          <p:nvPr/>
        </p:nvSpPr>
        <p:spPr>
          <a:xfrm>
            <a:off x="7970700" y="0"/>
            <a:ext cx="1173300" cy="759900"/>
          </a:xfrm>
          <a:prstGeom prst="roundRect">
            <a:avLst>
              <a:gd fmla="val 37011"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6" name="Google Shape;3656;p319"/>
          <p:cNvSpPr txBox="1"/>
          <p:nvPr>
            <p:ph type="title"/>
          </p:nvPr>
        </p:nvSpPr>
        <p:spPr>
          <a:xfrm>
            <a:off x="381850" y="1061875"/>
            <a:ext cx="35163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lt2"/>
              </a:buClr>
              <a:buSzPts val="3800"/>
              <a:buFont typeface="Inter Tight Black"/>
              <a:buNone/>
              <a:defRPr sz="3800">
                <a:solidFill>
                  <a:schemeClr val="lt2"/>
                </a:solidFill>
                <a:latin typeface="Inter Tight Black"/>
                <a:ea typeface="Inter Tight Black"/>
                <a:cs typeface="Inter Tight Black"/>
                <a:sym typeface="Inter Tight Black"/>
              </a:defRPr>
            </a:lvl9pPr>
          </a:lstStyle>
          <a:p/>
        </p:txBody>
      </p:sp>
      <p:sp>
        <p:nvSpPr>
          <p:cNvPr id="3657" name="Google Shape;3657;p319"/>
          <p:cNvSpPr txBox="1"/>
          <p:nvPr>
            <p:ph idx="1" type="body"/>
          </p:nvPr>
        </p:nvSpPr>
        <p:spPr>
          <a:xfrm>
            <a:off x="381850" y="2812025"/>
            <a:ext cx="2784300" cy="16932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1pPr>
            <a:lvl2pPr indent="-304800" lvl="1" marL="914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2pPr>
            <a:lvl3pPr indent="-304800" lvl="2" marL="1371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3pPr>
            <a:lvl4pPr indent="-304800" lvl="3" marL="1828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4pPr>
            <a:lvl5pPr indent="-304800" lvl="4" marL="22860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5pPr>
            <a:lvl6pPr indent="-304800" lvl="5" marL="27432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6pPr>
            <a:lvl7pPr indent="-304800" lvl="6" marL="32004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7pPr>
            <a:lvl8pPr indent="-304800" lvl="7" marL="36576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8pPr>
            <a:lvl9pPr indent="-304800" lvl="8" marL="4114800" algn="l">
              <a:lnSpc>
                <a:spcPct val="115000"/>
              </a:lnSpc>
              <a:spcBef>
                <a:spcPts val="0"/>
              </a:spcBef>
              <a:spcAft>
                <a:spcPts val="0"/>
              </a:spcAft>
              <a:buClr>
                <a:schemeClr val="lt2"/>
              </a:buClr>
              <a:buSzPts val="1200"/>
              <a:buFont typeface="Inter"/>
              <a:buChar char="■"/>
              <a:defRPr sz="1200">
                <a:solidFill>
                  <a:schemeClr val="lt2"/>
                </a:solidFill>
                <a:latin typeface="Inter"/>
                <a:ea typeface="Inter"/>
                <a:cs typeface="Inter"/>
                <a:sym typeface="Inter"/>
              </a:defRPr>
            </a:lvl9pPr>
          </a:lstStyle>
          <a:p/>
        </p:txBody>
      </p:sp>
      <p:sp>
        <p:nvSpPr>
          <p:cNvPr id="3658" name="Google Shape;3658;p319"/>
          <p:cNvSpPr txBox="1"/>
          <p:nvPr>
            <p:ph idx="2" type="subTitle"/>
          </p:nvPr>
        </p:nvSpPr>
        <p:spPr>
          <a:xfrm>
            <a:off x="381850" y="2463475"/>
            <a:ext cx="27843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2"/>
              </a:buClr>
              <a:buSzPts val="1200"/>
              <a:buFont typeface="Inter"/>
              <a:buNone/>
              <a:defRPr b="1" sz="1200">
                <a:solidFill>
                  <a:schemeClr val="lt2"/>
                </a:solidFill>
                <a:latin typeface="Inter"/>
                <a:ea typeface="Inter"/>
                <a:cs typeface="Inter"/>
                <a:sym typeface="Inter"/>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659" name="Google Shape;3659;p319"/>
          <p:cNvSpPr/>
          <p:nvPr/>
        </p:nvSpPr>
        <p:spPr>
          <a:xfrm rot="-5400000">
            <a:off x="4386425" y="249325"/>
            <a:ext cx="4173900" cy="4909500"/>
          </a:xfrm>
          <a:prstGeom prst="roundRect">
            <a:avLst>
              <a:gd fmla="val 4694"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0" name="Google Shape;3660;p319"/>
          <p:cNvSpPr/>
          <p:nvPr/>
        </p:nvSpPr>
        <p:spPr>
          <a:xfrm>
            <a:off x="212550" y="173775"/>
            <a:ext cx="1321500" cy="282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Inter SemiBold"/>
              <a:ea typeface="Inter SemiBold"/>
              <a:cs typeface="Inter SemiBold"/>
              <a:sym typeface="Inter SemiBold"/>
            </a:endParaRPr>
          </a:p>
        </p:txBody>
      </p:sp>
      <p:pic>
        <p:nvPicPr>
          <p:cNvPr id="3661" name="Google Shape;3661;p319"/>
          <p:cNvPicPr preferRelativeResize="0"/>
          <p:nvPr/>
        </p:nvPicPr>
        <p:blipFill rotWithShape="1">
          <a:blip r:embed="rId2">
            <a:alphaModFix/>
          </a:blip>
          <a:srcRect b="0" l="0" r="0" t="0"/>
          <a:stretch/>
        </p:blipFill>
        <p:spPr>
          <a:xfrm>
            <a:off x="7973350" y="229963"/>
            <a:ext cx="958101" cy="170225"/>
          </a:xfrm>
          <a:prstGeom prst="rect">
            <a:avLst/>
          </a:prstGeom>
          <a:noFill/>
          <a:ln>
            <a:noFill/>
          </a:ln>
        </p:spPr>
      </p:pic>
      <p:sp>
        <p:nvSpPr>
          <p:cNvPr id="3662" name="Google Shape;3662;p319"/>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2">
  <p:cSld name="Title slide 2 1 1 1 1 2 1 1 1 1 1 1 1 1 1 1 1 1 1 1 1 1 1 1 1 2">
    <p:bg>
      <p:bgPr>
        <a:solidFill>
          <a:schemeClr val="accent1"/>
        </a:solidFill>
      </p:bgPr>
    </p:bg>
    <p:spTree>
      <p:nvGrpSpPr>
        <p:cNvPr id="3663" name="Shape 3663"/>
        <p:cNvGrpSpPr/>
        <p:nvPr/>
      </p:nvGrpSpPr>
      <p:grpSpPr>
        <a:xfrm>
          <a:off x="0" y="0"/>
          <a:ext cx="0" cy="0"/>
          <a:chOff x="0" y="0"/>
          <a:chExt cx="0" cy="0"/>
        </a:xfrm>
      </p:grpSpPr>
      <p:sp>
        <p:nvSpPr>
          <p:cNvPr id="3664" name="Google Shape;3664;p320"/>
          <p:cNvSpPr txBox="1"/>
          <p:nvPr>
            <p:ph type="title"/>
          </p:nvPr>
        </p:nvSpPr>
        <p:spPr>
          <a:xfrm>
            <a:off x="99375" y="1363900"/>
            <a:ext cx="2262600" cy="9768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lt1"/>
              </a:buClr>
              <a:buSzPts val="3600"/>
              <a:buFont typeface="Inter Tight Black"/>
              <a:buNone/>
              <a:defRPr sz="36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3600"/>
              <a:buNone/>
              <a:defRPr sz="3600">
                <a:solidFill>
                  <a:schemeClr val="lt1"/>
                </a:solidFill>
              </a:defRPr>
            </a:lvl2pPr>
            <a:lvl3pPr lvl="2" algn="l">
              <a:lnSpc>
                <a:spcPct val="70000"/>
              </a:lnSpc>
              <a:spcBef>
                <a:spcPts val="0"/>
              </a:spcBef>
              <a:spcAft>
                <a:spcPts val="0"/>
              </a:spcAft>
              <a:buClr>
                <a:schemeClr val="lt1"/>
              </a:buClr>
              <a:buSzPts val="3600"/>
              <a:buNone/>
              <a:defRPr sz="3600">
                <a:solidFill>
                  <a:schemeClr val="lt1"/>
                </a:solidFill>
              </a:defRPr>
            </a:lvl3pPr>
            <a:lvl4pPr lvl="3" algn="l">
              <a:lnSpc>
                <a:spcPct val="70000"/>
              </a:lnSpc>
              <a:spcBef>
                <a:spcPts val="0"/>
              </a:spcBef>
              <a:spcAft>
                <a:spcPts val="0"/>
              </a:spcAft>
              <a:buClr>
                <a:schemeClr val="lt1"/>
              </a:buClr>
              <a:buSzPts val="3600"/>
              <a:buNone/>
              <a:defRPr sz="3600">
                <a:solidFill>
                  <a:schemeClr val="lt1"/>
                </a:solidFill>
              </a:defRPr>
            </a:lvl4pPr>
            <a:lvl5pPr lvl="4" algn="l">
              <a:lnSpc>
                <a:spcPct val="70000"/>
              </a:lnSpc>
              <a:spcBef>
                <a:spcPts val="0"/>
              </a:spcBef>
              <a:spcAft>
                <a:spcPts val="0"/>
              </a:spcAft>
              <a:buClr>
                <a:schemeClr val="lt1"/>
              </a:buClr>
              <a:buSzPts val="3600"/>
              <a:buNone/>
              <a:defRPr sz="3600">
                <a:solidFill>
                  <a:schemeClr val="lt1"/>
                </a:solidFill>
              </a:defRPr>
            </a:lvl5pPr>
            <a:lvl6pPr lvl="5" algn="l">
              <a:lnSpc>
                <a:spcPct val="70000"/>
              </a:lnSpc>
              <a:spcBef>
                <a:spcPts val="0"/>
              </a:spcBef>
              <a:spcAft>
                <a:spcPts val="0"/>
              </a:spcAft>
              <a:buClr>
                <a:schemeClr val="lt1"/>
              </a:buClr>
              <a:buSzPts val="3600"/>
              <a:buNone/>
              <a:defRPr sz="3600">
                <a:solidFill>
                  <a:schemeClr val="lt1"/>
                </a:solidFill>
              </a:defRPr>
            </a:lvl6pPr>
            <a:lvl7pPr lvl="6" algn="l">
              <a:lnSpc>
                <a:spcPct val="70000"/>
              </a:lnSpc>
              <a:spcBef>
                <a:spcPts val="0"/>
              </a:spcBef>
              <a:spcAft>
                <a:spcPts val="0"/>
              </a:spcAft>
              <a:buClr>
                <a:schemeClr val="lt1"/>
              </a:buClr>
              <a:buSzPts val="3600"/>
              <a:buNone/>
              <a:defRPr sz="3600">
                <a:solidFill>
                  <a:schemeClr val="lt1"/>
                </a:solidFill>
              </a:defRPr>
            </a:lvl7pPr>
            <a:lvl8pPr lvl="7" algn="l">
              <a:lnSpc>
                <a:spcPct val="70000"/>
              </a:lnSpc>
              <a:spcBef>
                <a:spcPts val="0"/>
              </a:spcBef>
              <a:spcAft>
                <a:spcPts val="0"/>
              </a:spcAft>
              <a:buClr>
                <a:schemeClr val="lt1"/>
              </a:buClr>
              <a:buSzPts val="3600"/>
              <a:buNone/>
              <a:defRPr sz="3600">
                <a:solidFill>
                  <a:schemeClr val="lt1"/>
                </a:solidFill>
              </a:defRPr>
            </a:lvl8pPr>
            <a:lvl9pPr lvl="8" algn="l">
              <a:lnSpc>
                <a:spcPct val="70000"/>
              </a:lnSpc>
              <a:spcBef>
                <a:spcPts val="0"/>
              </a:spcBef>
              <a:spcAft>
                <a:spcPts val="0"/>
              </a:spcAft>
              <a:buClr>
                <a:schemeClr val="lt1"/>
              </a:buClr>
              <a:buSzPts val="3600"/>
              <a:buNone/>
              <a:defRPr sz="3600">
                <a:solidFill>
                  <a:schemeClr val="lt1"/>
                </a:solidFill>
              </a:defRPr>
            </a:lvl9pPr>
          </a:lstStyle>
          <a:p/>
        </p:txBody>
      </p:sp>
      <p:sp>
        <p:nvSpPr>
          <p:cNvPr id="3665" name="Google Shape;3665;p320"/>
          <p:cNvSpPr txBox="1"/>
          <p:nvPr>
            <p:ph idx="1" type="body"/>
          </p:nvPr>
        </p:nvSpPr>
        <p:spPr>
          <a:xfrm>
            <a:off x="99375" y="2961875"/>
            <a:ext cx="2262600" cy="1448400"/>
          </a:xfrm>
          <a:prstGeom prst="rect">
            <a:avLst/>
          </a:prstGeom>
          <a:noFill/>
          <a:ln>
            <a:noFill/>
          </a:ln>
        </p:spPr>
        <p:txBody>
          <a:bodyPr anchorCtr="0" anchor="t" bIns="91425" lIns="0" spcFirstLastPara="1" rIns="91425" wrap="square" tIns="0">
            <a:normAutofit/>
          </a:bodyPr>
          <a:lstStyle>
            <a:lvl1pPr indent="-304800" lvl="0" marL="457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gn="l">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3666" name="Google Shape;3666;p320"/>
          <p:cNvSpPr txBox="1"/>
          <p:nvPr>
            <p:ph idx="2" type="subTitle"/>
          </p:nvPr>
        </p:nvSpPr>
        <p:spPr>
          <a:xfrm>
            <a:off x="99375" y="2569050"/>
            <a:ext cx="2262600" cy="215400"/>
          </a:xfrm>
          <a:prstGeom prst="rect">
            <a:avLst/>
          </a:prstGeom>
          <a:noFill/>
          <a:ln>
            <a:noFill/>
          </a:ln>
        </p:spPr>
        <p:txBody>
          <a:bodyPr anchorCtr="0" anchor="ctr" bIns="91425" lIns="0" spcFirstLastPara="1" rIns="91425" wrap="square" tIns="91425">
            <a:normAutofit/>
          </a:bodyPr>
          <a:lstStyle>
            <a:lvl1pPr lvl="0" algn="l">
              <a:lnSpc>
                <a:spcPct val="115000"/>
              </a:lnSpc>
              <a:spcBef>
                <a:spcPts val="0"/>
              </a:spcBef>
              <a:spcAft>
                <a:spcPts val="0"/>
              </a:spcAft>
              <a:buClr>
                <a:schemeClr val="lt1"/>
              </a:buClr>
              <a:buSzPts val="1200"/>
              <a:buFont typeface="Inter"/>
              <a:buNone/>
              <a:defRPr b="1" sz="1200">
                <a:solidFill>
                  <a:schemeClr val="lt1"/>
                </a:solidFill>
                <a:latin typeface="Inter"/>
                <a:ea typeface="Inter"/>
                <a:cs typeface="Inter"/>
                <a:sym typeface="Inter"/>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
        <p:nvSpPr>
          <p:cNvPr id="3667" name="Google Shape;3667;p320"/>
          <p:cNvSpPr/>
          <p:nvPr/>
        </p:nvSpPr>
        <p:spPr>
          <a:xfrm>
            <a:off x="991956" y="121600"/>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3668" name="Google Shape;3668;p320"/>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669" name="Google Shape;3669;p320"/>
          <p:cNvSpPr txBox="1"/>
          <p:nvPr>
            <p:ph idx="3"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670" name="Google Shape;3670;p320"/>
          <p:cNvSpPr txBox="1"/>
          <p:nvPr>
            <p:ph idx="12" type="sldNum"/>
          </p:nvPr>
        </p:nvSpPr>
        <p:spPr>
          <a:xfrm>
            <a:off x="929256" y="93713"/>
            <a:ext cx="285000" cy="2154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3671" name="Google Shape;3671;p320"/>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672" name="Google Shape;3672;p320"/>
          <p:cNvSpPr/>
          <p:nvPr/>
        </p:nvSpPr>
        <p:spPr>
          <a:xfrm>
            <a:off x="2439375" y="418688"/>
            <a:ext cx="6626400" cy="4426200"/>
          </a:xfrm>
          <a:prstGeom prst="roundRect">
            <a:avLst>
              <a:gd fmla="val 35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4 1">
  <p:cSld name="Title slide 2 1 1 1 1 2 1 1 1 1 1 1 1 1 1 1 1 1 1 4 1">
    <p:bg>
      <p:bgPr>
        <a:solidFill>
          <a:schemeClr val="accent1"/>
        </a:solidFill>
      </p:bgPr>
    </p:bg>
    <p:spTree>
      <p:nvGrpSpPr>
        <p:cNvPr id="3673" name="Shape 3673"/>
        <p:cNvGrpSpPr/>
        <p:nvPr/>
      </p:nvGrpSpPr>
      <p:grpSpPr>
        <a:xfrm>
          <a:off x="0" y="0"/>
          <a:ext cx="0" cy="0"/>
          <a:chOff x="0" y="0"/>
          <a:chExt cx="0" cy="0"/>
        </a:xfrm>
      </p:grpSpPr>
      <p:sp>
        <p:nvSpPr>
          <p:cNvPr id="3674" name="Google Shape;3674;p321"/>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75" name="Google Shape;3675;p321"/>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676" name="Google Shape;3676;p321"/>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677" name="Google Shape;3677;p321"/>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678" name="Google Shape;3678;p321"/>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3679" name="Google Shape;3679;p321"/>
          <p:cNvSpPr txBox="1"/>
          <p:nvPr>
            <p:ph idx="12" type="sldNum"/>
          </p:nvPr>
        </p:nvSpPr>
        <p:spPr>
          <a:xfrm>
            <a:off x="8859006" y="4920375"/>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6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3680" name="Google Shape;3680;p321"/>
          <p:cNvSpPr/>
          <p:nvPr/>
        </p:nvSpPr>
        <p:spPr>
          <a:xfrm>
            <a:off x="8921706" y="4948264"/>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1 1 1 1 1 1 1 1 4">
  <p:cSld name="Title slide 2 1 1 1 1 2 1 1 1 1 1 1 1 1 1 1 1 1 1 1 1 1 1 1 1 1 1 4">
    <p:bg>
      <p:bgPr>
        <a:solidFill>
          <a:schemeClr val="accent1"/>
        </a:solidFill>
      </p:bgPr>
    </p:bg>
    <p:spTree>
      <p:nvGrpSpPr>
        <p:cNvPr id="3681" name="Shape 3681"/>
        <p:cNvGrpSpPr/>
        <p:nvPr/>
      </p:nvGrpSpPr>
      <p:grpSpPr>
        <a:xfrm>
          <a:off x="0" y="0"/>
          <a:ext cx="0" cy="0"/>
          <a:chOff x="0" y="0"/>
          <a:chExt cx="0" cy="0"/>
        </a:xfrm>
      </p:grpSpPr>
      <p:pic>
        <p:nvPicPr>
          <p:cNvPr id="3682" name="Google Shape;3682;p322"/>
          <p:cNvPicPr preferRelativeResize="0"/>
          <p:nvPr/>
        </p:nvPicPr>
        <p:blipFill rotWithShape="1">
          <a:blip r:embed="rId2">
            <a:alphaModFix/>
          </a:blip>
          <a:srcRect b="0" l="0" r="0" t="0"/>
          <a:stretch/>
        </p:blipFill>
        <p:spPr>
          <a:xfrm>
            <a:off x="8065751" y="126947"/>
            <a:ext cx="958101" cy="170225"/>
          </a:xfrm>
          <a:prstGeom prst="rect">
            <a:avLst/>
          </a:prstGeom>
          <a:noFill/>
          <a:ln>
            <a:noFill/>
          </a:ln>
        </p:spPr>
      </p:pic>
      <p:sp>
        <p:nvSpPr>
          <p:cNvPr id="3683" name="Google Shape;3683;p322"/>
          <p:cNvSpPr/>
          <p:nvPr/>
        </p:nvSpPr>
        <p:spPr>
          <a:xfrm>
            <a:off x="252000" y="1928825"/>
            <a:ext cx="8640000" cy="29634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3684" name="Google Shape;3684;p322"/>
          <p:cNvSpPr txBox="1"/>
          <p:nvPr>
            <p:ph type="title"/>
          </p:nvPr>
        </p:nvSpPr>
        <p:spPr>
          <a:xfrm>
            <a:off x="252000" y="540000"/>
            <a:ext cx="8153700" cy="976800"/>
          </a:xfrm>
          <a:prstGeom prst="rect">
            <a:avLst/>
          </a:prstGeom>
          <a:noFill/>
          <a:ln>
            <a:noFill/>
          </a:ln>
        </p:spPr>
        <p:txBody>
          <a:bodyPr anchorCtr="0" anchor="t" bIns="68575" lIns="0" spcFirstLastPara="1" rIns="68575" wrap="square" tIns="68575">
            <a:normAutofit/>
          </a:bodyPr>
          <a:lstStyle>
            <a:lvl1pPr lvl="0" algn="l">
              <a:lnSpc>
                <a:spcPct val="90000"/>
              </a:lnSpc>
              <a:spcBef>
                <a:spcPts val="0"/>
              </a:spcBef>
              <a:spcAft>
                <a:spcPts val="0"/>
              </a:spcAft>
              <a:buClr>
                <a:schemeClr val="lt1"/>
              </a:buClr>
              <a:buSzPts val="2900"/>
              <a:buFont typeface="Inter Tight Black"/>
              <a:buNone/>
              <a:defRPr sz="2000">
                <a:solidFill>
                  <a:schemeClr val="l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lt1"/>
              </a:buClr>
              <a:buSzPts val="2900"/>
              <a:buNone/>
              <a:defRPr sz="3800">
                <a:solidFill>
                  <a:schemeClr val="lt1"/>
                </a:solidFill>
              </a:defRPr>
            </a:lvl2pPr>
            <a:lvl3pPr lvl="2" algn="l">
              <a:lnSpc>
                <a:spcPct val="70000"/>
              </a:lnSpc>
              <a:spcBef>
                <a:spcPts val="0"/>
              </a:spcBef>
              <a:spcAft>
                <a:spcPts val="0"/>
              </a:spcAft>
              <a:buClr>
                <a:schemeClr val="lt1"/>
              </a:buClr>
              <a:buSzPts val="2900"/>
              <a:buNone/>
              <a:defRPr sz="3800">
                <a:solidFill>
                  <a:schemeClr val="lt1"/>
                </a:solidFill>
              </a:defRPr>
            </a:lvl3pPr>
            <a:lvl4pPr lvl="3" algn="l">
              <a:lnSpc>
                <a:spcPct val="70000"/>
              </a:lnSpc>
              <a:spcBef>
                <a:spcPts val="0"/>
              </a:spcBef>
              <a:spcAft>
                <a:spcPts val="0"/>
              </a:spcAft>
              <a:buClr>
                <a:schemeClr val="lt1"/>
              </a:buClr>
              <a:buSzPts val="2900"/>
              <a:buNone/>
              <a:defRPr sz="3800">
                <a:solidFill>
                  <a:schemeClr val="lt1"/>
                </a:solidFill>
              </a:defRPr>
            </a:lvl4pPr>
            <a:lvl5pPr lvl="4" algn="l">
              <a:lnSpc>
                <a:spcPct val="70000"/>
              </a:lnSpc>
              <a:spcBef>
                <a:spcPts val="0"/>
              </a:spcBef>
              <a:spcAft>
                <a:spcPts val="0"/>
              </a:spcAft>
              <a:buClr>
                <a:schemeClr val="lt1"/>
              </a:buClr>
              <a:buSzPts val="2900"/>
              <a:buNone/>
              <a:defRPr sz="3800">
                <a:solidFill>
                  <a:schemeClr val="lt1"/>
                </a:solidFill>
              </a:defRPr>
            </a:lvl5pPr>
            <a:lvl6pPr lvl="5" algn="l">
              <a:lnSpc>
                <a:spcPct val="70000"/>
              </a:lnSpc>
              <a:spcBef>
                <a:spcPts val="0"/>
              </a:spcBef>
              <a:spcAft>
                <a:spcPts val="0"/>
              </a:spcAft>
              <a:buClr>
                <a:schemeClr val="lt1"/>
              </a:buClr>
              <a:buSzPts val="2900"/>
              <a:buNone/>
              <a:defRPr sz="3800">
                <a:solidFill>
                  <a:schemeClr val="lt1"/>
                </a:solidFill>
              </a:defRPr>
            </a:lvl6pPr>
            <a:lvl7pPr lvl="6" algn="l">
              <a:lnSpc>
                <a:spcPct val="70000"/>
              </a:lnSpc>
              <a:spcBef>
                <a:spcPts val="0"/>
              </a:spcBef>
              <a:spcAft>
                <a:spcPts val="0"/>
              </a:spcAft>
              <a:buClr>
                <a:schemeClr val="lt1"/>
              </a:buClr>
              <a:buSzPts val="2900"/>
              <a:buNone/>
              <a:defRPr sz="3800">
                <a:solidFill>
                  <a:schemeClr val="lt1"/>
                </a:solidFill>
              </a:defRPr>
            </a:lvl7pPr>
            <a:lvl8pPr lvl="7" algn="l">
              <a:lnSpc>
                <a:spcPct val="70000"/>
              </a:lnSpc>
              <a:spcBef>
                <a:spcPts val="0"/>
              </a:spcBef>
              <a:spcAft>
                <a:spcPts val="0"/>
              </a:spcAft>
              <a:buClr>
                <a:schemeClr val="lt1"/>
              </a:buClr>
              <a:buSzPts val="2900"/>
              <a:buNone/>
              <a:defRPr sz="3800">
                <a:solidFill>
                  <a:schemeClr val="lt1"/>
                </a:solidFill>
              </a:defRPr>
            </a:lvl8pPr>
            <a:lvl9pPr lvl="8" algn="l">
              <a:lnSpc>
                <a:spcPct val="70000"/>
              </a:lnSpc>
              <a:spcBef>
                <a:spcPts val="0"/>
              </a:spcBef>
              <a:spcAft>
                <a:spcPts val="0"/>
              </a:spcAft>
              <a:buClr>
                <a:schemeClr val="lt1"/>
              </a:buClr>
              <a:buSzPts val="2900"/>
              <a:buNone/>
              <a:defRPr sz="3800">
                <a:solidFill>
                  <a:schemeClr val="lt1"/>
                </a:solidFill>
              </a:defRPr>
            </a:lvl9pPr>
          </a:lstStyle>
          <a:p/>
        </p:txBody>
      </p:sp>
      <p:sp>
        <p:nvSpPr>
          <p:cNvPr id="3685" name="Google Shape;3685;p322"/>
          <p:cNvSpPr/>
          <p:nvPr>
            <p:ph idx="1" type="body"/>
          </p:nvPr>
        </p:nvSpPr>
        <p:spPr>
          <a:xfrm>
            <a:off x="252000" y="252000"/>
            <a:ext cx="1649400" cy="1980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68575" lIns="68575" spcFirstLastPara="1" rIns="68575" wrap="square" tIns="68575">
            <a:normAutofit/>
          </a:bodyPr>
          <a:lstStyle>
            <a:lvl1pPr indent="-228600" lvl="0" marL="457200" algn="l">
              <a:lnSpc>
                <a:spcPct val="100000"/>
              </a:lnSpc>
              <a:spcBef>
                <a:spcPts val="0"/>
              </a:spcBef>
              <a:spcAft>
                <a:spcPts val="0"/>
              </a:spcAft>
              <a:buSzPts val="1400"/>
              <a:buNone/>
              <a:defRPr b="0" i="0" sz="600">
                <a:solidFill>
                  <a:schemeClr val="lt1"/>
                </a:solidFill>
                <a:latin typeface="Inter"/>
                <a:ea typeface="Inter"/>
                <a:cs typeface="Inter"/>
                <a:sym typeface="Inte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686" name="Google Shape;3686;p322"/>
          <p:cNvSpPr txBox="1"/>
          <p:nvPr>
            <p:ph idx="12" type="sldNum"/>
          </p:nvPr>
        </p:nvSpPr>
        <p:spPr>
          <a:xfrm>
            <a:off x="8632389" y="4836899"/>
            <a:ext cx="393000" cy="2154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215">
          <p15:clr>
            <a:srgbClr val="FBAE40"/>
          </p15:clr>
        </p15:guide>
        <p15:guide id="2" pos="2160">
          <p15:clr>
            <a:srgbClr val="FBAE40"/>
          </p15:clr>
        </p15:guide>
      </p15:sldGuideLst>
    </p:ext>
  </p:extLst>
</p:sldLayout>
</file>

<file path=ppt/slideLayouts/slideLayout3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3">
  <p:cSld name="Title slide 2 1 1 1 1 2 1 1 1 1 1 1 1 1 1 1 1 1 1">
    <p:bg>
      <p:bgPr>
        <a:solidFill>
          <a:schemeClr val="accent1"/>
        </a:solidFill>
      </p:bgPr>
    </p:bg>
    <p:spTree>
      <p:nvGrpSpPr>
        <p:cNvPr id="3687" name="Shape 3687"/>
        <p:cNvGrpSpPr/>
        <p:nvPr/>
      </p:nvGrpSpPr>
      <p:grpSpPr>
        <a:xfrm>
          <a:off x="0" y="0"/>
          <a:ext cx="0" cy="0"/>
          <a:chOff x="0" y="0"/>
          <a:chExt cx="0" cy="0"/>
        </a:xfrm>
      </p:grpSpPr>
      <p:sp>
        <p:nvSpPr>
          <p:cNvPr id="3688" name="Google Shape;3688;p323"/>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89" name="Google Shape;3689;p323"/>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690" name="Google Shape;3690;p323"/>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691" name="Google Shape;3691;p323"/>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692" name="Google Shape;3692;p323"/>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1 2 1 1 1 1 1 1 1 1 1 1 1 1 1 4">
  <p:cSld name="TITLE_2_1_1_1_1_2_1_1_1_1_1_1_1_1_1_1_1_1_1_4">
    <p:bg>
      <p:bgPr>
        <a:solidFill>
          <a:schemeClr val="accent1"/>
        </a:solidFill>
      </p:bgPr>
    </p:bg>
    <p:spTree>
      <p:nvGrpSpPr>
        <p:cNvPr id="3693" name="Shape 3693"/>
        <p:cNvGrpSpPr/>
        <p:nvPr/>
      </p:nvGrpSpPr>
      <p:grpSpPr>
        <a:xfrm>
          <a:off x="0" y="0"/>
          <a:ext cx="0" cy="0"/>
          <a:chOff x="0" y="0"/>
          <a:chExt cx="0" cy="0"/>
        </a:xfrm>
      </p:grpSpPr>
      <p:sp>
        <p:nvSpPr>
          <p:cNvPr id="3694" name="Google Shape;3694;p324"/>
          <p:cNvSpPr/>
          <p:nvPr/>
        </p:nvSpPr>
        <p:spPr>
          <a:xfrm>
            <a:off x="120150" y="402300"/>
            <a:ext cx="8903700" cy="4557300"/>
          </a:xfrm>
          <a:prstGeom prst="roundRect">
            <a:avLst>
              <a:gd fmla="val 3343"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95" name="Google Shape;3695;p324"/>
          <p:cNvPicPr preferRelativeResize="0"/>
          <p:nvPr/>
        </p:nvPicPr>
        <p:blipFill rotWithShape="1">
          <a:blip r:embed="rId2">
            <a:alphaModFix/>
          </a:blip>
          <a:srcRect b="0" l="0" r="0" t="0"/>
          <a:stretch/>
        </p:blipFill>
        <p:spPr>
          <a:xfrm>
            <a:off x="8065750" y="116313"/>
            <a:ext cx="958101" cy="170225"/>
          </a:xfrm>
          <a:prstGeom prst="rect">
            <a:avLst/>
          </a:prstGeom>
          <a:noFill/>
          <a:ln>
            <a:noFill/>
          </a:ln>
        </p:spPr>
      </p:pic>
      <p:sp>
        <p:nvSpPr>
          <p:cNvPr id="3696" name="Google Shape;3696;p324"/>
          <p:cNvSpPr txBox="1"/>
          <p:nvPr>
            <p:ph idx="1" type="subTitle"/>
          </p:nvPr>
        </p:nvSpPr>
        <p:spPr>
          <a:xfrm>
            <a:off x="-9144" y="58675"/>
            <a:ext cx="1044600" cy="296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600"/>
              <a:buFont typeface="Inter"/>
              <a:buNone/>
              <a:defRPr b="1" sz="6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2pPr>
            <a:lvl3pPr lvl="2"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3pPr>
            <a:lvl4pPr lvl="3"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4pPr>
            <a:lvl5pPr lvl="4"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5pPr>
            <a:lvl6pPr lvl="5"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6pPr>
            <a:lvl7pPr lvl="6"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7pPr>
            <a:lvl8pPr lvl="7"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8pPr>
            <a:lvl9pPr lvl="8" algn="ctr">
              <a:lnSpc>
                <a:spcPct val="100000"/>
              </a:lnSpc>
              <a:spcBef>
                <a:spcPts val="0"/>
              </a:spcBef>
              <a:spcAft>
                <a:spcPts val="0"/>
              </a:spcAft>
              <a:buClr>
                <a:schemeClr val="lt1"/>
              </a:buClr>
              <a:buSzPts val="800"/>
              <a:buFont typeface="Inter"/>
              <a:buNone/>
              <a:defRPr b="1" sz="800">
                <a:solidFill>
                  <a:schemeClr val="lt1"/>
                </a:solidFill>
                <a:latin typeface="Inter"/>
                <a:ea typeface="Inter"/>
                <a:cs typeface="Inter"/>
                <a:sym typeface="Inter"/>
              </a:defRPr>
            </a:lvl9pPr>
          </a:lstStyle>
          <a:p/>
        </p:txBody>
      </p:sp>
      <p:sp>
        <p:nvSpPr>
          <p:cNvPr id="3697" name="Google Shape;3697;p324"/>
          <p:cNvSpPr/>
          <p:nvPr/>
        </p:nvSpPr>
        <p:spPr>
          <a:xfrm>
            <a:off x="123606" y="121600"/>
            <a:ext cx="806400" cy="1596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3698" name="Google Shape;3698;p324"/>
          <p:cNvSpPr txBox="1"/>
          <p:nvPr>
            <p:ph type="title"/>
          </p:nvPr>
        </p:nvSpPr>
        <p:spPr>
          <a:xfrm>
            <a:off x="345775" y="593950"/>
            <a:ext cx="8456400" cy="1089600"/>
          </a:xfrm>
          <a:prstGeom prst="rect">
            <a:avLst/>
          </a:prstGeom>
          <a:noFill/>
          <a:ln>
            <a:noFill/>
          </a:ln>
        </p:spPr>
        <p:txBody>
          <a:bodyPr anchorCtr="0" anchor="t" bIns="91425" lIns="0" spcFirstLastPara="1" rIns="91425" wrap="square" tIns="91425">
            <a:normAutofit/>
          </a:bodyPr>
          <a:lstStyle>
            <a:lvl1pPr lvl="0"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1pPr>
            <a:lvl2pPr lvl="1"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2pPr>
            <a:lvl3pPr lvl="2"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3pPr>
            <a:lvl4pPr lvl="3"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4pPr>
            <a:lvl5pPr lvl="4"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5pPr>
            <a:lvl6pPr lvl="5"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6pPr>
            <a:lvl7pPr lvl="6"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7pPr>
            <a:lvl8pPr lvl="7"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8pPr>
            <a:lvl9pPr lvl="8" algn="l">
              <a:lnSpc>
                <a:spcPct val="70000"/>
              </a:lnSpc>
              <a:spcBef>
                <a:spcPts val="0"/>
              </a:spcBef>
              <a:spcAft>
                <a:spcPts val="0"/>
              </a:spcAft>
              <a:buClr>
                <a:schemeClr val="accent1"/>
              </a:buClr>
              <a:buSzPts val="3800"/>
              <a:buFont typeface="Inter Tight Black"/>
              <a:buNone/>
              <a:defRPr sz="3800">
                <a:solidFill>
                  <a:schemeClr val="accent1"/>
                </a:solidFill>
                <a:latin typeface="Inter Tight Black"/>
                <a:ea typeface="Inter Tight Black"/>
                <a:cs typeface="Inter Tight Black"/>
                <a:sym typeface="Inter Tight Black"/>
              </a:defRPr>
            </a:lvl9pPr>
          </a:lstStyle>
          <a:p/>
        </p:txBody>
      </p:sp>
      <p:sp>
        <p:nvSpPr>
          <p:cNvPr id="3699" name="Google Shape;3699;p324"/>
          <p:cNvSpPr txBox="1"/>
          <p:nvPr>
            <p:ph idx="12" type="sldNum"/>
          </p:nvPr>
        </p:nvSpPr>
        <p:spPr>
          <a:xfrm>
            <a:off x="8859006" y="4920375"/>
            <a:ext cx="285000" cy="2154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1pPr>
            <a:lvl2pPr indent="0" lvl="1"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2pPr>
            <a:lvl3pPr indent="0" lvl="2"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3pPr>
            <a:lvl4pPr indent="0" lvl="3"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4pPr>
            <a:lvl5pPr indent="0" lvl="4"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5pPr>
            <a:lvl6pPr indent="0" lvl="5"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6pPr>
            <a:lvl7pPr indent="0" lvl="6"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7pPr>
            <a:lvl8pPr indent="0" lvl="7"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8pPr>
            <a:lvl9pPr indent="0" lvl="8" marL="0" marR="0" algn="ctr">
              <a:lnSpc>
                <a:spcPct val="100000"/>
              </a:lnSpc>
              <a:spcBef>
                <a:spcPts val="0"/>
              </a:spcBef>
              <a:spcAft>
                <a:spcPts val="0"/>
              </a:spcAft>
              <a:buClr>
                <a:srgbClr val="000000"/>
              </a:buClr>
              <a:buSzPts val="1300"/>
              <a:buFont typeface="Arial"/>
              <a:buNone/>
              <a:defRPr b="1" i="0" sz="600" u="none" cap="none" strike="noStrike">
                <a:solidFill>
                  <a:schemeClr val="lt1"/>
                </a:solidFill>
                <a:latin typeface="Inter"/>
                <a:ea typeface="Inter"/>
                <a:cs typeface="Inter"/>
                <a:sym typeface="Inter"/>
              </a:defRPr>
            </a:lvl9pPr>
          </a:lstStyle>
          <a:p>
            <a:pPr indent="0" lvl="0" marL="0" rtl="0" algn="ctr">
              <a:spcBef>
                <a:spcPts val="0"/>
              </a:spcBef>
              <a:spcAft>
                <a:spcPts val="0"/>
              </a:spcAft>
              <a:buNone/>
            </a:pPr>
            <a:fld id="{00000000-1234-1234-1234-123412341234}" type="slidenum">
              <a:rPr lang="en-US"/>
              <a:t>‹#›</a:t>
            </a:fld>
            <a:endParaRPr/>
          </a:p>
        </p:txBody>
      </p:sp>
      <p:sp>
        <p:nvSpPr>
          <p:cNvPr id="3700" name="Google Shape;3700;p324"/>
          <p:cNvSpPr/>
          <p:nvPr/>
        </p:nvSpPr>
        <p:spPr>
          <a:xfrm>
            <a:off x="8921706" y="4948264"/>
            <a:ext cx="159600" cy="1596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702" name="Shape 370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80" Type="http://schemas.openxmlformats.org/officeDocument/2006/relationships/slideLayout" Target="../slideLayouts/slideLayout80.xml"/><Relationship Id="rId82" Type="http://schemas.openxmlformats.org/officeDocument/2006/relationships/theme" Target="../theme/theme5.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31" Type="http://schemas.openxmlformats.org/officeDocument/2006/relationships/slideLayout" Target="../slideLayouts/slideLayout31.xml"/><Relationship Id="rId75" Type="http://schemas.openxmlformats.org/officeDocument/2006/relationships/slideLayout" Target="../slideLayouts/slideLayout75.xml"/><Relationship Id="rId30" Type="http://schemas.openxmlformats.org/officeDocument/2006/relationships/slideLayout" Target="../slideLayouts/slideLayout30.xml"/><Relationship Id="rId74" Type="http://schemas.openxmlformats.org/officeDocument/2006/relationships/slideLayout" Target="../slideLayouts/slideLayout74.xml"/><Relationship Id="rId33" Type="http://schemas.openxmlformats.org/officeDocument/2006/relationships/slideLayout" Target="../slideLayouts/slideLayout33.xml"/><Relationship Id="rId77" Type="http://schemas.openxmlformats.org/officeDocument/2006/relationships/slideLayout" Target="../slideLayouts/slideLayout77.xml"/><Relationship Id="rId32" Type="http://schemas.openxmlformats.org/officeDocument/2006/relationships/slideLayout" Target="../slideLayouts/slideLayout32.xml"/><Relationship Id="rId76" Type="http://schemas.openxmlformats.org/officeDocument/2006/relationships/slideLayout" Target="../slideLayouts/slideLayout76.xml"/><Relationship Id="rId35" Type="http://schemas.openxmlformats.org/officeDocument/2006/relationships/slideLayout" Target="../slideLayouts/slideLayout35.xml"/><Relationship Id="rId79" Type="http://schemas.openxmlformats.org/officeDocument/2006/relationships/slideLayout" Target="../slideLayouts/slideLayout79.xml"/><Relationship Id="rId34" Type="http://schemas.openxmlformats.org/officeDocument/2006/relationships/slideLayout" Target="../slideLayouts/slideLayout34.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slideLayout" Target="../slideLayouts/slideLayout68.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69" Type="http://schemas.openxmlformats.org/officeDocument/2006/relationships/slideLayout" Target="../slideLayouts/slideLayout6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21.xml"/><Relationship Id="rId42" Type="http://schemas.openxmlformats.org/officeDocument/2006/relationships/slideLayout" Target="../slideLayouts/slideLayout123.xml"/><Relationship Id="rId41" Type="http://schemas.openxmlformats.org/officeDocument/2006/relationships/slideLayout" Target="../slideLayouts/slideLayout122.xml"/><Relationship Id="rId44" Type="http://schemas.openxmlformats.org/officeDocument/2006/relationships/slideLayout" Target="../slideLayouts/slideLayout125.xml"/><Relationship Id="rId43" Type="http://schemas.openxmlformats.org/officeDocument/2006/relationships/slideLayout" Target="../slideLayouts/slideLayout124.xml"/><Relationship Id="rId46" Type="http://schemas.openxmlformats.org/officeDocument/2006/relationships/slideLayout" Target="../slideLayouts/slideLayout127.xml"/><Relationship Id="rId45" Type="http://schemas.openxmlformats.org/officeDocument/2006/relationships/slideLayout" Target="../slideLayouts/slideLayout126.xml"/><Relationship Id="rId80" Type="http://schemas.openxmlformats.org/officeDocument/2006/relationships/theme" Target="../theme/theme2.xml"/><Relationship Id="rId1" Type="http://schemas.openxmlformats.org/officeDocument/2006/relationships/slideLayout" Target="../slideLayouts/slideLayout82.xml"/><Relationship Id="rId2" Type="http://schemas.openxmlformats.org/officeDocument/2006/relationships/slideLayout" Target="../slideLayouts/slideLayout83.xml"/><Relationship Id="rId3" Type="http://schemas.openxmlformats.org/officeDocument/2006/relationships/slideLayout" Target="../slideLayouts/slideLayout84.xml"/><Relationship Id="rId4" Type="http://schemas.openxmlformats.org/officeDocument/2006/relationships/slideLayout" Target="../slideLayouts/slideLayout85.xml"/><Relationship Id="rId9" Type="http://schemas.openxmlformats.org/officeDocument/2006/relationships/slideLayout" Target="../slideLayouts/slideLayout90.xml"/><Relationship Id="rId48" Type="http://schemas.openxmlformats.org/officeDocument/2006/relationships/slideLayout" Target="../slideLayouts/slideLayout129.xml"/><Relationship Id="rId47" Type="http://schemas.openxmlformats.org/officeDocument/2006/relationships/slideLayout" Target="../slideLayouts/slideLayout128.xml"/><Relationship Id="rId49" Type="http://schemas.openxmlformats.org/officeDocument/2006/relationships/slideLayout" Target="../slideLayouts/slideLayout130.xml"/><Relationship Id="rId5" Type="http://schemas.openxmlformats.org/officeDocument/2006/relationships/slideLayout" Target="../slideLayouts/slideLayout86.xml"/><Relationship Id="rId6" Type="http://schemas.openxmlformats.org/officeDocument/2006/relationships/slideLayout" Target="../slideLayouts/slideLayout87.xml"/><Relationship Id="rId7" Type="http://schemas.openxmlformats.org/officeDocument/2006/relationships/slideLayout" Target="../slideLayouts/slideLayout88.xml"/><Relationship Id="rId8" Type="http://schemas.openxmlformats.org/officeDocument/2006/relationships/slideLayout" Target="../slideLayouts/slideLayout89.xml"/><Relationship Id="rId73" Type="http://schemas.openxmlformats.org/officeDocument/2006/relationships/slideLayout" Target="../slideLayouts/slideLayout154.xml"/><Relationship Id="rId72" Type="http://schemas.openxmlformats.org/officeDocument/2006/relationships/slideLayout" Target="../slideLayouts/slideLayout153.xml"/><Relationship Id="rId31" Type="http://schemas.openxmlformats.org/officeDocument/2006/relationships/slideLayout" Target="../slideLayouts/slideLayout112.xml"/><Relationship Id="rId75" Type="http://schemas.openxmlformats.org/officeDocument/2006/relationships/slideLayout" Target="../slideLayouts/slideLayout156.xml"/><Relationship Id="rId30" Type="http://schemas.openxmlformats.org/officeDocument/2006/relationships/slideLayout" Target="../slideLayouts/slideLayout111.xml"/><Relationship Id="rId74" Type="http://schemas.openxmlformats.org/officeDocument/2006/relationships/slideLayout" Target="../slideLayouts/slideLayout155.xml"/><Relationship Id="rId33" Type="http://schemas.openxmlformats.org/officeDocument/2006/relationships/slideLayout" Target="../slideLayouts/slideLayout114.xml"/><Relationship Id="rId77" Type="http://schemas.openxmlformats.org/officeDocument/2006/relationships/slideLayout" Target="../slideLayouts/slideLayout158.xml"/><Relationship Id="rId32" Type="http://schemas.openxmlformats.org/officeDocument/2006/relationships/slideLayout" Target="../slideLayouts/slideLayout113.xml"/><Relationship Id="rId76" Type="http://schemas.openxmlformats.org/officeDocument/2006/relationships/slideLayout" Target="../slideLayouts/slideLayout157.xml"/><Relationship Id="rId35" Type="http://schemas.openxmlformats.org/officeDocument/2006/relationships/slideLayout" Target="../slideLayouts/slideLayout116.xml"/><Relationship Id="rId79" Type="http://schemas.openxmlformats.org/officeDocument/2006/relationships/slideLayout" Target="../slideLayouts/slideLayout160.xml"/><Relationship Id="rId34" Type="http://schemas.openxmlformats.org/officeDocument/2006/relationships/slideLayout" Target="../slideLayouts/slideLayout115.xml"/><Relationship Id="rId78" Type="http://schemas.openxmlformats.org/officeDocument/2006/relationships/slideLayout" Target="../slideLayouts/slideLayout159.xml"/><Relationship Id="rId71" Type="http://schemas.openxmlformats.org/officeDocument/2006/relationships/slideLayout" Target="../slideLayouts/slideLayout152.xml"/><Relationship Id="rId70" Type="http://schemas.openxmlformats.org/officeDocument/2006/relationships/slideLayout" Target="../slideLayouts/slideLayout151.xml"/><Relationship Id="rId37" Type="http://schemas.openxmlformats.org/officeDocument/2006/relationships/slideLayout" Target="../slideLayouts/slideLayout118.xml"/><Relationship Id="rId36" Type="http://schemas.openxmlformats.org/officeDocument/2006/relationships/slideLayout" Target="../slideLayouts/slideLayout117.xml"/><Relationship Id="rId39" Type="http://schemas.openxmlformats.org/officeDocument/2006/relationships/slideLayout" Target="../slideLayouts/slideLayout120.xml"/><Relationship Id="rId38" Type="http://schemas.openxmlformats.org/officeDocument/2006/relationships/slideLayout" Target="../slideLayouts/slideLayout119.xml"/><Relationship Id="rId62" Type="http://schemas.openxmlformats.org/officeDocument/2006/relationships/slideLayout" Target="../slideLayouts/slideLayout143.xml"/><Relationship Id="rId61" Type="http://schemas.openxmlformats.org/officeDocument/2006/relationships/slideLayout" Target="../slideLayouts/slideLayout142.xml"/><Relationship Id="rId20" Type="http://schemas.openxmlformats.org/officeDocument/2006/relationships/slideLayout" Target="../slideLayouts/slideLayout101.xml"/><Relationship Id="rId64" Type="http://schemas.openxmlformats.org/officeDocument/2006/relationships/slideLayout" Target="../slideLayouts/slideLayout145.xml"/><Relationship Id="rId63" Type="http://schemas.openxmlformats.org/officeDocument/2006/relationships/slideLayout" Target="../slideLayouts/slideLayout144.xml"/><Relationship Id="rId22" Type="http://schemas.openxmlformats.org/officeDocument/2006/relationships/slideLayout" Target="../slideLayouts/slideLayout103.xml"/><Relationship Id="rId66" Type="http://schemas.openxmlformats.org/officeDocument/2006/relationships/slideLayout" Target="../slideLayouts/slideLayout147.xml"/><Relationship Id="rId21" Type="http://schemas.openxmlformats.org/officeDocument/2006/relationships/slideLayout" Target="../slideLayouts/slideLayout102.xml"/><Relationship Id="rId65" Type="http://schemas.openxmlformats.org/officeDocument/2006/relationships/slideLayout" Target="../slideLayouts/slideLayout146.xml"/><Relationship Id="rId24" Type="http://schemas.openxmlformats.org/officeDocument/2006/relationships/slideLayout" Target="../slideLayouts/slideLayout105.xml"/><Relationship Id="rId68" Type="http://schemas.openxmlformats.org/officeDocument/2006/relationships/slideLayout" Target="../slideLayouts/slideLayout149.xml"/><Relationship Id="rId23" Type="http://schemas.openxmlformats.org/officeDocument/2006/relationships/slideLayout" Target="../slideLayouts/slideLayout104.xml"/><Relationship Id="rId67" Type="http://schemas.openxmlformats.org/officeDocument/2006/relationships/slideLayout" Target="../slideLayouts/slideLayout148.xml"/><Relationship Id="rId60" Type="http://schemas.openxmlformats.org/officeDocument/2006/relationships/slideLayout" Target="../slideLayouts/slideLayout141.xml"/><Relationship Id="rId26" Type="http://schemas.openxmlformats.org/officeDocument/2006/relationships/slideLayout" Target="../slideLayouts/slideLayout107.xml"/><Relationship Id="rId25" Type="http://schemas.openxmlformats.org/officeDocument/2006/relationships/slideLayout" Target="../slideLayouts/slideLayout106.xml"/><Relationship Id="rId69" Type="http://schemas.openxmlformats.org/officeDocument/2006/relationships/slideLayout" Target="../slideLayouts/slideLayout150.xml"/><Relationship Id="rId28" Type="http://schemas.openxmlformats.org/officeDocument/2006/relationships/slideLayout" Target="../slideLayouts/slideLayout109.xml"/><Relationship Id="rId27" Type="http://schemas.openxmlformats.org/officeDocument/2006/relationships/slideLayout" Target="../slideLayouts/slideLayout108.xml"/><Relationship Id="rId29" Type="http://schemas.openxmlformats.org/officeDocument/2006/relationships/slideLayout" Target="../slideLayouts/slideLayout110.xml"/><Relationship Id="rId51" Type="http://schemas.openxmlformats.org/officeDocument/2006/relationships/slideLayout" Target="../slideLayouts/slideLayout132.xml"/><Relationship Id="rId50" Type="http://schemas.openxmlformats.org/officeDocument/2006/relationships/slideLayout" Target="../slideLayouts/slideLayout131.xml"/><Relationship Id="rId53" Type="http://schemas.openxmlformats.org/officeDocument/2006/relationships/slideLayout" Target="../slideLayouts/slideLayout134.xml"/><Relationship Id="rId52" Type="http://schemas.openxmlformats.org/officeDocument/2006/relationships/slideLayout" Target="../slideLayouts/slideLayout133.xml"/><Relationship Id="rId11" Type="http://schemas.openxmlformats.org/officeDocument/2006/relationships/slideLayout" Target="../slideLayouts/slideLayout92.xml"/><Relationship Id="rId55" Type="http://schemas.openxmlformats.org/officeDocument/2006/relationships/slideLayout" Target="../slideLayouts/slideLayout136.xml"/><Relationship Id="rId10" Type="http://schemas.openxmlformats.org/officeDocument/2006/relationships/slideLayout" Target="../slideLayouts/slideLayout91.xml"/><Relationship Id="rId54" Type="http://schemas.openxmlformats.org/officeDocument/2006/relationships/slideLayout" Target="../slideLayouts/slideLayout135.xml"/><Relationship Id="rId13" Type="http://schemas.openxmlformats.org/officeDocument/2006/relationships/slideLayout" Target="../slideLayouts/slideLayout94.xml"/><Relationship Id="rId57" Type="http://schemas.openxmlformats.org/officeDocument/2006/relationships/slideLayout" Target="../slideLayouts/slideLayout138.xml"/><Relationship Id="rId12" Type="http://schemas.openxmlformats.org/officeDocument/2006/relationships/slideLayout" Target="../slideLayouts/slideLayout93.xml"/><Relationship Id="rId56" Type="http://schemas.openxmlformats.org/officeDocument/2006/relationships/slideLayout" Target="../slideLayouts/slideLayout137.xml"/><Relationship Id="rId15" Type="http://schemas.openxmlformats.org/officeDocument/2006/relationships/slideLayout" Target="../slideLayouts/slideLayout96.xml"/><Relationship Id="rId59" Type="http://schemas.openxmlformats.org/officeDocument/2006/relationships/slideLayout" Target="../slideLayouts/slideLayout140.xml"/><Relationship Id="rId14" Type="http://schemas.openxmlformats.org/officeDocument/2006/relationships/slideLayout" Target="../slideLayouts/slideLayout95.xml"/><Relationship Id="rId58" Type="http://schemas.openxmlformats.org/officeDocument/2006/relationships/slideLayout" Target="../slideLayouts/slideLayout139.xml"/><Relationship Id="rId17" Type="http://schemas.openxmlformats.org/officeDocument/2006/relationships/slideLayout" Target="../slideLayouts/slideLayout98.xml"/><Relationship Id="rId16" Type="http://schemas.openxmlformats.org/officeDocument/2006/relationships/slideLayout" Target="../slideLayouts/slideLayout97.xml"/><Relationship Id="rId19" Type="http://schemas.openxmlformats.org/officeDocument/2006/relationships/slideLayout" Target="../slideLayouts/slideLayout100.xml"/><Relationship Id="rId18" Type="http://schemas.openxmlformats.org/officeDocument/2006/relationships/slideLayout" Target="../slideLayouts/slideLayout9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200.xml"/><Relationship Id="rId42" Type="http://schemas.openxmlformats.org/officeDocument/2006/relationships/slideLayout" Target="../slideLayouts/slideLayout202.xml"/><Relationship Id="rId41" Type="http://schemas.openxmlformats.org/officeDocument/2006/relationships/slideLayout" Target="../slideLayouts/slideLayout201.xml"/><Relationship Id="rId44" Type="http://schemas.openxmlformats.org/officeDocument/2006/relationships/slideLayout" Target="../slideLayouts/slideLayout204.xml"/><Relationship Id="rId43" Type="http://schemas.openxmlformats.org/officeDocument/2006/relationships/slideLayout" Target="../slideLayouts/slideLayout203.xml"/><Relationship Id="rId46" Type="http://schemas.openxmlformats.org/officeDocument/2006/relationships/slideLayout" Target="../slideLayouts/slideLayout206.xml"/><Relationship Id="rId45" Type="http://schemas.openxmlformats.org/officeDocument/2006/relationships/slideLayout" Target="../slideLayouts/slideLayout205.xml"/><Relationship Id="rId80" Type="http://schemas.openxmlformats.org/officeDocument/2006/relationships/slideLayout" Target="../slideLayouts/slideLayout240.xml"/><Relationship Id="rId81" Type="http://schemas.openxmlformats.org/officeDocument/2006/relationships/theme" Target="../theme/theme3.xml"/><Relationship Id="rId1" Type="http://schemas.openxmlformats.org/officeDocument/2006/relationships/slideLayout" Target="../slideLayouts/slideLayout161.xml"/><Relationship Id="rId2" Type="http://schemas.openxmlformats.org/officeDocument/2006/relationships/slideLayout" Target="../slideLayouts/slideLayout162.xml"/><Relationship Id="rId3" Type="http://schemas.openxmlformats.org/officeDocument/2006/relationships/slideLayout" Target="../slideLayouts/slideLayout163.xml"/><Relationship Id="rId4" Type="http://schemas.openxmlformats.org/officeDocument/2006/relationships/slideLayout" Target="../slideLayouts/slideLayout164.xml"/><Relationship Id="rId9" Type="http://schemas.openxmlformats.org/officeDocument/2006/relationships/slideLayout" Target="../slideLayouts/slideLayout169.xml"/><Relationship Id="rId48" Type="http://schemas.openxmlformats.org/officeDocument/2006/relationships/slideLayout" Target="../slideLayouts/slideLayout208.xml"/><Relationship Id="rId47" Type="http://schemas.openxmlformats.org/officeDocument/2006/relationships/slideLayout" Target="../slideLayouts/slideLayout207.xml"/><Relationship Id="rId49" Type="http://schemas.openxmlformats.org/officeDocument/2006/relationships/slideLayout" Target="../slideLayouts/slideLayout209.xml"/><Relationship Id="rId5" Type="http://schemas.openxmlformats.org/officeDocument/2006/relationships/slideLayout" Target="../slideLayouts/slideLayout165.xml"/><Relationship Id="rId6" Type="http://schemas.openxmlformats.org/officeDocument/2006/relationships/slideLayout" Target="../slideLayouts/slideLayout166.xml"/><Relationship Id="rId7" Type="http://schemas.openxmlformats.org/officeDocument/2006/relationships/slideLayout" Target="../slideLayouts/slideLayout167.xml"/><Relationship Id="rId8" Type="http://schemas.openxmlformats.org/officeDocument/2006/relationships/slideLayout" Target="../slideLayouts/slideLayout168.xml"/><Relationship Id="rId73" Type="http://schemas.openxmlformats.org/officeDocument/2006/relationships/slideLayout" Target="../slideLayouts/slideLayout233.xml"/><Relationship Id="rId72" Type="http://schemas.openxmlformats.org/officeDocument/2006/relationships/slideLayout" Target="../slideLayouts/slideLayout232.xml"/><Relationship Id="rId31" Type="http://schemas.openxmlformats.org/officeDocument/2006/relationships/slideLayout" Target="../slideLayouts/slideLayout191.xml"/><Relationship Id="rId75" Type="http://schemas.openxmlformats.org/officeDocument/2006/relationships/slideLayout" Target="../slideLayouts/slideLayout235.xml"/><Relationship Id="rId30" Type="http://schemas.openxmlformats.org/officeDocument/2006/relationships/slideLayout" Target="../slideLayouts/slideLayout190.xml"/><Relationship Id="rId74" Type="http://schemas.openxmlformats.org/officeDocument/2006/relationships/slideLayout" Target="../slideLayouts/slideLayout234.xml"/><Relationship Id="rId33" Type="http://schemas.openxmlformats.org/officeDocument/2006/relationships/slideLayout" Target="../slideLayouts/slideLayout193.xml"/><Relationship Id="rId77" Type="http://schemas.openxmlformats.org/officeDocument/2006/relationships/slideLayout" Target="../slideLayouts/slideLayout237.xml"/><Relationship Id="rId32" Type="http://schemas.openxmlformats.org/officeDocument/2006/relationships/slideLayout" Target="../slideLayouts/slideLayout192.xml"/><Relationship Id="rId76" Type="http://schemas.openxmlformats.org/officeDocument/2006/relationships/slideLayout" Target="../slideLayouts/slideLayout236.xml"/><Relationship Id="rId35" Type="http://schemas.openxmlformats.org/officeDocument/2006/relationships/slideLayout" Target="../slideLayouts/slideLayout195.xml"/><Relationship Id="rId79" Type="http://schemas.openxmlformats.org/officeDocument/2006/relationships/slideLayout" Target="../slideLayouts/slideLayout239.xml"/><Relationship Id="rId34" Type="http://schemas.openxmlformats.org/officeDocument/2006/relationships/slideLayout" Target="../slideLayouts/slideLayout194.xml"/><Relationship Id="rId78" Type="http://schemas.openxmlformats.org/officeDocument/2006/relationships/slideLayout" Target="../slideLayouts/slideLayout238.xml"/><Relationship Id="rId71" Type="http://schemas.openxmlformats.org/officeDocument/2006/relationships/slideLayout" Target="../slideLayouts/slideLayout231.xml"/><Relationship Id="rId70" Type="http://schemas.openxmlformats.org/officeDocument/2006/relationships/slideLayout" Target="../slideLayouts/slideLayout230.xml"/><Relationship Id="rId37" Type="http://schemas.openxmlformats.org/officeDocument/2006/relationships/slideLayout" Target="../slideLayouts/slideLayout197.xml"/><Relationship Id="rId36" Type="http://schemas.openxmlformats.org/officeDocument/2006/relationships/slideLayout" Target="../slideLayouts/slideLayout196.xml"/><Relationship Id="rId39" Type="http://schemas.openxmlformats.org/officeDocument/2006/relationships/slideLayout" Target="../slideLayouts/slideLayout199.xml"/><Relationship Id="rId38" Type="http://schemas.openxmlformats.org/officeDocument/2006/relationships/slideLayout" Target="../slideLayouts/slideLayout198.xml"/><Relationship Id="rId62" Type="http://schemas.openxmlformats.org/officeDocument/2006/relationships/slideLayout" Target="../slideLayouts/slideLayout222.xml"/><Relationship Id="rId61" Type="http://schemas.openxmlformats.org/officeDocument/2006/relationships/slideLayout" Target="../slideLayouts/slideLayout221.xml"/><Relationship Id="rId20" Type="http://schemas.openxmlformats.org/officeDocument/2006/relationships/slideLayout" Target="../slideLayouts/slideLayout180.xml"/><Relationship Id="rId64" Type="http://schemas.openxmlformats.org/officeDocument/2006/relationships/slideLayout" Target="../slideLayouts/slideLayout224.xml"/><Relationship Id="rId63" Type="http://schemas.openxmlformats.org/officeDocument/2006/relationships/slideLayout" Target="../slideLayouts/slideLayout223.xml"/><Relationship Id="rId22" Type="http://schemas.openxmlformats.org/officeDocument/2006/relationships/slideLayout" Target="../slideLayouts/slideLayout182.xml"/><Relationship Id="rId66" Type="http://schemas.openxmlformats.org/officeDocument/2006/relationships/slideLayout" Target="../slideLayouts/slideLayout226.xml"/><Relationship Id="rId21" Type="http://schemas.openxmlformats.org/officeDocument/2006/relationships/slideLayout" Target="../slideLayouts/slideLayout181.xml"/><Relationship Id="rId65" Type="http://schemas.openxmlformats.org/officeDocument/2006/relationships/slideLayout" Target="../slideLayouts/slideLayout225.xml"/><Relationship Id="rId24" Type="http://schemas.openxmlformats.org/officeDocument/2006/relationships/slideLayout" Target="../slideLayouts/slideLayout184.xml"/><Relationship Id="rId68" Type="http://schemas.openxmlformats.org/officeDocument/2006/relationships/slideLayout" Target="../slideLayouts/slideLayout228.xml"/><Relationship Id="rId23" Type="http://schemas.openxmlformats.org/officeDocument/2006/relationships/slideLayout" Target="../slideLayouts/slideLayout183.xml"/><Relationship Id="rId67" Type="http://schemas.openxmlformats.org/officeDocument/2006/relationships/slideLayout" Target="../slideLayouts/slideLayout227.xml"/><Relationship Id="rId60" Type="http://schemas.openxmlformats.org/officeDocument/2006/relationships/slideLayout" Target="../slideLayouts/slideLayout220.xml"/><Relationship Id="rId26" Type="http://schemas.openxmlformats.org/officeDocument/2006/relationships/slideLayout" Target="../slideLayouts/slideLayout186.xml"/><Relationship Id="rId25" Type="http://schemas.openxmlformats.org/officeDocument/2006/relationships/slideLayout" Target="../slideLayouts/slideLayout185.xml"/><Relationship Id="rId69" Type="http://schemas.openxmlformats.org/officeDocument/2006/relationships/slideLayout" Target="../slideLayouts/slideLayout229.xml"/><Relationship Id="rId28" Type="http://schemas.openxmlformats.org/officeDocument/2006/relationships/slideLayout" Target="../slideLayouts/slideLayout188.xml"/><Relationship Id="rId27" Type="http://schemas.openxmlformats.org/officeDocument/2006/relationships/slideLayout" Target="../slideLayouts/slideLayout187.xml"/><Relationship Id="rId29" Type="http://schemas.openxmlformats.org/officeDocument/2006/relationships/slideLayout" Target="../slideLayouts/slideLayout189.xml"/><Relationship Id="rId51" Type="http://schemas.openxmlformats.org/officeDocument/2006/relationships/slideLayout" Target="../slideLayouts/slideLayout211.xml"/><Relationship Id="rId50" Type="http://schemas.openxmlformats.org/officeDocument/2006/relationships/slideLayout" Target="../slideLayouts/slideLayout210.xml"/><Relationship Id="rId53" Type="http://schemas.openxmlformats.org/officeDocument/2006/relationships/slideLayout" Target="../slideLayouts/slideLayout213.xml"/><Relationship Id="rId52" Type="http://schemas.openxmlformats.org/officeDocument/2006/relationships/slideLayout" Target="../slideLayouts/slideLayout212.xml"/><Relationship Id="rId11" Type="http://schemas.openxmlformats.org/officeDocument/2006/relationships/slideLayout" Target="../slideLayouts/slideLayout171.xml"/><Relationship Id="rId55" Type="http://schemas.openxmlformats.org/officeDocument/2006/relationships/slideLayout" Target="../slideLayouts/slideLayout215.xml"/><Relationship Id="rId10" Type="http://schemas.openxmlformats.org/officeDocument/2006/relationships/slideLayout" Target="../slideLayouts/slideLayout170.xml"/><Relationship Id="rId54" Type="http://schemas.openxmlformats.org/officeDocument/2006/relationships/slideLayout" Target="../slideLayouts/slideLayout214.xml"/><Relationship Id="rId13" Type="http://schemas.openxmlformats.org/officeDocument/2006/relationships/slideLayout" Target="../slideLayouts/slideLayout173.xml"/><Relationship Id="rId57" Type="http://schemas.openxmlformats.org/officeDocument/2006/relationships/slideLayout" Target="../slideLayouts/slideLayout217.xml"/><Relationship Id="rId12" Type="http://schemas.openxmlformats.org/officeDocument/2006/relationships/slideLayout" Target="../slideLayouts/slideLayout172.xml"/><Relationship Id="rId56" Type="http://schemas.openxmlformats.org/officeDocument/2006/relationships/slideLayout" Target="../slideLayouts/slideLayout216.xml"/><Relationship Id="rId15" Type="http://schemas.openxmlformats.org/officeDocument/2006/relationships/slideLayout" Target="../slideLayouts/slideLayout175.xml"/><Relationship Id="rId59" Type="http://schemas.openxmlformats.org/officeDocument/2006/relationships/slideLayout" Target="../slideLayouts/slideLayout219.xml"/><Relationship Id="rId14" Type="http://schemas.openxmlformats.org/officeDocument/2006/relationships/slideLayout" Target="../slideLayouts/slideLayout174.xml"/><Relationship Id="rId58" Type="http://schemas.openxmlformats.org/officeDocument/2006/relationships/slideLayout" Target="../slideLayouts/slideLayout218.xml"/><Relationship Id="rId17" Type="http://schemas.openxmlformats.org/officeDocument/2006/relationships/slideLayout" Target="../slideLayouts/slideLayout177.xml"/><Relationship Id="rId16" Type="http://schemas.openxmlformats.org/officeDocument/2006/relationships/slideLayout" Target="../slideLayouts/slideLayout176.xml"/><Relationship Id="rId19" Type="http://schemas.openxmlformats.org/officeDocument/2006/relationships/slideLayout" Target="../slideLayouts/slideLayout179.xml"/><Relationship Id="rId18" Type="http://schemas.openxmlformats.org/officeDocument/2006/relationships/slideLayout" Target="../slideLayouts/slideLayout178.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280.xml"/><Relationship Id="rId42" Type="http://schemas.openxmlformats.org/officeDocument/2006/relationships/slideLayout" Target="../slideLayouts/slideLayout282.xml"/><Relationship Id="rId41" Type="http://schemas.openxmlformats.org/officeDocument/2006/relationships/slideLayout" Target="../slideLayouts/slideLayout281.xml"/><Relationship Id="rId44" Type="http://schemas.openxmlformats.org/officeDocument/2006/relationships/slideLayout" Target="../slideLayouts/slideLayout284.xml"/><Relationship Id="rId43" Type="http://schemas.openxmlformats.org/officeDocument/2006/relationships/slideLayout" Target="../slideLayouts/slideLayout283.xml"/><Relationship Id="rId46" Type="http://schemas.openxmlformats.org/officeDocument/2006/relationships/slideLayout" Target="../slideLayouts/slideLayout286.xml"/><Relationship Id="rId45" Type="http://schemas.openxmlformats.org/officeDocument/2006/relationships/slideLayout" Target="../slideLayouts/slideLayout285.xml"/><Relationship Id="rId80" Type="http://schemas.openxmlformats.org/officeDocument/2006/relationships/slideLayout" Target="../slideLayouts/slideLayout320.xml"/><Relationship Id="rId81" Type="http://schemas.openxmlformats.org/officeDocument/2006/relationships/theme" Target="../theme/theme1.xml"/><Relationship Id="rId1" Type="http://schemas.openxmlformats.org/officeDocument/2006/relationships/slideLayout" Target="../slideLayouts/slideLayout241.xml"/><Relationship Id="rId2" Type="http://schemas.openxmlformats.org/officeDocument/2006/relationships/slideLayout" Target="../slideLayouts/slideLayout242.xml"/><Relationship Id="rId3" Type="http://schemas.openxmlformats.org/officeDocument/2006/relationships/slideLayout" Target="../slideLayouts/slideLayout243.xml"/><Relationship Id="rId4" Type="http://schemas.openxmlformats.org/officeDocument/2006/relationships/slideLayout" Target="../slideLayouts/slideLayout244.xml"/><Relationship Id="rId9" Type="http://schemas.openxmlformats.org/officeDocument/2006/relationships/slideLayout" Target="../slideLayouts/slideLayout249.xml"/><Relationship Id="rId48" Type="http://schemas.openxmlformats.org/officeDocument/2006/relationships/slideLayout" Target="../slideLayouts/slideLayout288.xml"/><Relationship Id="rId47" Type="http://schemas.openxmlformats.org/officeDocument/2006/relationships/slideLayout" Target="../slideLayouts/slideLayout287.xml"/><Relationship Id="rId49" Type="http://schemas.openxmlformats.org/officeDocument/2006/relationships/slideLayout" Target="../slideLayouts/slideLayout289.xml"/><Relationship Id="rId5" Type="http://schemas.openxmlformats.org/officeDocument/2006/relationships/slideLayout" Target="../slideLayouts/slideLayout245.xml"/><Relationship Id="rId6" Type="http://schemas.openxmlformats.org/officeDocument/2006/relationships/slideLayout" Target="../slideLayouts/slideLayout246.xml"/><Relationship Id="rId7" Type="http://schemas.openxmlformats.org/officeDocument/2006/relationships/slideLayout" Target="../slideLayouts/slideLayout247.xml"/><Relationship Id="rId8" Type="http://schemas.openxmlformats.org/officeDocument/2006/relationships/slideLayout" Target="../slideLayouts/slideLayout248.xml"/><Relationship Id="rId73" Type="http://schemas.openxmlformats.org/officeDocument/2006/relationships/slideLayout" Target="../slideLayouts/slideLayout313.xml"/><Relationship Id="rId72" Type="http://schemas.openxmlformats.org/officeDocument/2006/relationships/slideLayout" Target="../slideLayouts/slideLayout312.xml"/><Relationship Id="rId31" Type="http://schemas.openxmlformats.org/officeDocument/2006/relationships/slideLayout" Target="../slideLayouts/slideLayout271.xml"/><Relationship Id="rId75" Type="http://schemas.openxmlformats.org/officeDocument/2006/relationships/slideLayout" Target="../slideLayouts/slideLayout315.xml"/><Relationship Id="rId30" Type="http://schemas.openxmlformats.org/officeDocument/2006/relationships/slideLayout" Target="../slideLayouts/slideLayout270.xml"/><Relationship Id="rId74" Type="http://schemas.openxmlformats.org/officeDocument/2006/relationships/slideLayout" Target="../slideLayouts/slideLayout314.xml"/><Relationship Id="rId33" Type="http://schemas.openxmlformats.org/officeDocument/2006/relationships/slideLayout" Target="../slideLayouts/slideLayout273.xml"/><Relationship Id="rId77" Type="http://schemas.openxmlformats.org/officeDocument/2006/relationships/slideLayout" Target="../slideLayouts/slideLayout317.xml"/><Relationship Id="rId32" Type="http://schemas.openxmlformats.org/officeDocument/2006/relationships/slideLayout" Target="../slideLayouts/slideLayout272.xml"/><Relationship Id="rId76" Type="http://schemas.openxmlformats.org/officeDocument/2006/relationships/slideLayout" Target="../slideLayouts/slideLayout316.xml"/><Relationship Id="rId35" Type="http://schemas.openxmlformats.org/officeDocument/2006/relationships/slideLayout" Target="../slideLayouts/slideLayout275.xml"/><Relationship Id="rId79" Type="http://schemas.openxmlformats.org/officeDocument/2006/relationships/slideLayout" Target="../slideLayouts/slideLayout319.xml"/><Relationship Id="rId34" Type="http://schemas.openxmlformats.org/officeDocument/2006/relationships/slideLayout" Target="../slideLayouts/slideLayout274.xml"/><Relationship Id="rId78" Type="http://schemas.openxmlformats.org/officeDocument/2006/relationships/slideLayout" Target="../slideLayouts/slideLayout318.xml"/><Relationship Id="rId71" Type="http://schemas.openxmlformats.org/officeDocument/2006/relationships/slideLayout" Target="../slideLayouts/slideLayout311.xml"/><Relationship Id="rId70" Type="http://schemas.openxmlformats.org/officeDocument/2006/relationships/slideLayout" Target="../slideLayouts/slideLayout310.xml"/><Relationship Id="rId37" Type="http://schemas.openxmlformats.org/officeDocument/2006/relationships/slideLayout" Target="../slideLayouts/slideLayout277.xml"/><Relationship Id="rId36" Type="http://schemas.openxmlformats.org/officeDocument/2006/relationships/slideLayout" Target="../slideLayouts/slideLayout276.xml"/><Relationship Id="rId39" Type="http://schemas.openxmlformats.org/officeDocument/2006/relationships/slideLayout" Target="../slideLayouts/slideLayout279.xml"/><Relationship Id="rId38" Type="http://schemas.openxmlformats.org/officeDocument/2006/relationships/slideLayout" Target="../slideLayouts/slideLayout278.xml"/><Relationship Id="rId62" Type="http://schemas.openxmlformats.org/officeDocument/2006/relationships/slideLayout" Target="../slideLayouts/slideLayout302.xml"/><Relationship Id="rId61" Type="http://schemas.openxmlformats.org/officeDocument/2006/relationships/slideLayout" Target="../slideLayouts/slideLayout301.xml"/><Relationship Id="rId20" Type="http://schemas.openxmlformats.org/officeDocument/2006/relationships/slideLayout" Target="../slideLayouts/slideLayout260.xml"/><Relationship Id="rId64" Type="http://schemas.openxmlformats.org/officeDocument/2006/relationships/slideLayout" Target="../slideLayouts/slideLayout304.xml"/><Relationship Id="rId63" Type="http://schemas.openxmlformats.org/officeDocument/2006/relationships/slideLayout" Target="../slideLayouts/slideLayout303.xml"/><Relationship Id="rId22" Type="http://schemas.openxmlformats.org/officeDocument/2006/relationships/slideLayout" Target="../slideLayouts/slideLayout262.xml"/><Relationship Id="rId66" Type="http://schemas.openxmlformats.org/officeDocument/2006/relationships/slideLayout" Target="../slideLayouts/slideLayout306.xml"/><Relationship Id="rId21" Type="http://schemas.openxmlformats.org/officeDocument/2006/relationships/slideLayout" Target="../slideLayouts/slideLayout261.xml"/><Relationship Id="rId65" Type="http://schemas.openxmlformats.org/officeDocument/2006/relationships/slideLayout" Target="../slideLayouts/slideLayout305.xml"/><Relationship Id="rId24" Type="http://schemas.openxmlformats.org/officeDocument/2006/relationships/slideLayout" Target="../slideLayouts/slideLayout264.xml"/><Relationship Id="rId68" Type="http://schemas.openxmlformats.org/officeDocument/2006/relationships/slideLayout" Target="../slideLayouts/slideLayout308.xml"/><Relationship Id="rId23" Type="http://schemas.openxmlformats.org/officeDocument/2006/relationships/slideLayout" Target="../slideLayouts/slideLayout263.xml"/><Relationship Id="rId67" Type="http://schemas.openxmlformats.org/officeDocument/2006/relationships/slideLayout" Target="../slideLayouts/slideLayout307.xml"/><Relationship Id="rId60" Type="http://schemas.openxmlformats.org/officeDocument/2006/relationships/slideLayout" Target="../slideLayouts/slideLayout300.xml"/><Relationship Id="rId26" Type="http://schemas.openxmlformats.org/officeDocument/2006/relationships/slideLayout" Target="../slideLayouts/slideLayout266.xml"/><Relationship Id="rId25" Type="http://schemas.openxmlformats.org/officeDocument/2006/relationships/slideLayout" Target="../slideLayouts/slideLayout265.xml"/><Relationship Id="rId69" Type="http://schemas.openxmlformats.org/officeDocument/2006/relationships/slideLayout" Target="../slideLayouts/slideLayout309.xml"/><Relationship Id="rId28" Type="http://schemas.openxmlformats.org/officeDocument/2006/relationships/slideLayout" Target="../slideLayouts/slideLayout268.xml"/><Relationship Id="rId27" Type="http://schemas.openxmlformats.org/officeDocument/2006/relationships/slideLayout" Target="../slideLayouts/slideLayout267.xml"/><Relationship Id="rId29" Type="http://schemas.openxmlformats.org/officeDocument/2006/relationships/slideLayout" Target="../slideLayouts/slideLayout269.xml"/><Relationship Id="rId51" Type="http://schemas.openxmlformats.org/officeDocument/2006/relationships/slideLayout" Target="../slideLayouts/slideLayout291.xml"/><Relationship Id="rId50" Type="http://schemas.openxmlformats.org/officeDocument/2006/relationships/slideLayout" Target="../slideLayouts/slideLayout290.xml"/><Relationship Id="rId53" Type="http://schemas.openxmlformats.org/officeDocument/2006/relationships/slideLayout" Target="../slideLayouts/slideLayout293.xml"/><Relationship Id="rId52" Type="http://schemas.openxmlformats.org/officeDocument/2006/relationships/slideLayout" Target="../slideLayouts/slideLayout292.xml"/><Relationship Id="rId11" Type="http://schemas.openxmlformats.org/officeDocument/2006/relationships/slideLayout" Target="../slideLayouts/slideLayout251.xml"/><Relationship Id="rId55" Type="http://schemas.openxmlformats.org/officeDocument/2006/relationships/slideLayout" Target="../slideLayouts/slideLayout295.xml"/><Relationship Id="rId10" Type="http://schemas.openxmlformats.org/officeDocument/2006/relationships/slideLayout" Target="../slideLayouts/slideLayout250.xml"/><Relationship Id="rId54" Type="http://schemas.openxmlformats.org/officeDocument/2006/relationships/slideLayout" Target="../slideLayouts/slideLayout294.xml"/><Relationship Id="rId13" Type="http://schemas.openxmlformats.org/officeDocument/2006/relationships/slideLayout" Target="../slideLayouts/slideLayout253.xml"/><Relationship Id="rId57" Type="http://schemas.openxmlformats.org/officeDocument/2006/relationships/slideLayout" Target="../slideLayouts/slideLayout297.xml"/><Relationship Id="rId12" Type="http://schemas.openxmlformats.org/officeDocument/2006/relationships/slideLayout" Target="../slideLayouts/slideLayout252.xml"/><Relationship Id="rId56" Type="http://schemas.openxmlformats.org/officeDocument/2006/relationships/slideLayout" Target="../slideLayouts/slideLayout296.xml"/><Relationship Id="rId15" Type="http://schemas.openxmlformats.org/officeDocument/2006/relationships/slideLayout" Target="../slideLayouts/slideLayout255.xml"/><Relationship Id="rId59" Type="http://schemas.openxmlformats.org/officeDocument/2006/relationships/slideLayout" Target="../slideLayouts/slideLayout299.xml"/><Relationship Id="rId14" Type="http://schemas.openxmlformats.org/officeDocument/2006/relationships/slideLayout" Target="../slideLayouts/slideLayout254.xml"/><Relationship Id="rId58" Type="http://schemas.openxmlformats.org/officeDocument/2006/relationships/slideLayout" Target="../slideLayouts/slideLayout298.xml"/><Relationship Id="rId17" Type="http://schemas.openxmlformats.org/officeDocument/2006/relationships/slideLayout" Target="../slideLayouts/slideLayout257.xml"/><Relationship Id="rId16" Type="http://schemas.openxmlformats.org/officeDocument/2006/relationships/slideLayout" Target="../slideLayouts/slideLayout256.xml"/><Relationship Id="rId19" Type="http://schemas.openxmlformats.org/officeDocument/2006/relationships/slideLayout" Target="../slideLayouts/slideLayout259.xml"/><Relationship Id="rId18" Type="http://schemas.openxmlformats.org/officeDocument/2006/relationships/slideLayout" Target="../slideLayouts/slideLayout258.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21.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2" name="Google Shape;12;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36" name="Shape 936"/>
        <p:cNvGrpSpPr/>
        <p:nvPr/>
      </p:nvGrpSpPr>
      <p:grpSpPr>
        <a:xfrm>
          <a:off x="0" y="0"/>
          <a:ext cx="0" cy="0"/>
          <a:chOff x="0" y="0"/>
          <a:chExt cx="0" cy="0"/>
        </a:xfrm>
      </p:grpSpPr>
      <p:sp>
        <p:nvSpPr>
          <p:cNvPr id="937" name="Google Shape;937;p8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938" name="Google Shape;938;p8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39" name="Google Shape;939;p8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 id="2147483756" r:id="rId28"/>
    <p:sldLayoutId id="2147483757" r:id="rId29"/>
    <p:sldLayoutId id="2147483758" r:id="rId30"/>
    <p:sldLayoutId id="2147483759" r:id="rId31"/>
    <p:sldLayoutId id="2147483760" r:id="rId32"/>
    <p:sldLayoutId id="2147483761" r:id="rId33"/>
    <p:sldLayoutId id="2147483762" r:id="rId34"/>
    <p:sldLayoutId id="2147483763" r:id="rId35"/>
    <p:sldLayoutId id="2147483764" r:id="rId36"/>
    <p:sldLayoutId id="2147483765" r:id="rId37"/>
    <p:sldLayoutId id="2147483766" r:id="rId38"/>
    <p:sldLayoutId id="2147483767" r:id="rId39"/>
    <p:sldLayoutId id="2147483768" r:id="rId40"/>
    <p:sldLayoutId id="2147483769" r:id="rId41"/>
    <p:sldLayoutId id="2147483770" r:id="rId42"/>
    <p:sldLayoutId id="2147483771" r:id="rId43"/>
    <p:sldLayoutId id="2147483772" r:id="rId44"/>
    <p:sldLayoutId id="2147483773" r:id="rId45"/>
    <p:sldLayoutId id="2147483774" r:id="rId46"/>
    <p:sldLayoutId id="2147483775" r:id="rId47"/>
    <p:sldLayoutId id="2147483776" r:id="rId48"/>
    <p:sldLayoutId id="2147483777" r:id="rId49"/>
    <p:sldLayoutId id="2147483778" r:id="rId50"/>
    <p:sldLayoutId id="2147483779" r:id="rId51"/>
    <p:sldLayoutId id="2147483780" r:id="rId52"/>
    <p:sldLayoutId id="2147483781" r:id="rId53"/>
    <p:sldLayoutId id="2147483782" r:id="rId54"/>
    <p:sldLayoutId id="2147483783" r:id="rId55"/>
    <p:sldLayoutId id="2147483784" r:id="rId56"/>
    <p:sldLayoutId id="2147483785" r:id="rId57"/>
    <p:sldLayoutId id="2147483786" r:id="rId58"/>
    <p:sldLayoutId id="2147483787" r:id="rId59"/>
    <p:sldLayoutId id="2147483788" r:id="rId60"/>
    <p:sldLayoutId id="2147483789" r:id="rId61"/>
    <p:sldLayoutId id="2147483790" r:id="rId62"/>
    <p:sldLayoutId id="2147483791" r:id="rId63"/>
    <p:sldLayoutId id="2147483792" r:id="rId64"/>
    <p:sldLayoutId id="2147483793" r:id="rId65"/>
    <p:sldLayoutId id="2147483794" r:id="rId66"/>
    <p:sldLayoutId id="2147483795" r:id="rId67"/>
    <p:sldLayoutId id="2147483796" r:id="rId68"/>
    <p:sldLayoutId id="2147483797" r:id="rId69"/>
    <p:sldLayoutId id="2147483798" r:id="rId70"/>
    <p:sldLayoutId id="2147483799" r:id="rId71"/>
    <p:sldLayoutId id="2147483800" r:id="rId72"/>
    <p:sldLayoutId id="2147483801" r:id="rId73"/>
    <p:sldLayoutId id="2147483802" r:id="rId74"/>
    <p:sldLayoutId id="2147483803" r:id="rId75"/>
    <p:sldLayoutId id="2147483804" r:id="rId76"/>
    <p:sldLayoutId id="2147483805" r:id="rId77"/>
    <p:sldLayoutId id="2147483806" r:id="rId78"/>
    <p:sldLayoutId id="2147483807" r:id="rId7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855" name="Shape 1855"/>
        <p:cNvGrpSpPr/>
        <p:nvPr/>
      </p:nvGrpSpPr>
      <p:grpSpPr>
        <a:xfrm>
          <a:off x="0" y="0"/>
          <a:ext cx="0" cy="0"/>
          <a:chOff x="0" y="0"/>
          <a:chExt cx="0" cy="0"/>
        </a:xfrm>
      </p:grpSpPr>
      <p:sp>
        <p:nvSpPr>
          <p:cNvPr id="1856" name="Google Shape;1856;p1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857" name="Google Shape;1857;p16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858" name="Google Shape;1858;p16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 id="2147483822" r:id="rId15"/>
    <p:sldLayoutId id="2147483823" r:id="rId16"/>
    <p:sldLayoutId id="2147483824" r:id="rId17"/>
    <p:sldLayoutId id="2147483825" r:id="rId18"/>
    <p:sldLayoutId id="2147483826" r:id="rId19"/>
    <p:sldLayoutId id="2147483827" r:id="rId20"/>
    <p:sldLayoutId id="2147483828" r:id="rId21"/>
    <p:sldLayoutId id="2147483829" r:id="rId22"/>
    <p:sldLayoutId id="2147483830" r:id="rId23"/>
    <p:sldLayoutId id="2147483831" r:id="rId24"/>
    <p:sldLayoutId id="2147483832" r:id="rId25"/>
    <p:sldLayoutId id="2147483833" r:id="rId26"/>
    <p:sldLayoutId id="2147483834" r:id="rId27"/>
    <p:sldLayoutId id="2147483835" r:id="rId28"/>
    <p:sldLayoutId id="2147483836" r:id="rId29"/>
    <p:sldLayoutId id="2147483837" r:id="rId30"/>
    <p:sldLayoutId id="2147483838" r:id="rId31"/>
    <p:sldLayoutId id="2147483839" r:id="rId32"/>
    <p:sldLayoutId id="2147483840" r:id="rId33"/>
    <p:sldLayoutId id="2147483841" r:id="rId34"/>
    <p:sldLayoutId id="2147483842" r:id="rId35"/>
    <p:sldLayoutId id="2147483843" r:id="rId36"/>
    <p:sldLayoutId id="2147483844" r:id="rId37"/>
    <p:sldLayoutId id="2147483845" r:id="rId38"/>
    <p:sldLayoutId id="2147483846" r:id="rId39"/>
    <p:sldLayoutId id="2147483847" r:id="rId40"/>
    <p:sldLayoutId id="2147483848" r:id="rId41"/>
    <p:sldLayoutId id="2147483849" r:id="rId42"/>
    <p:sldLayoutId id="2147483850" r:id="rId43"/>
    <p:sldLayoutId id="2147483851" r:id="rId44"/>
    <p:sldLayoutId id="2147483852" r:id="rId45"/>
    <p:sldLayoutId id="2147483853" r:id="rId46"/>
    <p:sldLayoutId id="2147483854" r:id="rId47"/>
    <p:sldLayoutId id="2147483855" r:id="rId48"/>
    <p:sldLayoutId id="2147483856" r:id="rId49"/>
    <p:sldLayoutId id="2147483857" r:id="rId50"/>
    <p:sldLayoutId id="2147483858" r:id="rId51"/>
    <p:sldLayoutId id="2147483859" r:id="rId52"/>
    <p:sldLayoutId id="2147483860" r:id="rId53"/>
    <p:sldLayoutId id="2147483861" r:id="rId54"/>
    <p:sldLayoutId id="2147483862" r:id="rId55"/>
    <p:sldLayoutId id="2147483863" r:id="rId56"/>
    <p:sldLayoutId id="2147483864" r:id="rId57"/>
    <p:sldLayoutId id="2147483865" r:id="rId58"/>
    <p:sldLayoutId id="2147483866" r:id="rId59"/>
    <p:sldLayoutId id="2147483867" r:id="rId60"/>
    <p:sldLayoutId id="2147483868" r:id="rId61"/>
    <p:sldLayoutId id="2147483869" r:id="rId62"/>
    <p:sldLayoutId id="2147483870" r:id="rId63"/>
    <p:sldLayoutId id="2147483871" r:id="rId64"/>
    <p:sldLayoutId id="2147483872" r:id="rId65"/>
    <p:sldLayoutId id="2147483873" r:id="rId66"/>
    <p:sldLayoutId id="2147483874" r:id="rId67"/>
    <p:sldLayoutId id="2147483875" r:id="rId68"/>
    <p:sldLayoutId id="2147483876" r:id="rId69"/>
    <p:sldLayoutId id="2147483877" r:id="rId70"/>
    <p:sldLayoutId id="2147483878" r:id="rId71"/>
    <p:sldLayoutId id="2147483879" r:id="rId72"/>
    <p:sldLayoutId id="2147483880" r:id="rId73"/>
    <p:sldLayoutId id="2147483881" r:id="rId74"/>
    <p:sldLayoutId id="2147483882" r:id="rId75"/>
    <p:sldLayoutId id="2147483883" r:id="rId76"/>
    <p:sldLayoutId id="2147483884" r:id="rId77"/>
    <p:sldLayoutId id="2147483885" r:id="rId78"/>
    <p:sldLayoutId id="2147483886" r:id="rId79"/>
    <p:sldLayoutId id="2147483887" r:id="rId8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778" name="Shape 2778"/>
        <p:cNvGrpSpPr/>
        <p:nvPr/>
      </p:nvGrpSpPr>
      <p:grpSpPr>
        <a:xfrm>
          <a:off x="0" y="0"/>
          <a:ext cx="0" cy="0"/>
          <a:chOff x="0" y="0"/>
          <a:chExt cx="0" cy="0"/>
        </a:xfrm>
      </p:grpSpPr>
      <p:sp>
        <p:nvSpPr>
          <p:cNvPr id="2779" name="Google Shape;2779;p2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2780" name="Google Shape;2780;p2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2781" name="Google Shape;2781;p24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23" r:id="rId36"/>
    <p:sldLayoutId id="2147483924" r:id="rId37"/>
    <p:sldLayoutId id="2147483925" r:id="rId38"/>
    <p:sldLayoutId id="2147483926" r:id="rId39"/>
    <p:sldLayoutId id="2147483927" r:id="rId40"/>
    <p:sldLayoutId id="2147483928" r:id="rId41"/>
    <p:sldLayoutId id="2147483929" r:id="rId42"/>
    <p:sldLayoutId id="2147483930" r:id="rId43"/>
    <p:sldLayoutId id="2147483931" r:id="rId44"/>
    <p:sldLayoutId id="2147483932" r:id="rId45"/>
    <p:sldLayoutId id="2147483933" r:id="rId46"/>
    <p:sldLayoutId id="2147483934" r:id="rId47"/>
    <p:sldLayoutId id="2147483935" r:id="rId48"/>
    <p:sldLayoutId id="2147483936" r:id="rId49"/>
    <p:sldLayoutId id="2147483937" r:id="rId50"/>
    <p:sldLayoutId id="2147483938" r:id="rId51"/>
    <p:sldLayoutId id="2147483939" r:id="rId52"/>
    <p:sldLayoutId id="2147483940" r:id="rId53"/>
    <p:sldLayoutId id="2147483941" r:id="rId54"/>
    <p:sldLayoutId id="2147483942" r:id="rId55"/>
    <p:sldLayoutId id="2147483943" r:id="rId56"/>
    <p:sldLayoutId id="2147483944" r:id="rId57"/>
    <p:sldLayoutId id="2147483945" r:id="rId58"/>
    <p:sldLayoutId id="2147483946" r:id="rId59"/>
    <p:sldLayoutId id="2147483947" r:id="rId60"/>
    <p:sldLayoutId id="2147483948" r:id="rId61"/>
    <p:sldLayoutId id="2147483949" r:id="rId62"/>
    <p:sldLayoutId id="2147483950" r:id="rId63"/>
    <p:sldLayoutId id="2147483951" r:id="rId64"/>
    <p:sldLayoutId id="2147483952" r:id="rId65"/>
    <p:sldLayoutId id="2147483953" r:id="rId66"/>
    <p:sldLayoutId id="2147483954" r:id="rId67"/>
    <p:sldLayoutId id="2147483955" r:id="rId68"/>
    <p:sldLayoutId id="2147483956" r:id="rId69"/>
    <p:sldLayoutId id="2147483957" r:id="rId70"/>
    <p:sldLayoutId id="2147483958" r:id="rId71"/>
    <p:sldLayoutId id="2147483959" r:id="rId72"/>
    <p:sldLayoutId id="2147483960" r:id="rId73"/>
    <p:sldLayoutId id="2147483961" r:id="rId74"/>
    <p:sldLayoutId id="2147483962" r:id="rId75"/>
    <p:sldLayoutId id="2147483963" r:id="rId76"/>
    <p:sldLayoutId id="2147483964" r:id="rId77"/>
    <p:sldLayoutId id="2147483965" r:id="rId78"/>
    <p:sldLayoutId id="2147483966" r:id="rId79"/>
    <p:sldLayoutId id="2147483967" r:id="rId8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1" name="Shape 370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96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xml"/><Relationship Id="rId3" Type="http://schemas.openxmlformats.org/officeDocument/2006/relationships/image" Target="../media/image113.png"/><Relationship Id="rId4" Type="http://schemas.openxmlformats.org/officeDocument/2006/relationships/image" Target="../media/image5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6.xml"/><Relationship Id="rId3" Type="http://schemas.openxmlformats.org/officeDocument/2006/relationships/hyperlink" Target="https://docs.google.com/document/d/1xksXAz1ipBGbvynOddzil1gQieBmv19WDAk25H4s1V0/edit?usp=drive_link"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2.png"/><Relationship Id="rId9"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60.png"/><Relationship Id="rId7" Type="http://schemas.openxmlformats.org/officeDocument/2006/relationships/image" Target="../media/image62.png"/><Relationship Id="rId8" Type="http://schemas.openxmlformats.org/officeDocument/2006/relationships/image" Target="../media/image58.png"/><Relationship Id="rId11" Type="http://schemas.openxmlformats.org/officeDocument/2006/relationships/image" Target="../media/image65.png"/><Relationship Id="rId10" Type="http://schemas.openxmlformats.org/officeDocument/2006/relationships/image" Target="../media/image67.png"/><Relationship Id="rId13" Type="http://schemas.openxmlformats.org/officeDocument/2006/relationships/image" Target="../media/image72.png"/><Relationship Id="rId12" Type="http://schemas.openxmlformats.org/officeDocument/2006/relationships/image" Target="../media/image68.png"/><Relationship Id="rId15" Type="http://schemas.openxmlformats.org/officeDocument/2006/relationships/image" Target="../media/image70.png"/><Relationship Id="rId14" Type="http://schemas.openxmlformats.org/officeDocument/2006/relationships/image" Target="../media/image75.png"/><Relationship Id="rId17" Type="http://schemas.openxmlformats.org/officeDocument/2006/relationships/image" Target="../media/image76.png"/><Relationship Id="rId16" Type="http://schemas.openxmlformats.org/officeDocument/2006/relationships/image" Target="../media/image6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1.xml"/><Relationship Id="rId2" Type="http://schemas.openxmlformats.org/officeDocument/2006/relationships/notesSlide" Target="../notesSlides/notesSlide9.xml"/><Relationship Id="rId3" Type="http://schemas.openxmlformats.org/officeDocument/2006/relationships/image" Target="../media/image64.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5.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1.xml"/><Relationship Id="rId3" Type="http://schemas.openxmlformats.org/officeDocument/2006/relationships/image" Target="../media/image65.png"/><Relationship Id="rId4" Type="http://schemas.openxmlformats.org/officeDocument/2006/relationships/image" Target="../media/image87.png"/><Relationship Id="rId9" Type="http://schemas.openxmlformats.org/officeDocument/2006/relationships/hyperlink" Target="https://apps.apple.com/es/app/bankinter-m%C3%B3vil/id899573893" TargetMode="External"/><Relationship Id="rId5" Type="http://schemas.openxmlformats.org/officeDocument/2006/relationships/hyperlink" Target="https://es.trustpilot.com/review/bankinter.com" TargetMode="External"/><Relationship Id="rId6" Type="http://schemas.openxmlformats.org/officeDocument/2006/relationships/hyperlink" Target="https://es.trustpilot.com/review/bankinter.com" TargetMode="External"/><Relationship Id="rId7" Type="http://schemas.openxmlformats.org/officeDocument/2006/relationships/image" Target="../media/image73.png"/><Relationship Id="rId8" Type="http://schemas.openxmlformats.org/officeDocument/2006/relationships/hyperlink" Target="https://apps.apple.com/es/app/bankinter-m%C3%B3vil/id899573893" TargetMode="External"/><Relationship Id="rId11" Type="http://schemas.openxmlformats.org/officeDocument/2006/relationships/hyperlink" Target="https://play.google.com/store/apps/details?id=com.bankinter.launcher" TargetMode="External"/><Relationship Id="rId10" Type="http://schemas.openxmlformats.org/officeDocument/2006/relationships/image" Target="../media/image71.png"/><Relationship Id="rId13" Type="http://schemas.openxmlformats.org/officeDocument/2006/relationships/image" Target="../media/image74.png"/><Relationship Id="rId12" Type="http://schemas.openxmlformats.org/officeDocument/2006/relationships/hyperlink" Target="https://play.google.com/store/apps/details?id=com.bankinter.launcher" TargetMode="External"/><Relationship Id="rId15" Type="http://schemas.openxmlformats.org/officeDocument/2006/relationships/hyperlink" Target="https://www.bankinter.com/webcorporativa/en/communication-room/news/institutional/bankinter-posts-a-record-profit-of-1090-million-euros-in-2025-14-4-driven-by-growth-in-its-business-with-customers" TargetMode="External"/><Relationship Id="rId14" Type="http://schemas.openxmlformats.org/officeDocument/2006/relationships/hyperlink" Target="https://www.bankinter.com/www/webcorp/swf/memoria2024/banca-comercial.html" TargetMode="External"/><Relationship Id="rId17" Type="http://schemas.openxmlformats.org/officeDocument/2006/relationships/hyperlink" Target="https://www.bankinter.com/www/webcorp/swf/memoria2024/calidad.html" TargetMode="External"/><Relationship Id="rId16" Type="http://schemas.openxmlformats.org/officeDocument/2006/relationships/hyperlink" Target="https://www.bankinter.com/blog/noticias-bankinter/resultados-bankinter-2024" TargetMode="External"/><Relationship Id="rId18" Type="http://schemas.openxmlformats.org/officeDocument/2006/relationships/hyperlink" Target="https://docs.google.com/document/d/1Fz8tAnVUypwx0QAEfZk87MsZR6j8BmQRctOJWIWBikc/edit?usp=drive_link"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2.xml"/><Relationship Id="rId3" Type="http://schemas.openxmlformats.org/officeDocument/2006/relationships/image" Target="../media/image87.png"/><Relationship Id="rId4" Type="http://schemas.openxmlformats.org/officeDocument/2006/relationships/image" Target="../media/image78.png"/><Relationship Id="rId9" Type="http://schemas.openxmlformats.org/officeDocument/2006/relationships/hyperlink" Target="https://apps.apple.com/es/app/imagin/id1494582083" TargetMode="External"/><Relationship Id="rId5" Type="http://schemas.openxmlformats.org/officeDocument/2006/relationships/hyperlink" Target="https://es.trustpilot.com/review/imaginbank.com" TargetMode="External"/><Relationship Id="rId6" Type="http://schemas.openxmlformats.org/officeDocument/2006/relationships/hyperlink" Target="https://es.trustpilot.com/review/imaginbank.com" TargetMode="External"/><Relationship Id="rId7" Type="http://schemas.openxmlformats.org/officeDocument/2006/relationships/image" Target="../media/image73.png"/><Relationship Id="rId8" Type="http://schemas.openxmlformats.org/officeDocument/2006/relationships/hyperlink" Target="https://apps.apple.com/es/app/imagin/id1494582083" TargetMode="External"/><Relationship Id="rId20" Type="http://schemas.openxmlformats.org/officeDocument/2006/relationships/hyperlink" Target="https://www.caixabank.com/StaticFiles/pdfs/250221_OIR_IARC_2024_es.pdf" TargetMode="External"/><Relationship Id="rId22" Type="http://schemas.openxmlformats.org/officeDocument/2006/relationships/hyperlink" Target="https://docs.google.com/document/d/1Q-tkbmshuHLXu75f7-a-qIw3VQSJHQOMt-CHhYpZaOk/edit?usp=drive_link" TargetMode="External"/><Relationship Id="rId21" Type="http://schemas.openxmlformats.org/officeDocument/2006/relationships/hyperlink" Target="https://www.caixabank.com/StaticFiles/pdfs/250221_OIR_IARC_2024_es.pdf" TargetMode="External"/><Relationship Id="rId23" Type="http://schemas.openxmlformats.org/officeDocument/2006/relationships/hyperlink" Target="https://docs.google.com/document/d/1Q-tkbmshuHLXu75f7-a-qIw3VQSJHQOMt-CHhYpZaOk/edit?usp=drive_link" TargetMode="External"/><Relationship Id="rId11" Type="http://schemas.openxmlformats.org/officeDocument/2006/relationships/hyperlink" Target="https://play.google.com/store/apps/details?id=com.imaginbank.app" TargetMode="External"/><Relationship Id="rId10" Type="http://schemas.openxmlformats.org/officeDocument/2006/relationships/image" Target="../media/image71.png"/><Relationship Id="rId13" Type="http://schemas.openxmlformats.org/officeDocument/2006/relationships/image" Target="../media/image74.png"/><Relationship Id="rId12" Type="http://schemas.openxmlformats.org/officeDocument/2006/relationships/hyperlink" Target="https://play.google.com/store/apps/details?id=com.imaginbank.app" TargetMode="External"/><Relationship Id="rId15" Type="http://schemas.openxmlformats.org/officeDocument/2006/relationships/hyperlink" Target="https://roams.es/actualidad/finanzas/imagin-impulsa-a-caixabank-aporta-la-mitad-de-los-390000-nuevos-clientes-ganados-en-2025/" TargetMode="External"/><Relationship Id="rId14" Type="http://schemas.openxmlformats.org/officeDocument/2006/relationships/hyperlink" Target="https://roams.es/actualidad/finanzas/imagin-impulsa-a-caixabank-aporta-la-mitad-de-los-390000-nuevos-clientes-ganados-en-2025/" TargetMode="External"/><Relationship Id="rId17" Type="http://schemas.openxmlformats.org/officeDocument/2006/relationships/hyperlink" Target="https://www.caixabank.com/en/headlines/news/imagin-consolidates-its-position-as-the-leading-neobank-among-young-people-with-a-48-market-share-" TargetMode="External"/><Relationship Id="rId16" Type="http://schemas.openxmlformats.org/officeDocument/2006/relationships/hyperlink" Target="https://www.caixabank.com/en/headlines/news/imagin-consolidates-its-position-as-the-leading-neobank-among-young-people-with-a-48-market-share-" TargetMode="External"/><Relationship Id="rId19" Type="http://schemas.openxmlformats.org/officeDocument/2006/relationships/hyperlink" Target="https://www.caixabank.com/es/actualidad/noticias/caixabank-bate-su-record-historico-y-supera-las-6-150-000-nominas-domiciliadas" TargetMode="External"/><Relationship Id="rId18" Type="http://schemas.openxmlformats.org/officeDocument/2006/relationships/hyperlink" Target="https://www.caixabank.com/es/actualidad/noticias/caixabank-bate-su-record-historico-y-supera-las-6-150-000-nominas-domiciliada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3.xml"/><Relationship Id="rId3" Type="http://schemas.openxmlformats.org/officeDocument/2006/relationships/image" Target="../media/image92.png"/><Relationship Id="rId4" Type="http://schemas.openxmlformats.org/officeDocument/2006/relationships/image" Target="../media/image87.png"/><Relationship Id="rId9" Type="http://schemas.openxmlformats.org/officeDocument/2006/relationships/hyperlink" Target="https://apps.apple.com/es/app/n26-banca-online/id956857223" TargetMode="External"/><Relationship Id="rId5" Type="http://schemas.openxmlformats.org/officeDocument/2006/relationships/hyperlink" Target="https://es.trustpilot.com/review/n26.com" TargetMode="External"/><Relationship Id="rId6" Type="http://schemas.openxmlformats.org/officeDocument/2006/relationships/hyperlink" Target="https://es.trustpilot.com/review/n26.com" TargetMode="External"/><Relationship Id="rId7" Type="http://schemas.openxmlformats.org/officeDocument/2006/relationships/image" Target="../media/image73.png"/><Relationship Id="rId8" Type="http://schemas.openxmlformats.org/officeDocument/2006/relationships/hyperlink" Target="https://apps.apple.com/es/app/n26-banca-online/id956857223" TargetMode="External"/><Relationship Id="rId11" Type="http://schemas.openxmlformats.org/officeDocument/2006/relationships/hyperlink" Target="https://play.google.com/store/apps/details?id=de.number26.android" TargetMode="External"/><Relationship Id="rId10" Type="http://schemas.openxmlformats.org/officeDocument/2006/relationships/image" Target="../media/image71.png"/><Relationship Id="rId13" Type="http://schemas.openxmlformats.org/officeDocument/2006/relationships/image" Target="../media/image74.png"/><Relationship Id="rId12" Type="http://schemas.openxmlformats.org/officeDocument/2006/relationships/hyperlink" Target="https://play.google.com/store/apps/details?id=de.number26.android" TargetMode="External"/><Relationship Id="rId15" Type="http://schemas.openxmlformats.org/officeDocument/2006/relationships/hyperlink" Target="https://www.reuters.com/business/finance/n26-reports-first-annual-profit-2025-02-05/" TargetMode="External"/><Relationship Id="rId14" Type="http://schemas.openxmlformats.org/officeDocument/2006/relationships/hyperlink" Target="https://andro4all.com/tecnologia/todo-sobre-n26-el-neobanco-con-mas-de-1-millon-de-clientes-en-espana-funcionamiento-servicios-y-mas" TargetMode="External"/><Relationship Id="rId17" Type="http://schemas.openxmlformats.org/officeDocument/2006/relationships/hyperlink" Target="https://docs.google.com/document/d/134XU0W1owAvx2MDoBJY55cSgv9MW842hIlYZuAwp-Oo/edit?usp=drive_link" TargetMode="External"/><Relationship Id="rId16" Type="http://schemas.openxmlformats.org/officeDocument/2006/relationships/hyperlink" Target="https://elasesorfinanciero.com/revolut-y-n26-captan-el-20-de-las-cuentas-bancarias-en-espana/"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4.xml"/><Relationship Id="rId3" Type="http://schemas.openxmlformats.org/officeDocument/2006/relationships/image" Target="../media/image54.png"/><Relationship Id="rId4" Type="http://schemas.openxmlformats.org/officeDocument/2006/relationships/image" Target="../media/image87.png"/><Relationship Id="rId9" Type="http://schemas.openxmlformats.org/officeDocument/2006/relationships/hyperlink" Target="https://apps.apple.com/es/app/ing-espa%C3%B1a/id363801498" TargetMode="External"/><Relationship Id="rId5" Type="http://schemas.openxmlformats.org/officeDocument/2006/relationships/hyperlink" Target="https://es.trustpilot.com/review/ing.es" TargetMode="External"/><Relationship Id="rId6" Type="http://schemas.openxmlformats.org/officeDocument/2006/relationships/hyperlink" Target="https://es.trustpilot.com/review/ing.es" TargetMode="External"/><Relationship Id="rId7" Type="http://schemas.openxmlformats.org/officeDocument/2006/relationships/image" Target="../media/image73.png"/><Relationship Id="rId8" Type="http://schemas.openxmlformats.org/officeDocument/2006/relationships/hyperlink" Target="https://apps.apple.com/es/app/ing-espa%C3%B1a/id363801498" TargetMode="External"/><Relationship Id="rId20" Type="http://schemas.openxmlformats.org/officeDocument/2006/relationships/hyperlink" Target="https://www.ing.es/sobre-ing/sala-prensa/ing-impulsa-su-crecimiento-resultados-anuales" TargetMode="External"/><Relationship Id="rId22" Type="http://schemas.openxmlformats.org/officeDocument/2006/relationships/hyperlink" Target="https://docs.google.com/document/d/1BfnBO2uv8INHM5yEbtI2pytliXYznjiSR1k1jMmR50U/edit?usp=drive_link" TargetMode="External"/><Relationship Id="rId21" Type="http://schemas.openxmlformats.org/officeDocument/2006/relationships/hyperlink" Target="https://www.ing.es/sobre-ing/sala-prensa/ing-impulsa-su-crecimiento-resultados-anuales" TargetMode="External"/><Relationship Id="rId11" Type="http://schemas.openxmlformats.org/officeDocument/2006/relationships/hyperlink" Target="https://play.google.com/store/apps/details?id=www.ingdirect.nativeframe" TargetMode="External"/><Relationship Id="rId10" Type="http://schemas.openxmlformats.org/officeDocument/2006/relationships/image" Target="../media/image71.png"/><Relationship Id="rId13" Type="http://schemas.openxmlformats.org/officeDocument/2006/relationships/image" Target="../media/image74.png"/><Relationship Id="rId12" Type="http://schemas.openxmlformats.org/officeDocument/2006/relationships/hyperlink" Target="https://play.google.com/store/apps/details?id=www.ingdirect.nativeframe" TargetMode="External"/><Relationship Id="rId15" Type="http://schemas.openxmlformats.org/officeDocument/2006/relationships/hyperlink" Target="https://www.elnacional.cat/oneconomia/es/empresas/ing-cierra-2025-record-espana-segundo-mercado-por-clientes_1551326_102.html" TargetMode="External"/><Relationship Id="rId14" Type="http://schemas.openxmlformats.org/officeDocument/2006/relationships/hyperlink" Target="https://www.elnacional.cat/oneconomia/es/empresas/ing-cierra-2025-record-espana-segundo-mercado-por-clientes_1551326_102.html" TargetMode="External"/><Relationship Id="rId17" Type="http://schemas.openxmlformats.org/officeDocument/2006/relationships/hyperlink" Target="https://www.eleconomista.es/banca-finanzas/noticias/13773599/02/26/ing-gana-355-millones-y-apunta-a-un-nuevo-record-.html" TargetMode="External"/><Relationship Id="rId16" Type="http://schemas.openxmlformats.org/officeDocument/2006/relationships/hyperlink" Target="https://www.eleconomista.es/banca-finanzas/noticias/13773599/02/26/ing-gana-355-millones-y-apunta-a-un-nuevo-record-.html" TargetMode="External"/><Relationship Id="rId19" Type="http://schemas.openxmlformats.org/officeDocument/2006/relationships/hyperlink" Target="https://www.elnacional.cat/oneconomia/es/empresas/ing-cierra-2025-record-espana-segundo-mercado-por-clientes_1551326_102.html" TargetMode="External"/><Relationship Id="rId18" Type="http://schemas.openxmlformats.org/officeDocument/2006/relationships/hyperlink" Target="https://www.elnacional.cat/oneconomia/es/empresas/ing-cierra-2025-record-espana-segundo-mercado-por-clientes_1551326_102.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5.xml"/><Relationship Id="rId3" Type="http://schemas.openxmlformats.org/officeDocument/2006/relationships/image" Target="../media/image52.png"/><Relationship Id="rId4" Type="http://schemas.openxmlformats.org/officeDocument/2006/relationships/image" Target="../media/image87.png"/><Relationship Id="rId9" Type="http://schemas.openxmlformats.org/officeDocument/2006/relationships/hyperlink" Target="https://apps.apple.com/es/app/revolut/id932493382" TargetMode="External"/><Relationship Id="rId5" Type="http://schemas.openxmlformats.org/officeDocument/2006/relationships/hyperlink" Target="https://es.trustpilot.com/review/revolut.com" TargetMode="External"/><Relationship Id="rId6" Type="http://schemas.openxmlformats.org/officeDocument/2006/relationships/hyperlink" Target="https://es.trustpilot.com/review/revolut.com" TargetMode="External"/><Relationship Id="rId7" Type="http://schemas.openxmlformats.org/officeDocument/2006/relationships/image" Target="../media/image73.png"/><Relationship Id="rId8" Type="http://schemas.openxmlformats.org/officeDocument/2006/relationships/hyperlink" Target="https://apps.apple.com/es/app/revolut/id932493382" TargetMode="External"/><Relationship Id="rId11" Type="http://schemas.openxmlformats.org/officeDocument/2006/relationships/hyperlink" Target="https://play.google.com/store/apps/details?id=com.revolut.revolut" TargetMode="External"/><Relationship Id="rId10" Type="http://schemas.openxmlformats.org/officeDocument/2006/relationships/image" Target="../media/image71.png"/><Relationship Id="rId13" Type="http://schemas.openxmlformats.org/officeDocument/2006/relationships/image" Target="../media/image74.png"/><Relationship Id="rId12" Type="http://schemas.openxmlformats.org/officeDocument/2006/relationships/hyperlink" Target="https://play.google.com/store/apps/details?id=com.revolut.revolut" TargetMode="External"/><Relationship Id="rId15" Type="http://schemas.openxmlformats.org/officeDocument/2006/relationships/hyperlink" Target="https://www.revolut.com/news/revolut_hits_50_million_customer_milestone_globally_on_mission_to_build_world_s_first_truly_global_bank/" TargetMode="External"/><Relationship Id="rId14" Type="http://schemas.openxmlformats.org/officeDocument/2006/relationships/hyperlink" Target="https://www.revolut.com/news/revolut_hits_50_million_customer_milestone_globally_on_mission_to_build_world_s_first_truly_global_bank/" TargetMode="External"/><Relationship Id="rId17" Type="http://schemas.openxmlformats.org/officeDocument/2006/relationships/hyperlink" Target="https://www.xataka.com/empresas-y-economia/neobancos-rompen-25-cuota-mercado-espana-banca-tradicional-esta-perdiendo-a-clientes-jovenes" TargetMode="External"/><Relationship Id="rId16" Type="http://schemas.openxmlformats.org/officeDocument/2006/relationships/hyperlink" Target="https://fxnewsgroup.com/forex-news/retail-forex/revolut-sees-revenues-top-4-billion-72-profits-of-1-billion-in-2024/" TargetMode="External"/><Relationship Id="rId19" Type="http://schemas.openxmlformats.org/officeDocument/2006/relationships/hyperlink" Target="https://docs.google.com/document/d/12Ce_50cHIxav9HQKb1_avpxLcm38TlNlz-CN-3_ZV_g/edit?usp=drive_link" TargetMode="External"/><Relationship Id="rId18" Type="http://schemas.openxmlformats.org/officeDocument/2006/relationships/hyperlink" Target="https://www.xataka.com/empresas-y-economia/neobancos-rompen-25-cuota-mercado-espana-banca-tradicional-esta-perdiendo-a-clientes-jovene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6.xml"/><Relationship Id="rId3" Type="http://schemas.openxmlformats.org/officeDocument/2006/relationships/image" Target="../media/image62.png"/><Relationship Id="rId4" Type="http://schemas.openxmlformats.org/officeDocument/2006/relationships/image" Target="../media/image87.png"/><Relationship Id="rId9" Type="http://schemas.openxmlformats.org/officeDocument/2006/relationships/hyperlink" Target="https://apps.apple.com/es/app/trade-republic/id1410703839" TargetMode="External"/><Relationship Id="rId5" Type="http://schemas.openxmlformats.org/officeDocument/2006/relationships/hyperlink" Target="https://es.trustpilot.com/review/traderepublic.com" TargetMode="External"/><Relationship Id="rId6" Type="http://schemas.openxmlformats.org/officeDocument/2006/relationships/hyperlink" Target="https://es.trustpilot.com/review/traderepublic.com" TargetMode="External"/><Relationship Id="rId7" Type="http://schemas.openxmlformats.org/officeDocument/2006/relationships/image" Target="../media/image73.png"/><Relationship Id="rId8" Type="http://schemas.openxmlformats.org/officeDocument/2006/relationships/hyperlink" Target="https://apps.apple.com/es/app/trade-republic/id1410703839" TargetMode="External"/><Relationship Id="rId11" Type="http://schemas.openxmlformats.org/officeDocument/2006/relationships/hyperlink" Target="https://play.google.com/store/apps/details?id=de.traderepublic.app" TargetMode="External"/><Relationship Id="rId10" Type="http://schemas.openxmlformats.org/officeDocument/2006/relationships/image" Target="../media/image71.png"/><Relationship Id="rId13" Type="http://schemas.openxmlformats.org/officeDocument/2006/relationships/image" Target="../media/image74.png"/><Relationship Id="rId12" Type="http://schemas.openxmlformats.org/officeDocument/2006/relationships/hyperlink" Target="https://play.google.com/store/apps/details?id=de.traderepublic.app" TargetMode="External"/><Relationship Id="rId15" Type="http://schemas.openxmlformats.org/officeDocument/2006/relationships/hyperlink" Target="https://tradeinformer.com/broker-news/exclusive-trade-republic-made-e272-4m-in-revenue-e34-8m-in-profit-in-2024-financial-year" TargetMode="External"/><Relationship Id="rId14" Type="http://schemas.openxmlformats.org/officeDocument/2006/relationships/hyperlink" Target="https://www.financemagnates.com/forex/brokers/trade-republic-doubles-to-8-million-users-as-assets-top-100-billion/" TargetMode="External"/><Relationship Id="rId17" Type="http://schemas.openxmlformats.org/officeDocument/2006/relationships/hyperlink" Target="https://docs.google.com/document/d/1q0fVx7-gPJLLyS3PjC6dw68ozb_JgE9RNDvJJDj-Vjo/edit?usp=drive_link" TargetMode="External"/><Relationship Id="rId16" Type="http://schemas.openxmlformats.org/officeDocument/2006/relationships/hyperlink" Target="https://www.fundssociety.com/es/noticias/negocio/trade-republic-alcanza-1-millon-de-clientes-en-espana-y-lanza-su-oferta-bancaria-loca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7.xml"/><Relationship Id="rId3" Type="http://schemas.openxmlformats.org/officeDocument/2006/relationships/image" Target="../media/image67.png"/><Relationship Id="rId4" Type="http://schemas.openxmlformats.org/officeDocument/2006/relationships/image" Target="../media/image87.png"/><Relationship Id="rId9" Type="http://schemas.openxmlformats.org/officeDocument/2006/relationships/hyperlink" Target="https://apps.apple.com/es/app/bbva-espa%C3%B1a/id325813236" TargetMode="External"/><Relationship Id="rId5" Type="http://schemas.openxmlformats.org/officeDocument/2006/relationships/hyperlink" Target="https://es.trustpilot.com/review/bbva.es" TargetMode="External"/><Relationship Id="rId6" Type="http://schemas.openxmlformats.org/officeDocument/2006/relationships/hyperlink" Target="https://es.trustpilot.com/review/bbva.es" TargetMode="External"/><Relationship Id="rId7" Type="http://schemas.openxmlformats.org/officeDocument/2006/relationships/image" Target="../media/image73.png"/><Relationship Id="rId8" Type="http://schemas.openxmlformats.org/officeDocument/2006/relationships/hyperlink" Target="https://apps.apple.com/es/app/bbva-espa%C3%B1a/id325813236" TargetMode="External"/><Relationship Id="rId11" Type="http://schemas.openxmlformats.org/officeDocument/2006/relationships/hyperlink" Target="https://play.google.com/store/apps/details?id=com.bbva.bbvacontigo" TargetMode="External"/><Relationship Id="rId10" Type="http://schemas.openxmlformats.org/officeDocument/2006/relationships/image" Target="../media/image71.png"/><Relationship Id="rId13" Type="http://schemas.openxmlformats.org/officeDocument/2006/relationships/image" Target="../media/image74.png"/><Relationship Id="rId12" Type="http://schemas.openxmlformats.org/officeDocument/2006/relationships/hyperlink" Target="https://play.google.com/store/apps/details?id=com.bbva.bbvacontigo" TargetMode="External"/><Relationship Id="rId15" Type="http://schemas.openxmlformats.org/officeDocument/2006/relationships/hyperlink" Target="https://www.bbva.com/en/economy-and-finance/earnings-4q2025/" TargetMode="External"/><Relationship Id="rId14" Type="http://schemas.openxmlformats.org/officeDocument/2006/relationships/hyperlink" Target="https://sincomisiones.org/blog/bancos-con-mas-clientes-2025" TargetMode="External"/><Relationship Id="rId17" Type="http://schemas.openxmlformats.org/officeDocument/2006/relationships/hyperlink" Target="https://www.comparably.com/brands/bbva" TargetMode="External"/><Relationship Id="rId16" Type="http://schemas.openxmlformats.org/officeDocument/2006/relationships/hyperlink" Target="https://www.eleconomista.es/banca-finanzas/noticias/13680123/12/25/caixabank-y-bbva-ganan-cuota-de-mercado-en-credito-mientras-santander-pierde-terreno.html" TargetMode="External"/><Relationship Id="rId18" Type="http://schemas.openxmlformats.org/officeDocument/2006/relationships/hyperlink" Target="https://docs.google.com/document/d/1fOfnFnydjwxAJUbWUmnPLvDOjO_zKag5f60ogoGZ1Uk/edit?usp=drive_link"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8.xml"/><Relationship Id="rId3" Type="http://schemas.openxmlformats.org/officeDocument/2006/relationships/image" Target="../media/image60.png"/><Relationship Id="rId4" Type="http://schemas.openxmlformats.org/officeDocument/2006/relationships/image" Target="../media/image87.png"/><Relationship Id="rId9" Type="http://schemas.openxmlformats.org/officeDocument/2006/relationships/hyperlink" Target="https://apps.apple.com/es/app/wise/id612261027" TargetMode="External"/><Relationship Id="rId5" Type="http://schemas.openxmlformats.org/officeDocument/2006/relationships/hyperlink" Target="https://es.trustpilot.com/review/wise.com" TargetMode="External"/><Relationship Id="rId6" Type="http://schemas.openxmlformats.org/officeDocument/2006/relationships/hyperlink" Target="https://es.trustpilot.com/review/wise.com" TargetMode="External"/><Relationship Id="rId7" Type="http://schemas.openxmlformats.org/officeDocument/2006/relationships/image" Target="../media/image73.png"/><Relationship Id="rId8" Type="http://schemas.openxmlformats.org/officeDocument/2006/relationships/hyperlink" Target="https://apps.apple.com/es/app/wise/id612261027" TargetMode="External"/><Relationship Id="rId11" Type="http://schemas.openxmlformats.org/officeDocument/2006/relationships/hyperlink" Target="https://play.google.com/store/apps/details?id=com.transferwise.android" TargetMode="External"/><Relationship Id="rId10" Type="http://schemas.openxmlformats.org/officeDocument/2006/relationships/image" Target="../media/image71.png"/><Relationship Id="rId13" Type="http://schemas.openxmlformats.org/officeDocument/2006/relationships/image" Target="../media/image74.png"/><Relationship Id="rId12" Type="http://schemas.openxmlformats.org/officeDocument/2006/relationships/hyperlink" Target="https://play.google.com/store/apps/details?id=com.transferwise.android" TargetMode="External"/><Relationship Id="rId15" Type="http://schemas.openxmlformats.org/officeDocument/2006/relationships/hyperlink" Target="https://wise.com/owners/results-reports-presentations" TargetMode="External"/><Relationship Id="rId14" Type="http://schemas.openxmlformats.org/officeDocument/2006/relationships/hyperlink" Target="https://wise.com/owners/results-reports-presentations" TargetMode="External"/><Relationship Id="rId17" Type="http://schemas.openxmlformats.org/officeDocument/2006/relationships/hyperlink" Target="https://docs.google.com/document/d/11R91joAdSjsZqURVmgo0vyYtLgSfMlVkwDJ-Y7fF8p0/edit?usp=drive_link" TargetMode="External"/><Relationship Id="rId16" Type="http://schemas.openxmlformats.org/officeDocument/2006/relationships/hyperlink" Target="https://wise.com/owners/results-reports-presentation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9.xml"/><Relationship Id="rId3" Type="http://schemas.openxmlformats.org/officeDocument/2006/relationships/image" Target="../media/image55.png"/><Relationship Id="rId4" Type="http://schemas.openxmlformats.org/officeDocument/2006/relationships/image" Target="../media/image87.png"/><Relationship Id="rId9" Type="http://schemas.openxmlformats.org/officeDocument/2006/relationships/hyperlink" Target="https://apps.apple.com/es/app/bunq/id1021178150" TargetMode="External"/><Relationship Id="rId5" Type="http://schemas.openxmlformats.org/officeDocument/2006/relationships/hyperlink" Target="https://es.trustpilot.com/review/bunq.com" TargetMode="External"/><Relationship Id="rId6" Type="http://schemas.openxmlformats.org/officeDocument/2006/relationships/hyperlink" Target="https://es.trustpilot.com/review/bunq.com" TargetMode="External"/><Relationship Id="rId7" Type="http://schemas.openxmlformats.org/officeDocument/2006/relationships/image" Target="../media/image73.png"/><Relationship Id="rId8" Type="http://schemas.openxmlformats.org/officeDocument/2006/relationships/hyperlink" Target="https://apps.apple.com/es/app/bunq/id1021178150" TargetMode="External"/><Relationship Id="rId11" Type="http://schemas.openxmlformats.org/officeDocument/2006/relationships/hyperlink" Target="https://play.google.com/store/apps/details?id=com.bunq.android" TargetMode="External"/><Relationship Id="rId10" Type="http://schemas.openxmlformats.org/officeDocument/2006/relationships/image" Target="../media/image71.png"/><Relationship Id="rId13" Type="http://schemas.openxmlformats.org/officeDocument/2006/relationships/image" Target="../media/image74.png"/><Relationship Id="rId12" Type="http://schemas.openxmlformats.org/officeDocument/2006/relationships/hyperlink" Target="https://play.google.com/store/apps/details?id=com.bunq.android" TargetMode="External"/><Relationship Id="rId15" Type="http://schemas.openxmlformats.org/officeDocument/2006/relationships/hyperlink" Target="https://press.bunq.com/" TargetMode="External"/><Relationship Id="rId14" Type="http://schemas.openxmlformats.org/officeDocument/2006/relationships/hyperlink" Target="https://press.bunq.com/" TargetMode="External"/><Relationship Id="rId17" Type="http://schemas.openxmlformats.org/officeDocument/2006/relationships/hyperlink" Target="https://docs.google.com/document/d/1PSoiSYO0UbP1sUSGwj72S5F6O3nCDW8lVzz2MkvUD2I/edit?usp=drive_link" TargetMode="External"/><Relationship Id="rId16" Type="http://schemas.openxmlformats.org/officeDocument/2006/relationships/hyperlink" Target="https://thepaypers.com/fintech/news/bunq-integrates-bizum-to-advance-its-position-in-spain" TargetMode="External"/><Relationship Id="rId18" Type="http://schemas.openxmlformats.org/officeDocument/2006/relationships/hyperlink" Target="https://docs.google.com/document/d/1PSoiSYO0UbP1sUSGwj72S5F6O3nCDW8lVzz2MkvUD2I/edit?usp=drive_link"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10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notesSlide" Target="../notesSlides/notesSlide24.xml"/><Relationship Id="rId3" Type="http://schemas.openxmlformats.org/officeDocument/2006/relationships/hyperlink" Target="https://docs.google.com/document/u/0/d/1mCRjMmGUmB-UwDEGD-UVjIApaRQHOGnp4lCH5XDf9c8/edi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92.png"/><Relationship Id="rId9" Type="http://schemas.openxmlformats.org/officeDocument/2006/relationships/image" Target="../media/image58.png"/><Relationship Id="rId5" Type="http://schemas.openxmlformats.org/officeDocument/2006/relationships/image" Target="../media/image52.png"/><Relationship Id="rId6" Type="http://schemas.openxmlformats.org/officeDocument/2006/relationships/image" Target="../media/image94.png"/><Relationship Id="rId7" Type="http://schemas.openxmlformats.org/officeDocument/2006/relationships/image" Target="../media/image96.png"/><Relationship Id="rId8" Type="http://schemas.openxmlformats.org/officeDocument/2006/relationships/image" Target="../media/image67.png"/><Relationship Id="rId11" Type="http://schemas.openxmlformats.org/officeDocument/2006/relationships/image" Target="../media/image106.png"/><Relationship Id="rId10" Type="http://schemas.openxmlformats.org/officeDocument/2006/relationships/image" Target="../media/image6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27.xml"/><Relationship Id="rId3" Type="http://schemas.openxmlformats.org/officeDocument/2006/relationships/image" Target="../media/image112.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96.png"/><Relationship Id="rId9" Type="http://schemas.openxmlformats.org/officeDocument/2006/relationships/hyperlink" Target="https://apps.apple.com/es/app/finom/id1569498957" TargetMode="External"/><Relationship Id="rId5" Type="http://schemas.openxmlformats.org/officeDocument/2006/relationships/image" Target="../media/image87.png"/><Relationship Id="rId6" Type="http://schemas.openxmlformats.org/officeDocument/2006/relationships/hyperlink" Target="https://es.trustpilot.com/review/finom.co" TargetMode="External"/><Relationship Id="rId7" Type="http://schemas.openxmlformats.org/officeDocument/2006/relationships/hyperlink" Target="https://es.trustpilot.com/review/finom.co" TargetMode="External"/><Relationship Id="rId8" Type="http://schemas.openxmlformats.org/officeDocument/2006/relationships/image" Target="../media/image73.png"/><Relationship Id="rId11" Type="http://schemas.openxmlformats.org/officeDocument/2006/relationships/image" Target="../media/image71.png"/><Relationship Id="rId10" Type="http://schemas.openxmlformats.org/officeDocument/2006/relationships/hyperlink" Target="https://apps.apple.com/es/app/finom/id1569498957" TargetMode="External"/><Relationship Id="rId13" Type="http://schemas.openxmlformats.org/officeDocument/2006/relationships/hyperlink" Target="https://play.google.com/store/apps/details?id=tech.pnlfin.finom" TargetMode="External"/><Relationship Id="rId12" Type="http://schemas.openxmlformats.org/officeDocument/2006/relationships/hyperlink" Target="https://play.google.com/store/apps/details?id=tech.pnlfin.finom" TargetMode="External"/><Relationship Id="rId15" Type="http://schemas.openxmlformats.org/officeDocument/2006/relationships/hyperlink" Target="https://financialit.net/news/fundraising-news/finom-raises-eu115-million-series-c-fuel-european-expansion" TargetMode="External"/><Relationship Id="rId14" Type="http://schemas.openxmlformats.org/officeDocument/2006/relationships/image" Target="../media/image74.png"/><Relationship Id="rId17" Type="http://schemas.openxmlformats.org/officeDocument/2006/relationships/hyperlink" Target="https://techcrunch.com/2025/05/06/finom-a-challenger-bank-aimed-at-smbs-lands-104m-in-growth-funding-from-general-catalyst/" TargetMode="External"/><Relationship Id="rId16" Type="http://schemas.openxmlformats.org/officeDocument/2006/relationships/hyperlink" Target="https://getlatka.com/companies/finom.co" TargetMode="External"/><Relationship Id="rId18" Type="http://schemas.openxmlformats.org/officeDocument/2006/relationships/hyperlink" Target="https://docs.google.com/document/d/1gROJplNDsJichaDVR7yr6g0LUtbNZW6H8rTlXpbFyEs/edit?usp=drive_link"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94.png"/><Relationship Id="rId9" Type="http://schemas.openxmlformats.org/officeDocument/2006/relationships/hyperlink" Target="https://apps.apple.com/es/app/qonto/id1214373805" TargetMode="External"/><Relationship Id="rId5" Type="http://schemas.openxmlformats.org/officeDocument/2006/relationships/image" Target="../media/image87.png"/><Relationship Id="rId6" Type="http://schemas.openxmlformats.org/officeDocument/2006/relationships/hyperlink" Target="https://es.trustpilot.com/review/qonto.com" TargetMode="External"/><Relationship Id="rId7" Type="http://schemas.openxmlformats.org/officeDocument/2006/relationships/hyperlink" Target="https://es.trustpilot.com/review/qonto.com" TargetMode="External"/><Relationship Id="rId8" Type="http://schemas.openxmlformats.org/officeDocument/2006/relationships/image" Target="../media/image73.png"/><Relationship Id="rId11" Type="http://schemas.openxmlformats.org/officeDocument/2006/relationships/image" Target="../media/image71.png"/><Relationship Id="rId10" Type="http://schemas.openxmlformats.org/officeDocument/2006/relationships/hyperlink" Target="https://apps.apple.com/es/app/qonto/id1214373805" TargetMode="External"/><Relationship Id="rId13" Type="http://schemas.openxmlformats.org/officeDocument/2006/relationships/hyperlink" Target="https://play.google.com/store/apps/details?id=eu.qonto.qonto" TargetMode="External"/><Relationship Id="rId12" Type="http://schemas.openxmlformats.org/officeDocument/2006/relationships/hyperlink" Target="https://play.google.com/store/apps/details?id=eu.qonto.qonto" TargetMode="External"/><Relationship Id="rId15" Type="http://schemas.openxmlformats.org/officeDocument/2006/relationships/hyperlink" Target="https://techcrunch.com/2025/07/02/french-b2b-fintech-qonto-reaches-600000-customers-files-for-banking-license/" TargetMode="External"/><Relationship Id="rId14" Type="http://schemas.openxmlformats.org/officeDocument/2006/relationships/image" Target="../media/image74.png"/><Relationship Id="rId17" Type="http://schemas.openxmlformats.org/officeDocument/2006/relationships/hyperlink" Target="https://qonto.com/en/press" TargetMode="External"/><Relationship Id="rId16" Type="http://schemas.openxmlformats.org/officeDocument/2006/relationships/hyperlink" Target="https://sifted.eu/articles/qonto-results-2024" TargetMode="External"/><Relationship Id="rId19" Type="http://schemas.openxmlformats.org/officeDocument/2006/relationships/hyperlink" Target="https://docs.google.com/document/d/11G8C5PWu-UmhET32saGoTlTshjXFMwcI5PYd2Oh3V08/edit?usp=drive_link" TargetMode="External"/><Relationship Id="rId18" Type="http://schemas.openxmlformats.org/officeDocument/2006/relationships/hyperlink" Target="https://research.contrary.com/company/qonto"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52.png"/><Relationship Id="rId9" Type="http://schemas.openxmlformats.org/officeDocument/2006/relationships/hyperlink" Target="https://apps.apple.com/es/app/revolut-business/id1450702857" TargetMode="External"/><Relationship Id="rId5" Type="http://schemas.openxmlformats.org/officeDocument/2006/relationships/image" Target="../media/image87.png"/><Relationship Id="rId6" Type="http://schemas.openxmlformats.org/officeDocument/2006/relationships/hyperlink" Target="https://es.trustpilot.com/review/revolut.com" TargetMode="External"/><Relationship Id="rId7" Type="http://schemas.openxmlformats.org/officeDocument/2006/relationships/hyperlink" Target="https://es.trustpilot.com/review/revolut.com" TargetMode="External"/><Relationship Id="rId8" Type="http://schemas.openxmlformats.org/officeDocument/2006/relationships/image" Target="../media/image73.png"/><Relationship Id="rId11" Type="http://schemas.openxmlformats.org/officeDocument/2006/relationships/image" Target="../media/image71.png"/><Relationship Id="rId10" Type="http://schemas.openxmlformats.org/officeDocument/2006/relationships/hyperlink" Target="https://apps.apple.com/es/app/revolut-business/id1450702857" TargetMode="External"/><Relationship Id="rId13" Type="http://schemas.openxmlformats.org/officeDocument/2006/relationships/hyperlink" Target="https://play.google.com/store/apps/details?id=com.revolut.business" TargetMode="External"/><Relationship Id="rId12" Type="http://schemas.openxmlformats.org/officeDocument/2006/relationships/hyperlink" Target="https://play.google.com/store/apps/details?id=com.revolut.business" TargetMode="External"/><Relationship Id="rId15" Type="http://schemas.openxmlformats.org/officeDocument/2006/relationships/hyperlink" Target="https://tearsheet.co/new-banks/revolut-hits-500000-business-customers/" TargetMode="External"/><Relationship Id="rId14" Type="http://schemas.openxmlformats.org/officeDocument/2006/relationships/image" Target="../media/image74.png"/><Relationship Id="rId17" Type="http://schemas.openxmlformats.org/officeDocument/2006/relationships/hyperlink" Target="https://www.comparably.com/brands/revolut" TargetMode="External"/><Relationship Id="rId16" Type="http://schemas.openxmlformats.org/officeDocument/2006/relationships/hyperlink" Target="https://techcrunch.com/2025/04/24/revolut-the-45b-neobank-posts-1b-profit-in-2024/" TargetMode="External"/><Relationship Id="rId19" Type="http://schemas.openxmlformats.org/officeDocument/2006/relationships/hyperlink" Target="https://docs.google.com/document/d/1k-AzrwQPDwoVKIpROO8DBBYPLMQxMrijNbD2M8_NnWI/edit?usp=drive_link" TargetMode="External"/><Relationship Id="rId18" Type="http://schemas.openxmlformats.org/officeDocument/2006/relationships/hyperlink" Target="https://www.comparably.com/brands/revolu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106.png"/><Relationship Id="rId9" Type="http://schemas.openxmlformats.org/officeDocument/2006/relationships/hyperlink" Target="https://apps.apple.com/es/app/sumup/id514483195" TargetMode="External"/><Relationship Id="rId5" Type="http://schemas.openxmlformats.org/officeDocument/2006/relationships/image" Target="../media/image87.png"/><Relationship Id="rId6" Type="http://schemas.openxmlformats.org/officeDocument/2006/relationships/hyperlink" Target="https://es.trustpilot.com/review/sumup.com" TargetMode="External"/><Relationship Id="rId7" Type="http://schemas.openxmlformats.org/officeDocument/2006/relationships/hyperlink" Target="https://es.trustpilot.com/review/sumup.com" TargetMode="External"/><Relationship Id="rId8" Type="http://schemas.openxmlformats.org/officeDocument/2006/relationships/image" Target="../media/image73.png"/><Relationship Id="rId20" Type="http://schemas.openxmlformats.org/officeDocument/2006/relationships/hyperlink" Target="https://docs.google.com/document/d/1Ph8Dmd2Q1DfNkAW9OEeOoEpY25-zQidji7D7Tyd4V_k/edit?usp=drive_link" TargetMode="External"/><Relationship Id="rId11" Type="http://schemas.openxmlformats.org/officeDocument/2006/relationships/image" Target="../media/image71.png"/><Relationship Id="rId10" Type="http://schemas.openxmlformats.org/officeDocument/2006/relationships/hyperlink" Target="https://apps.apple.com/es/app/sumup/id514483195" TargetMode="External"/><Relationship Id="rId13" Type="http://schemas.openxmlformats.org/officeDocument/2006/relationships/hyperlink" Target="https://play.google.com/store/apps/details?id=com.kaching.merchant" TargetMode="External"/><Relationship Id="rId12" Type="http://schemas.openxmlformats.org/officeDocument/2006/relationships/hyperlink" Target="https://play.google.com/store/apps/details?id=com.kaching.merchant" TargetMode="External"/><Relationship Id="rId15" Type="http://schemas.openxmlformats.org/officeDocument/2006/relationships/hyperlink" Target="https://www.sumup.com/en-gb/about/" TargetMode="External"/><Relationship Id="rId14" Type="http://schemas.openxmlformats.org/officeDocument/2006/relationships/image" Target="../media/image74.png"/><Relationship Id="rId17" Type="http://schemas.openxmlformats.org/officeDocument/2006/relationships/hyperlink" Target="https://www.uktech.news/fintech/sumup-revenue-jumps-as-it-eyes-9bn-valuation-20241007" TargetMode="External"/><Relationship Id="rId16" Type="http://schemas.openxmlformats.org/officeDocument/2006/relationships/hyperlink" Target="https://www.uktech.news/fintech/sumup-revenue-jumps-as-it-eyes-9bn-valuation-20241007" TargetMode="External"/><Relationship Id="rId19" Type="http://schemas.openxmlformats.org/officeDocument/2006/relationships/hyperlink" Target="https://www.sumup.com/en-gb/about/" TargetMode="External"/><Relationship Id="rId18" Type="http://schemas.openxmlformats.org/officeDocument/2006/relationships/hyperlink" Target="https://www.sumup.com/en-gb/abou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67.png"/><Relationship Id="rId9" Type="http://schemas.openxmlformats.org/officeDocument/2006/relationships/hyperlink" Target="https://apps.apple.com/es/app/bbva-espa%C3%B1a/id325813236" TargetMode="External"/><Relationship Id="rId5" Type="http://schemas.openxmlformats.org/officeDocument/2006/relationships/image" Target="../media/image87.png"/><Relationship Id="rId6" Type="http://schemas.openxmlformats.org/officeDocument/2006/relationships/hyperlink" Target="https://es.trustpilot.com/review/bbva.es" TargetMode="External"/><Relationship Id="rId7" Type="http://schemas.openxmlformats.org/officeDocument/2006/relationships/hyperlink" Target="https://es.trustpilot.com/review/bbva.es" TargetMode="External"/><Relationship Id="rId8" Type="http://schemas.openxmlformats.org/officeDocument/2006/relationships/image" Target="../media/image73.png"/><Relationship Id="rId11" Type="http://schemas.openxmlformats.org/officeDocument/2006/relationships/image" Target="../media/image71.png"/><Relationship Id="rId10" Type="http://schemas.openxmlformats.org/officeDocument/2006/relationships/hyperlink" Target="https://apps.apple.com/es/app/bbva-espa%C3%B1a/id325813236" TargetMode="External"/><Relationship Id="rId13" Type="http://schemas.openxmlformats.org/officeDocument/2006/relationships/hyperlink" Target="https://play.google.com/store/apps/details?id=com.bbva.bbvacontigo" TargetMode="External"/><Relationship Id="rId12" Type="http://schemas.openxmlformats.org/officeDocument/2006/relationships/hyperlink" Target="https://play.google.com/store/apps/details?id=com.bbva.bbvacontigo" TargetMode="External"/><Relationship Id="rId15" Type="http://schemas.openxmlformats.org/officeDocument/2006/relationships/hyperlink" Target="https://sincomisiones.org/blog/bancos-con-mas-clientes-2025" TargetMode="External"/><Relationship Id="rId14" Type="http://schemas.openxmlformats.org/officeDocument/2006/relationships/image" Target="../media/image74.png"/><Relationship Id="rId17" Type="http://schemas.openxmlformats.org/officeDocument/2006/relationships/hyperlink" Target="https://www.bbva.com/en/economy-and-finance/earnings-4q2025/" TargetMode="External"/><Relationship Id="rId16" Type="http://schemas.openxmlformats.org/officeDocument/2006/relationships/hyperlink" Target="https://www.bbva.com/en/economy-and-finance/earnings-4q2025/" TargetMode="External"/><Relationship Id="rId19" Type="http://schemas.openxmlformats.org/officeDocument/2006/relationships/hyperlink" Target="https://docs.google.com/document/d/1ZajMSNnTUm7cFxzeE8dwwpMa15670lk00zoAP8VGlpg/edit?usp=drive_link" TargetMode="External"/><Relationship Id="rId18" Type="http://schemas.openxmlformats.org/officeDocument/2006/relationships/hyperlink" Target="https://www.comparably.com/brands/bbva"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111.png"/><Relationship Id="rId9" Type="http://schemas.openxmlformats.org/officeDocument/2006/relationships/hyperlink" Target="https://apps.apple.com/es/app/banco-sabadell/id380475560" TargetMode="External"/><Relationship Id="rId5" Type="http://schemas.openxmlformats.org/officeDocument/2006/relationships/image" Target="../media/image87.png"/><Relationship Id="rId6" Type="http://schemas.openxmlformats.org/officeDocument/2006/relationships/hyperlink" Target="https://apps.apple.com/es/app/banco-sabadell/id380475560" TargetMode="External"/><Relationship Id="rId7" Type="http://schemas.openxmlformats.org/officeDocument/2006/relationships/hyperlink" Target="https://apps.apple.com/es/app/banco-sabadell/id380475560" TargetMode="External"/><Relationship Id="rId8" Type="http://schemas.openxmlformats.org/officeDocument/2006/relationships/image" Target="../media/image73.png"/><Relationship Id="rId20" Type="http://schemas.openxmlformats.org/officeDocument/2006/relationships/hyperlink" Target="https://comunicacion.grupbancsabadell.com/en/press-room/banco-sabadell-consolidates-its-private-banking-model-and-obtains-turnover-of-more-than-66-billion-euros/" TargetMode="External"/><Relationship Id="rId21" Type="http://schemas.openxmlformats.org/officeDocument/2006/relationships/hyperlink" Target="https://docs.google.com/document/d/17VKjua9vEvYu27x3UQrp_Wb1I8m9BjShP0t1mY1aPz0/edit?usp=drive_link" TargetMode="External"/><Relationship Id="rId11" Type="http://schemas.openxmlformats.org/officeDocument/2006/relationships/image" Target="../media/image71.png"/><Relationship Id="rId10" Type="http://schemas.openxmlformats.org/officeDocument/2006/relationships/hyperlink" Target="https://apps.apple.com/es/app/banco-sabadell/id380475560" TargetMode="External"/><Relationship Id="rId13" Type="http://schemas.openxmlformats.org/officeDocument/2006/relationships/hyperlink" Target="https://play.google.com/store/apps/details?id=net.inverline.bancosabadell.officelocator.android" TargetMode="External"/><Relationship Id="rId12" Type="http://schemas.openxmlformats.org/officeDocument/2006/relationships/hyperlink" Target="https://play.google.com/store/apps/details?id=net.inverline.bancosabadell.officelocator.android" TargetMode="External"/><Relationship Id="rId15" Type="http://schemas.openxmlformats.org/officeDocument/2006/relationships/hyperlink" Target="https://sincomisiones.org/blog/bancos-con-mas-clientes-2025" TargetMode="External"/><Relationship Id="rId14" Type="http://schemas.openxmlformats.org/officeDocument/2006/relationships/image" Target="../media/image74.png"/><Relationship Id="rId17" Type="http://schemas.openxmlformats.org/officeDocument/2006/relationships/hyperlink" Target="https://comunicacion.grupbancsabadell.com/en/press-room/banco-sabadell-delivers-net-profit-of-e1775-million-in-2025-and-announces-an-e800-million-share-buyback-programme/" TargetMode="External"/><Relationship Id="rId16" Type="http://schemas.openxmlformats.org/officeDocument/2006/relationships/hyperlink" Target="https://sincomisiones.org/blog/bancos-con-mas-clientes-2025" TargetMode="External"/><Relationship Id="rId19" Type="http://schemas.openxmlformats.org/officeDocument/2006/relationships/hyperlink" Target="https://comunicacion.grupbancsabadell.com/en/press-room/banco-sabadell-consolidates-its-private-banking-model-and-obtains-turnover-of-more-than-66-billion-euros/" TargetMode="External"/><Relationship Id="rId18" Type="http://schemas.openxmlformats.org/officeDocument/2006/relationships/hyperlink" Target="https://comunicacion.grupbancsabadell.com/en/press-room/banco-sabadell-delivers-net-profit-of-e1775-million-in-2025-and-announces-an-e800-million-share-buyback-programm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68.png"/><Relationship Id="rId9" Type="http://schemas.openxmlformats.org/officeDocument/2006/relationships/image" Target="../media/image73.png"/><Relationship Id="rId5" Type="http://schemas.openxmlformats.org/officeDocument/2006/relationships/image" Target="../media/image87.png"/><Relationship Id="rId6" Type="http://schemas.openxmlformats.org/officeDocument/2006/relationships/hyperlink" Target="https://es.trustpilot.com/review/www.bancosantander.es" TargetMode="External"/><Relationship Id="rId7" Type="http://schemas.openxmlformats.org/officeDocument/2006/relationships/hyperlink" Target="https://es.trustpilot.com/review/www.bancosantander.es" TargetMode="External"/><Relationship Id="rId8" Type="http://schemas.openxmlformats.org/officeDocument/2006/relationships/hyperlink" Target="https://es.trustpilot.com/review/www.bancosantander.es" TargetMode="External"/><Relationship Id="rId20" Type="http://schemas.openxmlformats.org/officeDocument/2006/relationships/hyperlink" Target="https://www.infobae.com/espana/agencias/2025/02/05/el-banco-santander-gano-3762-millones-en-espana-en-2024-un-587-mas/" TargetMode="External"/><Relationship Id="rId22" Type="http://schemas.openxmlformats.org/officeDocument/2006/relationships/hyperlink" Target="https://www.elespanol.com/invertia/empresas/20250220/crecimiento-pymes-prioridad-banco-santander/1003696700295_32.html" TargetMode="External"/><Relationship Id="rId21" Type="http://schemas.openxmlformats.org/officeDocument/2006/relationships/hyperlink" Target="https://www.elespanol.com/invertia/empresas/20250220/crecimiento-pymes-prioridad-banco-santander/1003696700295_32.html" TargetMode="External"/><Relationship Id="rId23" Type="http://schemas.openxmlformats.org/officeDocument/2006/relationships/hyperlink" Target="https://docs.google.com/document/d/1k0NXIjpWvsfGaF6sDoGcY5JPbBuWy42W9wAcExRgDTo/edit?usp=drive_link" TargetMode="External"/><Relationship Id="rId11" Type="http://schemas.openxmlformats.org/officeDocument/2006/relationships/hyperlink" Target="https://apps.apple.com/es/app/santander-espa%C3%B1a/id408043474" TargetMode="External"/><Relationship Id="rId10" Type="http://schemas.openxmlformats.org/officeDocument/2006/relationships/hyperlink" Target="https://apps.apple.com/es/app/santander-espa%C3%B1a/id408043474" TargetMode="External"/><Relationship Id="rId13" Type="http://schemas.openxmlformats.org/officeDocument/2006/relationships/image" Target="../media/image71.png"/><Relationship Id="rId12" Type="http://schemas.openxmlformats.org/officeDocument/2006/relationships/hyperlink" Target="https://apps.apple.com/es/app/santander-espa%C3%B1a/id408043474" TargetMode="External"/><Relationship Id="rId15" Type="http://schemas.openxmlformats.org/officeDocument/2006/relationships/hyperlink" Target="https://play.google.com/store/apps/details?id=es.bancosantander.apps" TargetMode="External"/><Relationship Id="rId14" Type="http://schemas.openxmlformats.org/officeDocument/2006/relationships/hyperlink" Target="https://play.google.com/store/apps/details?id=es.bancosantander.apps" TargetMode="External"/><Relationship Id="rId17" Type="http://schemas.openxmlformats.org/officeDocument/2006/relationships/image" Target="../media/image74.png"/><Relationship Id="rId16" Type="http://schemas.openxmlformats.org/officeDocument/2006/relationships/hyperlink" Target="https://play.google.com/store/apps/details?id=es.bancosantander.apps" TargetMode="External"/><Relationship Id="rId19" Type="http://schemas.openxmlformats.org/officeDocument/2006/relationships/hyperlink" Target="https://www.infobae.com/espana/2025/02/05/banco-santander-gana-un-record-de-12574-millones-en-2024-un-135-mas/" TargetMode="External"/><Relationship Id="rId18" Type="http://schemas.openxmlformats.org/officeDocument/2006/relationships/hyperlink" Target="https://www.infobae.com/espana/2025/02/05/banco-santander-gana-un-record-de-12574-millones-en-2024-un-135-ma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92.png"/><Relationship Id="rId9" Type="http://schemas.openxmlformats.org/officeDocument/2006/relationships/hyperlink" Target="https://apps.apple.com/es/app/n26-banca-online/id956857223" TargetMode="External"/><Relationship Id="rId5" Type="http://schemas.openxmlformats.org/officeDocument/2006/relationships/image" Target="../media/image87.png"/><Relationship Id="rId6" Type="http://schemas.openxmlformats.org/officeDocument/2006/relationships/hyperlink" Target="https://es.trustpilot.com/review/n26.com" TargetMode="External"/><Relationship Id="rId7" Type="http://schemas.openxmlformats.org/officeDocument/2006/relationships/hyperlink" Target="https://es.trustpilot.com/review/n26.com" TargetMode="External"/><Relationship Id="rId8" Type="http://schemas.openxmlformats.org/officeDocument/2006/relationships/image" Target="../media/image73.png"/><Relationship Id="rId11" Type="http://schemas.openxmlformats.org/officeDocument/2006/relationships/image" Target="../media/image71.png"/><Relationship Id="rId10" Type="http://schemas.openxmlformats.org/officeDocument/2006/relationships/hyperlink" Target="https://apps.apple.com/es/app/n26-banca-online/id956857223" TargetMode="External"/><Relationship Id="rId13" Type="http://schemas.openxmlformats.org/officeDocument/2006/relationships/hyperlink" Target="https://play.google.com/store/apps/details?id=de.number26.android" TargetMode="External"/><Relationship Id="rId12" Type="http://schemas.openxmlformats.org/officeDocument/2006/relationships/hyperlink" Target="https://play.google.com/store/apps/details?id=de.number26.android" TargetMode="External"/><Relationship Id="rId15" Type="http://schemas.openxmlformats.org/officeDocument/2006/relationships/hyperlink" Target="https://andro4all.com/tecnologia/todo-sobre-n26-el-neobanco-con-mas-de-1-millon-de-clientes-en-espana-funcionamiento-servicios-y-mas" TargetMode="External"/><Relationship Id="rId14" Type="http://schemas.openxmlformats.org/officeDocument/2006/relationships/image" Target="../media/image74.png"/><Relationship Id="rId17" Type="http://schemas.openxmlformats.org/officeDocument/2006/relationships/hyperlink" Target="https://www.reuters.com/business/finance/n26-reports-first-annual-profit-2025-02-05/" TargetMode="External"/><Relationship Id="rId16" Type="http://schemas.openxmlformats.org/officeDocument/2006/relationships/hyperlink" Target="https://andro4all.com/tecnologia/todo-sobre-n26-el-neobanco-con-mas-de-1-millon-de-clientes-en-espana-funcionamiento-servicios-y-mas" TargetMode="External"/><Relationship Id="rId19" Type="http://schemas.openxmlformats.org/officeDocument/2006/relationships/hyperlink" Target="https://docs.google.com/document/d/1sIomrABtlpaSHtOTQTToo4DkBPNEanKQEdmwsg0dL2k/edit?usp=drive_link" TargetMode="External"/><Relationship Id="rId18" Type="http://schemas.openxmlformats.org/officeDocument/2006/relationships/hyperlink" Target="https://elasesorfinanciero.com/revolut-y-n26-captan-el-20-de-las-cuentas-bancarias-en-espana/"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37.xml"/><Relationship Id="rId3" Type="http://schemas.openxmlformats.org/officeDocument/2006/relationships/image" Target="../media/image1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5.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5.xml"/><Relationship Id="rId2" Type="http://schemas.openxmlformats.org/officeDocument/2006/relationships/notesSlide" Target="../notesSlides/notesSlide4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33C"/>
        </a:solidFill>
      </p:bgPr>
    </p:bg>
    <p:spTree>
      <p:nvGrpSpPr>
        <p:cNvPr id="3707" name="Shape 3707"/>
        <p:cNvGrpSpPr/>
        <p:nvPr/>
      </p:nvGrpSpPr>
      <p:grpSpPr>
        <a:xfrm>
          <a:off x="0" y="0"/>
          <a:ext cx="0" cy="0"/>
          <a:chOff x="0" y="0"/>
          <a:chExt cx="0" cy="0"/>
        </a:xfrm>
      </p:grpSpPr>
      <p:pic>
        <p:nvPicPr>
          <p:cNvPr descr="/tmp/monzo-deck/slides/monzo-logo.png" id="3708" name="Google Shape;3708;p327"/>
          <p:cNvPicPr preferRelativeResize="0"/>
          <p:nvPr/>
        </p:nvPicPr>
        <p:blipFill rotWithShape="1">
          <a:blip r:embed="rId3">
            <a:alphaModFix/>
          </a:blip>
          <a:srcRect b="0" l="0" r="0" t="0"/>
          <a:stretch/>
        </p:blipFill>
        <p:spPr>
          <a:xfrm>
            <a:off x="2050125" y="1429807"/>
            <a:ext cx="888948" cy="592635"/>
          </a:xfrm>
          <a:prstGeom prst="rect">
            <a:avLst/>
          </a:prstGeom>
          <a:noFill/>
          <a:ln>
            <a:noFill/>
          </a:ln>
        </p:spPr>
      </p:pic>
      <p:sp>
        <p:nvSpPr>
          <p:cNvPr id="3709" name="Google Shape;3709;p327"/>
          <p:cNvSpPr/>
          <p:nvPr/>
        </p:nvSpPr>
        <p:spPr>
          <a:xfrm>
            <a:off x="225000" y="2343016"/>
            <a:ext cx="4932000" cy="5397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FFFFF"/>
              </a:buClr>
              <a:buSzPts val="3400"/>
              <a:buFont typeface="Poppins"/>
              <a:buNone/>
            </a:pPr>
            <a:r>
              <a:rPr b="1" lang="en-US" sz="3400">
                <a:solidFill>
                  <a:srgbClr val="FFFFFF"/>
                </a:solidFill>
                <a:latin typeface="Poppins"/>
                <a:ea typeface="Poppins"/>
                <a:cs typeface="Poppins"/>
                <a:sym typeface="Poppins"/>
              </a:rPr>
              <a:t>Monzo Spain</a:t>
            </a:r>
            <a:endParaRPr b="0" i="0" sz="3400" u="none" cap="none" strike="noStrike">
              <a:solidFill>
                <a:schemeClr val="dk1"/>
              </a:solidFill>
              <a:latin typeface="Calibri"/>
              <a:ea typeface="Calibri"/>
              <a:cs typeface="Calibri"/>
              <a:sym typeface="Calibri"/>
            </a:endParaRPr>
          </a:p>
        </p:txBody>
      </p:sp>
      <p:sp>
        <p:nvSpPr>
          <p:cNvPr id="3710" name="Google Shape;3710;p327"/>
          <p:cNvSpPr/>
          <p:nvPr/>
        </p:nvSpPr>
        <p:spPr>
          <a:xfrm>
            <a:off x="225000" y="2882667"/>
            <a:ext cx="4932000" cy="5397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FFFFF"/>
              </a:buClr>
              <a:buSzPts val="3400"/>
              <a:buFont typeface="Poppins"/>
              <a:buNone/>
            </a:pPr>
            <a:r>
              <a:rPr b="1" i="0" lang="en-US" sz="3400" u="none" cap="none" strike="noStrike">
                <a:solidFill>
                  <a:srgbClr val="FFFFFF"/>
                </a:solidFill>
                <a:latin typeface="Poppins"/>
                <a:ea typeface="Poppins"/>
                <a:cs typeface="Poppins"/>
                <a:sym typeface="Poppins"/>
              </a:rPr>
              <a:t>Competitive Analysis</a:t>
            </a:r>
            <a:endParaRPr b="0" i="0" sz="3400" u="none" cap="none" strike="noStrike">
              <a:solidFill>
                <a:schemeClr val="dk1"/>
              </a:solidFill>
              <a:latin typeface="Calibri"/>
              <a:ea typeface="Calibri"/>
              <a:cs typeface="Calibri"/>
              <a:sym typeface="Calibri"/>
            </a:endParaRPr>
          </a:p>
        </p:txBody>
      </p:sp>
      <p:sp>
        <p:nvSpPr>
          <p:cNvPr id="3711" name="Google Shape;3711;p327"/>
          <p:cNvSpPr/>
          <p:nvPr/>
        </p:nvSpPr>
        <p:spPr>
          <a:xfrm>
            <a:off x="28608" y="3650918"/>
            <a:ext cx="4932000" cy="276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B4D3F"/>
              </a:buClr>
              <a:buSzPts val="1400"/>
              <a:buFont typeface="Poppins"/>
              <a:buNone/>
            </a:pPr>
            <a:r>
              <a:rPr b="0" i="1" lang="en-US" sz="1400" u="none" cap="none" strike="noStrike">
                <a:solidFill>
                  <a:srgbClr val="FB4D3F"/>
                </a:solidFill>
                <a:latin typeface="Poppins"/>
                <a:ea typeface="Poppins"/>
                <a:cs typeface="Poppins"/>
                <a:sym typeface="Poppins"/>
              </a:rPr>
              <a:t>Spain — March 2026</a:t>
            </a:r>
            <a:endParaRPr b="0" i="0" sz="1400" u="none" cap="none" strike="noStrike">
              <a:solidFill>
                <a:schemeClr val="dk1"/>
              </a:solidFill>
              <a:latin typeface="Calibri"/>
              <a:ea typeface="Calibri"/>
              <a:cs typeface="Calibri"/>
              <a:sym typeface="Calibri"/>
            </a:endParaRPr>
          </a:p>
        </p:txBody>
      </p:sp>
      <p:pic>
        <p:nvPicPr>
          <p:cNvPr id="3712" name="Google Shape;3712;p327"/>
          <p:cNvPicPr preferRelativeResize="0"/>
          <p:nvPr/>
        </p:nvPicPr>
        <p:blipFill>
          <a:blip r:embed="rId4">
            <a:alphaModFix/>
          </a:blip>
          <a:stretch>
            <a:fillRect/>
          </a:stretch>
        </p:blipFill>
        <p:spPr>
          <a:xfrm>
            <a:off x="5400825" y="1291938"/>
            <a:ext cx="3412824" cy="2559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7" name="Shape 3717"/>
        <p:cNvGrpSpPr/>
        <p:nvPr/>
      </p:nvGrpSpPr>
      <p:grpSpPr>
        <a:xfrm>
          <a:off x="0" y="0"/>
          <a:ext cx="0" cy="0"/>
          <a:chOff x="0" y="0"/>
          <a:chExt cx="0" cy="0"/>
        </a:xfrm>
      </p:grpSpPr>
      <p:sp>
        <p:nvSpPr>
          <p:cNvPr id="3718" name="Google Shape;3718;p328"/>
          <p:cNvSpPr/>
          <p:nvPr/>
        </p:nvSpPr>
        <p:spPr>
          <a:xfrm>
            <a:off x="507950" y="355550"/>
            <a:ext cx="82908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2200"/>
              <a:buFont typeface="Poppins"/>
              <a:buNone/>
            </a:pPr>
            <a:r>
              <a:rPr b="1" i="0" lang="en-US" sz="2200" u="none" cap="none" strike="noStrike">
                <a:solidFill>
                  <a:srgbClr val="1A1A2E"/>
                </a:solidFill>
                <a:latin typeface="Poppins"/>
                <a:ea typeface="Poppins"/>
                <a:cs typeface="Poppins"/>
                <a:sym typeface="Poppins"/>
              </a:rPr>
              <a:t>Content</a:t>
            </a:r>
            <a:endParaRPr b="0" i="0" sz="2200" u="none" cap="none" strike="noStrike">
              <a:solidFill>
                <a:schemeClr val="dk1"/>
              </a:solidFill>
              <a:latin typeface="Calibri"/>
              <a:ea typeface="Calibri"/>
              <a:cs typeface="Calibri"/>
              <a:sym typeface="Calibri"/>
            </a:endParaRPr>
          </a:p>
        </p:txBody>
      </p:sp>
      <p:sp>
        <p:nvSpPr>
          <p:cNvPr id="3719" name="Google Shape;3719;p328"/>
          <p:cNvSpPr/>
          <p:nvPr/>
        </p:nvSpPr>
        <p:spPr>
          <a:xfrm>
            <a:off x="1296299" y="1461278"/>
            <a:ext cx="4884000" cy="2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Poppins"/>
              <a:buNone/>
            </a:pPr>
            <a:r>
              <a:rPr b="1" lang="en-US" sz="1600">
                <a:solidFill>
                  <a:srgbClr val="1A1A2E"/>
                </a:solidFill>
                <a:latin typeface="Poppins"/>
                <a:ea typeface="Poppins"/>
                <a:cs typeface="Poppins"/>
                <a:sym typeface="Poppins"/>
              </a:rPr>
              <a:t>Introduction to Spain</a:t>
            </a:r>
            <a:endParaRPr b="0" i="0" sz="1600" u="none" cap="none" strike="noStrike">
              <a:solidFill>
                <a:schemeClr val="dk1"/>
              </a:solidFill>
              <a:latin typeface="Calibri"/>
              <a:ea typeface="Calibri"/>
              <a:cs typeface="Calibri"/>
              <a:sym typeface="Calibri"/>
            </a:endParaRPr>
          </a:p>
        </p:txBody>
      </p:sp>
      <p:sp>
        <p:nvSpPr>
          <p:cNvPr id="3720" name="Google Shape;3720;p328"/>
          <p:cNvSpPr/>
          <p:nvPr/>
        </p:nvSpPr>
        <p:spPr>
          <a:xfrm>
            <a:off x="1296299" y="1737502"/>
            <a:ext cx="4884000" cy="133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55555"/>
              </a:buClr>
              <a:buSzPts val="900"/>
              <a:buFont typeface="Poppins"/>
              <a:buNone/>
            </a:pPr>
            <a:r>
              <a:rPr lang="en-US" sz="900">
                <a:solidFill>
                  <a:srgbClr val="555555"/>
                </a:solidFill>
                <a:latin typeface="Poppins"/>
                <a:ea typeface="Poppins"/>
                <a:cs typeface="Poppins"/>
                <a:sym typeface="Poppins"/>
              </a:rPr>
              <a:t>The main takeaways of the market</a:t>
            </a:r>
            <a:endParaRPr b="0" i="0" sz="900" u="none" cap="none" strike="noStrike">
              <a:solidFill>
                <a:schemeClr val="dk1"/>
              </a:solidFill>
              <a:latin typeface="Calibri"/>
              <a:ea typeface="Calibri"/>
              <a:cs typeface="Calibri"/>
              <a:sym typeface="Calibri"/>
            </a:endParaRPr>
          </a:p>
        </p:txBody>
      </p:sp>
      <p:sp>
        <p:nvSpPr>
          <p:cNvPr id="3721" name="Google Shape;3721;p328"/>
          <p:cNvSpPr/>
          <p:nvPr/>
        </p:nvSpPr>
        <p:spPr>
          <a:xfrm>
            <a:off x="1296299" y="2195883"/>
            <a:ext cx="5236500" cy="2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Poppins"/>
              <a:buNone/>
            </a:pPr>
            <a:r>
              <a:rPr b="1" lang="en-US" sz="1600">
                <a:solidFill>
                  <a:srgbClr val="1A1A2E"/>
                </a:solidFill>
                <a:latin typeface="Poppins"/>
                <a:ea typeface="Poppins"/>
                <a:cs typeface="Poppins"/>
                <a:sym typeface="Poppins"/>
              </a:rPr>
              <a:t>Personal Banking</a:t>
            </a:r>
            <a:endParaRPr b="0" i="0" sz="1600" u="none" cap="none" strike="noStrike">
              <a:solidFill>
                <a:schemeClr val="dk1"/>
              </a:solidFill>
              <a:latin typeface="Calibri"/>
              <a:ea typeface="Calibri"/>
              <a:cs typeface="Calibri"/>
              <a:sym typeface="Calibri"/>
            </a:endParaRPr>
          </a:p>
        </p:txBody>
      </p:sp>
      <p:sp>
        <p:nvSpPr>
          <p:cNvPr id="3722" name="Google Shape;3722;p328"/>
          <p:cNvSpPr/>
          <p:nvPr/>
        </p:nvSpPr>
        <p:spPr>
          <a:xfrm>
            <a:off x="1296299" y="2472108"/>
            <a:ext cx="5236500" cy="133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55555"/>
              </a:buClr>
              <a:buSzPts val="900"/>
              <a:buFont typeface="Poppins"/>
              <a:buNone/>
            </a:pPr>
            <a:r>
              <a:rPr b="0" i="0" lang="en-US" sz="900" u="none" cap="none" strike="noStrike">
                <a:solidFill>
                  <a:srgbClr val="555555"/>
                </a:solidFill>
                <a:latin typeface="Poppins"/>
                <a:ea typeface="Poppins"/>
                <a:cs typeface="Poppins"/>
                <a:sym typeface="Poppins"/>
              </a:rPr>
              <a:t>Competitor selection, SWOT analysis, and deep-dive profiles</a:t>
            </a:r>
            <a:endParaRPr b="0" i="0" sz="900" u="none" cap="none" strike="noStrike">
              <a:solidFill>
                <a:schemeClr val="dk1"/>
              </a:solidFill>
              <a:latin typeface="Calibri"/>
              <a:ea typeface="Calibri"/>
              <a:cs typeface="Calibri"/>
              <a:sym typeface="Calibri"/>
            </a:endParaRPr>
          </a:p>
        </p:txBody>
      </p:sp>
      <p:sp>
        <p:nvSpPr>
          <p:cNvPr id="3723" name="Google Shape;3723;p328"/>
          <p:cNvSpPr/>
          <p:nvPr/>
        </p:nvSpPr>
        <p:spPr>
          <a:xfrm>
            <a:off x="336765" y="1422400"/>
            <a:ext cx="712500" cy="409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96D4D4"/>
              </a:buClr>
              <a:buSzPts val="2800"/>
              <a:buFont typeface="Poppins"/>
              <a:buNone/>
            </a:pPr>
            <a:r>
              <a:rPr b="1" i="0" lang="en-US" sz="2800" u="none" cap="none" strike="noStrike">
                <a:solidFill>
                  <a:srgbClr val="96D4D4"/>
                </a:solidFill>
                <a:latin typeface="Poppins"/>
                <a:ea typeface="Poppins"/>
                <a:cs typeface="Poppins"/>
                <a:sym typeface="Poppins"/>
              </a:rPr>
              <a:t>0</a:t>
            </a:r>
            <a:r>
              <a:rPr b="1" lang="en-US" sz="2800">
                <a:solidFill>
                  <a:srgbClr val="96D4D4"/>
                </a:solidFill>
                <a:latin typeface="Poppins"/>
                <a:ea typeface="Poppins"/>
                <a:cs typeface="Poppins"/>
                <a:sym typeface="Poppins"/>
              </a:rPr>
              <a:t>1</a:t>
            </a:r>
            <a:endParaRPr b="0" i="0" sz="2800" u="none" cap="none" strike="noStrike">
              <a:solidFill>
                <a:schemeClr val="dk1"/>
              </a:solidFill>
              <a:latin typeface="Calibri"/>
              <a:ea typeface="Calibri"/>
              <a:cs typeface="Calibri"/>
              <a:sym typeface="Calibri"/>
            </a:endParaRPr>
          </a:p>
        </p:txBody>
      </p:sp>
      <p:sp>
        <p:nvSpPr>
          <p:cNvPr id="3724" name="Google Shape;3724;p328"/>
          <p:cNvSpPr/>
          <p:nvPr/>
        </p:nvSpPr>
        <p:spPr>
          <a:xfrm>
            <a:off x="1296299" y="3008245"/>
            <a:ext cx="4947000" cy="2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2E"/>
              </a:buClr>
              <a:buSzPts val="1600"/>
              <a:buFont typeface="Poppins"/>
              <a:buNone/>
            </a:pPr>
            <a:r>
              <a:rPr b="1" lang="en-US" sz="1600">
                <a:solidFill>
                  <a:srgbClr val="1A1A2E"/>
                </a:solidFill>
                <a:latin typeface="Poppins"/>
                <a:ea typeface="Poppins"/>
                <a:cs typeface="Poppins"/>
                <a:sym typeface="Poppins"/>
              </a:rPr>
              <a:t>Business Banking</a:t>
            </a:r>
            <a:r>
              <a:rPr b="1" i="0" lang="en-US" sz="1600" u="none" cap="none" strike="noStrike">
                <a:solidFill>
                  <a:srgbClr val="1A1A2E"/>
                </a:solidFill>
                <a:latin typeface="Poppins"/>
                <a:ea typeface="Poppins"/>
                <a:cs typeface="Poppins"/>
                <a:sym typeface="Poppins"/>
              </a:rPr>
              <a:t> Map</a:t>
            </a:r>
            <a:endParaRPr b="0" i="0" sz="1600" u="none" cap="none" strike="noStrike">
              <a:solidFill>
                <a:schemeClr val="dk1"/>
              </a:solidFill>
              <a:latin typeface="Calibri"/>
              <a:ea typeface="Calibri"/>
              <a:cs typeface="Calibri"/>
              <a:sym typeface="Calibri"/>
            </a:endParaRPr>
          </a:p>
        </p:txBody>
      </p:sp>
      <p:sp>
        <p:nvSpPr>
          <p:cNvPr id="3725" name="Google Shape;3725;p328"/>
          <p:cNvSpPr/>
          <p:nvPr/>
        </p:nvSpPr>
        <p:spPr>
          <a:xfrm>
            <a:off x="1296299" y="3284470"/>
            <a:ext cx="4947000" cy="1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55555"/>
              </a:buClr>
              <a:buSzPts val="900"/>
              <a:buFont typeface="Poppins"/>
              <a:buNone/>
            </a:pPr>
            <a:r>
              <a:rPr lang="en-US" sz="900">
                <a:solidFill>
                  <a:srgbClr val="555555"/>
                </a:solidFill>
                <a:latin typeface="Poppins"/>
                <a:ea typeface="Poppins"/>
                <a:cs typeface="Poppins"/>
                <a:sym typeface="Poppins"/>
              </a:rPr>
              <a:t>Competitor selection, SWOT analysis, and deep-dive profiles</a:t>
            </a:r>
            <a:endParaRPr sz="900">
              <a:solidFill>
                <a:schemeClr val="dk1"/>
              </a:solidFill>
              <a:latin typeface="Calibri"/>
              <a:ea typeface="Calibri"/>
              <a:cs typeface="Calibri"/>
              <a:sym typeface="Calibri"/>
            </a:endParaRPr>
          </a:p>
          <a:p>
            <a:pPr indent="0" lvl="0" marL="0" marR="0" rtl="0" algn="l">
              <a:spcBef>
                <a:spcPts val="0"/>
              </a:spcBef>
              <a:spcAft>
                <a:spcPts val="0"/>
              </a:spcAft>
              <a:buClr>
                <a:srgbClr val="555555"/>
              </a:buClr>
              <a:buSzPts val="900"/>
              <a:buFont typeface="Poppins"/>
              <a:buNone/>
            </a:pPr>
            <a:r>
              <a:t/>
            </a:r>
            <a:endParaRPr sz="900">
              <a:solidFill>
                <a:srgbClr val="555555"/>
              </a:solidFill>
              <a:latin typeface="Poppins"/>
              <a:ea typeface="Poppins"/>
              <a:cs typeface="Poppins"/>
              <a:sym typeface="Poppins"/>
            </a:endParaRPr>
          </a:p>
        </p:txBody>
      </p:sp>
      <p:sp>
        <p:nvSpPr>
          <p:cNvPr id="3726" name="Google Shape;3726;p328"/>
          <p:cNvSpPr txBox="1"/>
          <p:nvPr/>
        </p:nvSpPr>
        <p:spPr>
          <a:xfrm>
            <a:off x="493060" y="2080710"/>
            <a:ext cx="7125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sz="2800">
                <a:solidFill>
                  <a:srgbClr val="96D4D4"/>
                </a:solidFill>
                <a:latin typeface="Poppins"/>
                <a:ea typeface="Poppins"/>
                <a:cs typeface="Poppins"/>
                <a:sym typeface="Poppins"/>
              </a:rPr>
              <a:t>02</a:t>
            </a:r>
            <a:endParaRPr sz="2800">
              <a:solidFill>
                <a:schemeClr val="dk1"/>
              </a:solidFill>
              <a:latin typeface="Calibri"/>
              <a:ea typeface="Calibri"/>
              <a:cs typeface="Calibri"/>
              <a:sym typeface="Calibri"/>
            </a:endParaRPr>
          </a:p>
        </p:txBody>
      </p:sp>
      <p:sp>
        <p:nvSpPr>
          <p:cNvPr id="3727" name="Google Shape;3727;p328"/>
          <p:cNvSpPr txBox="1"/>
          <p:nvPr/>
        </p:nvSpPr>
        <p:spPr>
          <a:xfrm>
            <a:off x="498422" y="2861640"/>
            <a:ext cx="7125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sz="2800">
                <a:solidFill>
                  <a:srgbClr val="96D4D4"/>
                </a:solidFill>
                <a:latin typeface="Poppins"/>
                <a:ea typeface="Poppins"/>
                <a:cs typeface="Poppins"/>
                <a:sym typeface="Poppins"/>
              </a:rPr>
              <a:t>03</a:t>
            </a:r>
            <a:endParaRPr sz="2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3732" name="Shape 3732"/>
        <p:cNvGrpSpPr/>
        <p:nvPr/>
      </p:nvGrpSpPr>
      <p:grpSpPr>
        <a:xfrm>
          <a:off x="0" y="0"/>
          <a:ext cx="0" cy="0"/>
          <a:chOff x="0" y="0"/>
          <a:chExt cx="0" cy="0"/>
        </a:xfrm>
      </p:grpSpPr>
      <p:sp>
        <p:nvSpPr>
          <p:cNvPr id="3733" name="Google Shape;3733;p329"/>
          <p:cNvSpPr/>
          <p:nvPr/>
        </p:nvSpPr>
        <p:spPr>
          <a:xfrm>
            <a:off x="120150" y="331159"/>
            <a:ext cx="8903700" cy="4631700"/>
          </a:xfrm>
          <a:prstGeom prst="roundRect">
            <a:avLst>
              <a:gd fmla="val 3000"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4" name="Google Shape;3734;p329"/>
          <p:cNvSpPr/>
          <p:nvPr/>
        </p:nvSpPr>
        <p:spPr>
          <a:xfrm>
            <a:off x="1687950" y="3016109"/>
            <a:ext cx="7293300" cy="783900"/>
          </a:xfrm>
          <a:prstGeom prst="roundRect">
            <a:avLst>
              <a:gd fmla="val 9095" name="adj"/>
            </a:avLst>
          </a:prstGeom>
          <a:solidFill>
            <a:srgbClr val="96D4D4">
              <a:alpha val="149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35" name="Google Shape;3735;p329"/>
          <p:cNvSpPr/>
          <p:nvPr/>
        </p:nvSpPr>
        <p:spPr>
          <a:xfrm>
            <a:off x="1687950" y="1312772"/>
            <a:ext cx="7293300" cy="783900"/>
          </a:xfrm>
          <a:prstGeom prst="roundRect">
            <a:avLst>
              <a:gd fmla="val 9095" name="adj"/>
            </a:avLst>
          </a:prstGeom>
          <a:solidFill>
            <a:srgbClr val="96D4D4">
              <a:alpha val="149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36" name="Google Shape;3736;p329"/>
          <p:cNvSpPr/>
          <p:nvPr/>
        </p:nvSpPr>
        <p:spPr>
          <a:xfrm>
            <a:off x="1687950" y="2153131"/>
            <a:ext cx="7293300" cy="783900"/>
          </a:xfrm>
          <a:prstGeom prst="roundRect">
            <a:avLst>
              <a:gd fmla="val 9095" name="adj"/>
            </a:avLst>
          </a:prstGeom>
          <a:solidFill>
            <a:srgbClr val="96D4D4">
              <a:alpha val="149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image.png" id="3737" name="Google Shape;3737;p329"/>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3738" name="Google Shape;3738;p329"/>
          <p:cNvSpPr/>
          <p:nvPr/>
        </p:nvSpPr>
        <p:spPr>
          <a:xfrm>
            <a:off x="300150" y="582482"/>
            <a:ext cx="8705100" cy="32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1700"/>
              <a:buFont typeface="Poppins"/>
              <a:buNone/>
            </a:pPr>
            <a:r>
              <a:rPr b="1" i="0" lang="en-US" sz="2100" u="none" cap="none" strike="noStrike">
                <a:solidFill>
                  <a:srgbClr val="1A1A2E"/>
                </a:solidFill>
                <a:latin typeface="Poppins"/>
                <a:ea typeface="Poppins"/>
                <a:cs typeface="Poppins"/>
                <a:sym typeface="Poppins"/>
              </a:rPr>
              <a:t>Why Banking in a New Market Is Fundamentally Different</a:t>
            </a:r>
            <a:endParaRPr b="0" i="0" sz="2100" u="none" cap="none" strike="noStrike">
              <a:solidFill>
                <a:schemeClr val="dk1"/>
              </a:solidFill>
              <a:latin typeface="Calibri"/>
              <a:ea typeface="Calibri"/>
              <a:cs typeface="Calibri"/>
              <a:sym typeface="Calibri"/>
            </a:endParaRPr>
          </a:p>
        </p:txBody>
      </p:sp>
      <p:sp>
        <p:nvSpPr>
          <p:cNvPr id="3739" name="Google Shape;3739;p329"/>
          <p:cNvSpPr/>
          <p:nvPr/>
        </p:nvSpPr>
        <p:spPr>
          <a:xfrm>
            <a:off x="300150" y="991738"/>
            <a:ext cx="8705100" cy="15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B4D3F"/>
              </a:buClr>
              <a:buSzPts val="800"/>
              <a:buFont typeface="Poppins"/>
              <a:buNone/>
            </a:pPr>
            <a:r>
              <a:rPr b="0" i="1" lang="en-US" sz="900" u="none" cap="none" strike="noStrike">
                <a:solidFill>
                  <a:srgbClr val="FB4D3F"/>
                </a:solidFill>
                <a:latin typeface="Poppins"/>
                <a:ea typeface="Poppins"/>
                <a:cs typeface="Poppins"/>
                <a:sym typeface="Poppins"/>
              </a:rPr>
              <a:t>When Spotify entered Spain, nobody had to cancel their radio. </a:t>
            </a:r>
            <a:r>
              <a:rPr i="1" lang="en-US" sz="900">
                <a:solidFill>
                  <a:srgbClr val="FB4D3F"/>
                </a:solidFill>
                <a:latin typeface="Poppins"/>
                <a:ea typeface="Poppins"/>
                <a:cs typeface="Poppins"/>
                <a:sym typeface="Poppins"/>
              </a:rPr>
              <a:t>Salary </a:t>
            </a:r>
            <a:r>
              <a:rPr b="0" i="1" lang="en-US" sz="900" u="none" cap="none" strike="noStrike">
                <a:solidFill>
                  <a:srgbClr val="FB4D3F"/>
                </a:solidFill>
                <a:latin typeface="Poppins"/>
                <a:ea typeface="Poppins"/>
                <a:cs typeface="Poppins"/>
                <a:sym typeface="Poppins"/>
              </a:rPr>
              <a:t>Banking is a zero-sum game.</a:t>
            </a:r>
            <a:endParaRPr b="0" i="0" sz="900" u="none" cap="none" strike="noStrike">
              <a:solidFill>
                <a:schemeClr val="dk1"/>
              </a:solidFill>
              <a:latin typeface="Calibri"/>
              <a:ea typeface="Calibri"/>
              <a:cs typeface="Calibri"/>
              <a:sym typeface="Calibri"/>
            </a:endParaRPr>
          </a:p>
        </p:txBody>
      </p:sp>
      <p:sp>
        <p:nvSpPr>
          <p:cNvPr id="3740" name="Google Shape;3740;p329"/>
          <p:cNvSpPr/>
          <p:nvPr/>
        </p:nvSpPr>
        <p:spPr>
          <a:xfrm>
            <a:off x="300150" y="1338025"/>
            <a:ext cx="1244100" cy="758700"/>
          </a:xfrm>
          <a:prstGeom prst="roundRect">
            <a:avLst>
              <a:gd fmla="val 8335" name="adj"/>
            </a:avLst>
          </a:prstGeom>
          <a:solidFill>
            <a:srgbClr val="14233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41" name="Google Shape;3741;p329"/>
          <p:cNvSpPr/>
          <p:nvPr/>
        </p:nvSpPr>
        <p:spPr>
          <a:xfrm>
            <a:off x="475491" y="1507696"/>
            <a:ext cx="893400" cy="254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Poppins"/>
              <a:buNone/>
            </a:pPr>
            <a:r>
              <a:rPr b="1" i="0" lang="en-US" sz="2000" u="none" cap="none" strike="noStrike">
                <a:solidFill>
                  <a:srgbClr val="FFFFFF"/>
                </a:solidFill>
                <a:latin typeface="Poppins"/>
                <a:ea typeface="Poppins"/>
                <a:cs typeface="Poppins"/>
                <a:sym typeface="Poppins"/>
              </a:rPr>
              <a:t>99.3%</a:t>
            </a:r>
            <a:endParaRPr b="0" i="0" sz="2000" u="none" cap="none" strike="noStrike">
              <a:solidFill>
                <a:schemeClr val="dk1"/>
              </a:solidFill>
              <a:latin typeface="Calibri"/>
              <a:ea typeface="Calibri"/>
              <a:cs typeface="Calibri"/>
              <a:sym typeface="Calibri"/>
            </a:endParaRPr>
          </a:p>
        </p:txBody>
      </p:sp>
      <p:sp>
        <p:nvSpPr>
          <p:cNvPr id="3742" name="Google Shape;3742;p329"/>
          <p:cNvSpPr/>
          <p:nvPr/>
        </p:nvSpPr>
        <p:spPr>
          <a:xfrm>
            <a:off x="475491" y="1799845"/>
            <a:ext cx="893400" cy="114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600"/>
              <a:buFont typeface="Poppins"/>
              <a:buNone/>
            </a:pPr>
            <a:r>
              <a:rPr b="0" i="0" lang="en-US" sz="600" u="none" cap="none" strike="noStrike">
                <a:solidFill>
                  <a:srgbClr val="FFFFFF"/>
                </a:solidFill>
                <a:latin typeface="Poppins"/>
                <a:ea typeface="Poppins"/>
                <a:cs typeface="Poppins"/>
                <a:sym typeface="Poppins"/>
              </a:rPr>
              <a:t>BANKED POPULATION</a:t>
            </a:r>
            <a:endParaRPr b="0" i="0" sz="600" u="none" cap="none" strike="noStrike">
              <a:solidFill>
                <a:schemeClr val="dk1"/>
              </a:solidFill>
              <a:latin typeface="Calibri"/>
              <a:ea typeface="Calibri"/>
              <a:cs typeface="Calibri"/>
              <a:sym typeface="Calibri"/>
            </a:endParaRPr>
          </a:p>
        </p:txBody>
      </p:sp>
      <p:sp>
        <p:nvSpPr>
          <p:cNvPr id="3743" name="Google Shape;3743;p329"/>
          <p:cNvSpPr/>
          <p:nvPr/>
        </p:nvSpPr>
        <p:spPr>
          <a:xfrm>
            <a:off x="1734550" y="1341836"/>
            <a:ext cx="7251300" cy="1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900"/>
              <a:buFont typeface="Poppins"/>
              <a:buNone/>
            </a:pPr>
            <a:r>
              <a:rPr b="1" i="0" lang="en-US" sz="900" u="none" cap="none" strike="noStrike">
                <a:solidFill>
                  <a:srgbClr val="1A1A2E"/>
                </a:solidFill>
                <a:latin typeface="Poppins"/>
                <a:ea typeface="Poppins"/>
                <a:cs typeface="Poppins"/>
                <a:sym typeface="Poppins"/>
              </a:rPr>
              <a:t>A Zero-Sum Market — Every Client Is Stolen</a:t>
            </a:r>
            <a:endParaRPr b="0" i="0" sz="900" u="none" cap="none" strike="noStrike">
              <a:solidFill>
                <a:schemeClr val="dk1"/>
              </a:solidFill>
              <a:latin typeface="Calibri"/>
              <a:ea typeface="Calibri"/>
              <a:cs typeface="Calibri"/>
              <a:sym typeface="Calibri"/>
            </a:endParaRPr>
          </a:p>
        </p:txBody>
      </p:sp>
      <p:sp>
        <p:nvSpPr>
          <p:cNvPr id="3744" name="Google Shape;3744;p329"/>
          <p:cNvSpPr/>
          <p:nvPr/>
        </p:nvSpPr>
        <p:spPr>
          <a:xfrm>
            <a:off x="1734550" y="1551372"/>
            <a:ext cx="7251300" cy="5397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44444"/>
              </a:buClr>
              <a:buSzPts val="750"/>
              <a:buFont typeface="Poppins"/>
              <a:buNone/>
            </a:pPr>
            <a:r>
              <a:rPr b="0" i="0" lang="en-US" sz="750" u="none" cap="none" strike="noStrike">
                <a:solidFill>
                  <a:srgbClr val="444444"/>
                </a:solidFill>
                <a:latin typeface="Poppins"/>
                <a:ea typeface="Poppins"/>
                <a:cs typeface="Poppins"/>
                <a:sym typeface="Poppins"/>
              </a:rPr>
              <a:t>Spain has near-total banking penetration. The average Spaniard holds </a:t>
            </a:r>
            <a:r>
              <a:rPr b="1" i="0" lang="en-US" sz="750" u="none" cap="none" strike="noStrike">
                <a:solidFill>
                  <a:srgbClr val="1A1A2E"/>
                </a:solidFill>
                <a:latin typeface="Poppins"/>
                <a:ea typeface="Poppins"/>
                <a:cs typeface="Poppins"/>
                <a:sym typeface="Poppins"/>
              </a:rPr>
              <a:t>1.81 banking relationships</a:t>
            </a:r>
            <a:r>
              <a:rPr b="0" i="0" lang="en-US" sz="750" u="none" cap="none" strike="noStrike">
                <a:solidFill>
                  <a:srgbClr val="444444"/>
                </a:solidFill>
                <a:latin typeface="Poppins"/>
                <a:ea typeface="Poppins"/>
                <a:cs typeface="Poppins"/>
                <a:sym typeface="Poppins"/>
              </a:rPr>
              <a:t> (52% have 2+). The top 5 banks control </a:t>
            </a:r>
            <a:r>
              <a:rPr b="1" i="0" lang="en-US" sz="750" u="none" cap="none" strike="noStrike">
                <a:solidFill>
                  <a:srgbClr val="1A1A2E"/>
                </a:solidFill>
                <a:latin typeface="Poppins"/>
                <a:ea typeface="Poppins"/>
                <a:cs typeface="Poppins"/>
                <a:sym typeface="Poppins"/>
              </a:rPr>
              <a:t>70–84% market share</a:t>
            </a:r>
            <a:r>
              <a:rPr b="0" i="0" lang="en-US" sz="750" u="none" cap="none" strike="noStrike">
                <a:solidFill>
                  <a:srgbClr val="444444"/>
                </a:solidFill>
                <a:latin typeface="Poppins"/>
                <a:ea typeface="Poppins"/>
                <a:cs typeface="Poppins"/>
                <a:sym typeface="Poppins"/>
              </a:rPr>
              <a:t>. Around 700.000 switch banks every year, but </a:t>
            </a:r>
            <a:r>
              <a:rPr lang="en-US" sz="750">
                <a:solidFill>
                  <a:srgbClr val="444444"/>
                </a:solidFill>
                <a:latin typeface="Poppins"/>
                <a:ea typeface="Poppins"/>
                <a:cs typeface="Poppins"/>
                <a:sym typeface="Poppins"/>
              </a:rPr>
              <a:t>o</a:t>
            </a:r>
            <a:r>
              <a:rPr b="0" i="0" lang="en-US" sz="750" u="none" cap="none" strike="noStrike">
                <a:solidFill>
                  <a:srgbClr val="444444"/>
                </a:solidFill>
                <a:latin typeface="Poppins"/>
                <a:ea typeface="Poppins"/>
                <a:cs typeface="Poppins"/>
                <a:sym typeface="Poppins"/>
              </a:rPr>
              <a:t>nly </a:t>
            </a:r>
            <a:r>
              <a:rPr b="1" i="0" lang="en-US" sz="750" u="none" cap="none" strike="noStrike">
                <a:solidFill>
                  <a:srgbClr val="1A1A2E"/>
                </a:solidFill>
                <a:latin typeface="Poppins"/>
                <a:ea typeface="Poppins"/>
                <a:cs typeface="Poppins"/>
                <a:sym typeface="Poppins"/>
              </a:rPr>
              <a:t>85,500 people </a:t>
            </a:r>
            <a:r>
              <a:rPr b="1" lang="en-US" sz="750">
                <a:solidFill>
                  <a:srgbClr val="1A1A2E"/>
                </a:solidFill>
                <a:latin typeface="Poppins"/>
                <a:ea typeface="Poppins"/>
                <a:cs typeface="Poppins"/>
                <a:sym typeface="Poppins"/>
              </a:rPr>
              <a:t>do it through the “faulty” Switch Squeme</a:t>
            </a:r>
            <a:r>
              <a:rPr b="0" i="0" lang="en-US" sz="750" u="none" cap="none" strike="noStrike">
                <a:solidFill>
                  <a:srgbClr val="444444"/>
                </a:solidFill>
                <a:latin typeface="Poppins"/>
                <a:ea typeface="Poppins"/>
                <a:cs typeface="Poppins"/>
                <a:sym typeface="Poppins"/>
              </a:rPr>
              <a:t> — vs 1.2M in the UK (10x per capita), </a:t>
            </a:r>
            <a:r>
              <a:rPr b="0" i="0" lang="en-US" sz="750" u="sng" cap="none" strike="noStrike">
                <a:solidFill>
                  <a:srgbClr val="444444"/>
                </a:solidFill>
                <a:latin typeface="Poppins"/>
                <a:ea typeface="Poppins"/>
                <a:cs typeface="Poppins"/>
                <a:sym typeface="Poppins"/>
              </a:rPr>
              <a:t>making </a:t>
            </a:r>
            <a:r>
              <a:rPr lang="en-US" sz="750" u="sng">
                <a:solidFill>
                  <a:srgbClr val="444444"/>
                </a:solidFill>
                <a:latin typeface="Poppins"/>
                <a:ea typeface="Poppins"/>
                <a:cs typeface="Poppins"/>
                <a:sym typeface="Poppins"/>
              </a:rPr>
              <a:t>switching much harder</a:t>
            </a:r>
            <a:r>
              <a:rPr b="0" i="0" lang="en-US" sz="750" u="none" cap="none" strike="noStrike">
                <a:solidFill>
                  <a:srgbClr val="444444"/>
                </a:solidFill>
                <a:latin typeface="Poppins"/>
                <a:ea typeface="Poppins"/>
                <a:cs typeface="Poppins"/>
                <a:sym typeface="Poppins"/>
              </a:rPr>
              <a:t>. Bizum has </a:t>
            </a:r>
            <a:r>
              <a:rPr b="1" i="0" lang="en-US" sz="750" u="none" cap="none" strike="noStrike">
                <a:solidFill>
                  <a:srgbClr val="1A1A2E"/>
                </a:solidFill>
                <a:latin typeface="Poppins"/>
                <a:ea typeface="Poppins"/>
                <a:cs typeface="Poppins"/>
                <a:sym typeface="Poppins"/>
              </a:rPr>
              <a:t>30.6M users</a:t>
            </a:r>
            <a:r>
              <a:rPr b="0" i="0" lang="en-US" sz="750" u="none" cap="none" strike="noStrike">
                <a:solidFill>
                  <a:srgbClr val="444444"/>
                </a:solidFill>
                <a:latin typeface="Poppins"/>
                <a:ea typeface="Poppins"/>
                <a:cs typeface="Poppins"/>
                <a:sym typeface="Poppins"/>
              </a:rPr>
              <a:t> (70%+ adults), creating a network effect that locks customers into the incumbent ecosystem.</a:t>
            </a:r>
            <a:endParaRPr b="0" i="0" sz="750" u="none" cap="none" strike="noStrike">
              <a:solidFill>
                <a:schemeClr val="dk1"/>
              </a:solidFill>
              <a:latin typeface="Calibri"/>
              <a:ea typeface="Calibri"/>
              <a:cs typeface="Calibri"/>
              <a:sym typeface="Calibri"/>
            </a:endParaRPr>
          </a:p>
        </p:txBody>
      </p:sp>
      <p:sp>
        <p:nvSpPr>
          <p:cNvPr id="3745" name="Google Shape;3745;p329"/>
          <p:cNvSpPr/>
          <p:nvPr/>
        </p:nvSpPr>
        <p:spPr>
          <a:xfrm>
            <a:off x="304800" y="2153134"/>
            <a:ext cx="1247400" cy="758700"/>
          </a:xfrm>
          <a:prstGeom prst="roundRect">
            <a:avLst>
              <a:gd fmla="val 8335" name="adj"/>
            </a:avLst>
          </a:prstGeom>
          <a:solidFill>
            <a:srgbClr val="FB4D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46" name="Google Shape;3746;p329"/>
          <p:cNvSpPr/>
          <p:nvPr/>
        </p:nvSpPr>
        <p:spPr>
          <a:xfrm>
            <a:off x="370049" y="2308055"/>
            <a:ext cx="1116900" cy="254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Poppins"/>
              <a:buNone/>
            </a:pPr>
            <a:r>
              <a:rPr b="1" i="0" lang="en-US" sz="2000" u="none" cap="none" strike="noStrike">
                <a:solidFill>
                  <a:srgbClr val="FFFFFF"/>
                </a:solidFill>
                <a:latin typeface="Poppins"/>
                <a:ea typeface="Poppins"/>
                <a:cs typeface="Poppins"/>
                <a:sym typeface="Poppins"/>
              </a:rPr>
              <a:t>1 of 9</a:t>
            </a:r>
            <a:endParaRPr b="0" i="0" sz="2000" u="none" cap="none" strike="noStrike">
              <a:solidFill>
                <a:schemeClr val="dk1"/>
              </a:solidFill>
              <a:latin typeface="Calibri"/>
              <a:ea typeface="Calibri"/>
              <a:cs typeface="Calibri"/>
              <a:sym typeface="Calibri"/>
            </a:endParaRPr>
          </a:p>
        </p:txBody>
      </p:sp>
      <p:sp>
        <p:nvSpPr>
          <p:cNvPr id="3747" name="Google Shape;3747;p329"/>
          <p:cNvSpPr/>
          <p:nvPr/>
        </p:nvSpPr>
        <p:spPr>
          <a:xfrm>
            <a:off x="370049" y="2600205"/>
            <a:ext cx="1116900" cy="114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600"/>
              <a:buFont typeface="Poppins"/>
              <a:buNone/>
            </a:pPr>
            <a:r>
              <a:rPr b="0" i="0" lang="en-US" sz="600" u="none" cap="none" strike="noStrike">
                <a:solidFill>
                  <a:srgbClr val="FFFFFF"/>
                </a:solidFill>
                <a:latin typeface="Poppins"/>
                <a:ea typeface="Poppins"/>
                <a:cs typeface="Poppins"/>
                <a:sym typeface="Poppins"/>
              </a:rPr>
              <a:t>FOREIGN BANKS SURVIVED</a:t>
            </a:r>
            <a:endParaRPr b="0" i="0" sz="600" u="none" cap="none" strike="noStrike">
              <a:solidFill>
                <a:schemeClr val="dk1"/>
              </a:solidFill>
              <a:latin typeface="Calibri"/>
              <a:ea typeface="Calibri"/>
              <a:cs typeface="Calibri"/>
              <a:sym typeface="Calibri"/>
            </a:endParaRPr>
          </a:p>
        </p:txBody>
      </p:sp>
      <p:sp>
        <p:nvSpPr>
          <p:cNvPr id="3748" name="Google Shape;3748;p329"/>
          <p:cNvSpPr/>
          <p:nvPr/>
        </p:nvSpPr>
        <p:spPr>
          <a:xfrm>
            <a:off x="1729978" y="2206554"/>
            <a:ext cx="7251300" cy="1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900"/>
              <a:buFont typeface="Poppins"/>
              <a:buNone/>
            </a:pPr>
            <a:r>
              <a:rPr b="1" i="0" lang="en-US" sz="900" u="none" cap="none" strike="noStrike">
                <a:solidFill>
                  <a:srgbClr val="1A1A2E"/>
                </a:solidFill>
                <a:latin typeface="Poppins"/>
                <a:ea typeface="Poppins"/>
                <a:cs typeface="Poppins"/>
                <a:sym typeface="Poppins"/>
              </a:rPr>
              <a:t>The Graveyard of Foreign Ambition</a:t>
            </a:r>
            <a:endParaRPr b="0" i="0" sz="900" u="none" cap="none" strike="noStrike">
              <a:solidFill>
                <a:schemeClr val="dk1"/>
              </a:solidFill>
              <a:latin typeface="Calibri"/>
              <a:ea typeface="Calibri"/>
              <a:cs typeface="Calibri"/>
              <a:sym typeface="Calibri"/>
            </a:endParaRPr>
          </a:p>
        </p:txBody>
      </p:sp>
      <p:sp>
        <p:nvSpPr>
          <p:cNvPr id="3749" name="Google Shape;3749;p329"/>
          <p:cNvSpPr/>
          <p:nvPr/>
        </p:nvSpPr>
        <p:spPr>
          <a:xfrm>
            <a:off x="1729978" y="2416104"/>
            <a:ext cx="7251300" cy="4287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44444"/>
              </a:buClr>
              <a:buSzPts val="750"/>
              <a:buFont typeface="Poppins"/>
              <a:buNone/>
            </a:pPr>
            <a:r>
              <a:rPr b="0" i="0" lang="en-US" sz="750" u="none" cap="none" strike="noStrike">
                <a:solidFill>
                  <a:srgbClr val="444444"/>
                </a:solidFill>
                <a:latin typeface="Poppins"/>
                <a:ea typeface="Poppins"/>
                <a:cs typeface="Poppins"/>
                <a:sym typeface="Poppins"/>
              </a:rPr>
              <a:t>In 25 years, </a:t>
            </a:r>
            <a:r>
              <a:rPr b="1" i="0" lang="en-US" sz="750" u="none" cap="none" strike="noStrike">
                <a:solidFill>
                  <a:srgbClr val="1A1A2E"/>
                </a:solidFill>
                <a:latin typeface="Poppins"/>
                <a:ea typeface="Poppins"/>
                <a:cs typeface="Poppins"/>
                <a:sym typeface="Poppins"/>
              </a:rPr>
              <a:t>9 licensed foreign banks</a:t>
            </a:r>
            <a:r>
              <a:rPr b="0" i="0" lang="en-US" sz="750" u="none" cap="none" strike="noStrike">
                <a:solidFill>
                  <a:srgbClr val="444444"/>
                </a:solidFill>
                <a:latin typeface="Poppins"/>
                <a:ea typeface="Poppins"/>
                <a:cs typeface="Poppins"/>
                <a:sym typeface="Poppins"/>
              </a:rPr>
              <a:t> tried Spain. Barclays (270 offices, sold to CaixaBank), Lloyds, Citibank, Deutsche Bank, Targobank — all exited or became niche. Only </a:t>
            </a:r>
            <a:r>
              <a:rPr b="1" i="0" lang="en-US" sz="750" u="none" cap="none" strike="noStrike">
                <a:solidFill>
                  <a:srgbClr val="1A1A2E"/>
                </a:solidFill>
                <a:latin typeface="Poppins"/>
                <a:ea typeface="Poppins"/>
                <a:cs typeface="Poppins"/>
                <a:sym typeface="Poppins"/>
              </a:rPr>
              <a:t>ING survived</a:t>
            </a:r>
            <a:r>
              <a:rPr b="0" i="0" lang="en-US" sz="750" u="none" cap="none" strike="noStrike">
                <a:solidFill>
                  <a:srgbClr val="444444"/>
                </a:solidFill>
                <a:latin typeface="Poppins"/>
                <a:ea typeface="Poppins"/>
                <a:cs typeface="Poppins"/>
                <a:sym typeface="Poppins"/>
              </a:rPr>
              <a:t>, entering in 1999 with 26 years of brand-building. The neobank</a:t>
            </a:r>
            <a:r>
              <a:rPr lang="en-US" sz="750">
                <a:solidFill>
                  <a:srgbClr val="444444"/>
                </a:solidFill>
                <a:latin typeface="Poppins"/>
                <a:ea typeface="Poppins"/>
                <a:cs typeface="Poppins"/>
                <a:sym typeface="Poppins"/>
              </a:rPr>
              <a:t>s, although they have managed to get many signups and clients with low physical presence, they only</a:t>
            </a:r>
            <a:r>
              <a:rPr b="0" i="0" lang="en-US" sz="750" u="none" cap="none" strike="noStrike">
                <a:solidFill>
                  <a:srgbClr val="444444"/>
                </a:solidFill>
                <a:latin typeface="Poppins"/>
                <a:ea typeface="Poppins"/>
                <a:cs typeface="Poppins"/>
                <a:sym typeface="Poppins"/>
              </a:rPr>
              <a:t> win the periphery — </a:t>
            </a:r>
            <a:r>
              <a:rPr b="1" i="0" lang="en-US" sz="750" u="none" cap="none" strike="noStrike">
                <a:solidFill>
                  <a:srgbClr val="1A1A2E"/>
                </a:solidFill>
                <a:latin typeface="Poppins"/>
                <a:ea typeface="Poppins"/>
                <a:cs typeface="Poppins"/>
                <a:sym typeface="Poppins"/>
              </a:rPr>
              <a:t>the payroll stays at the incumbent</a:t>
            </a:r>
            <a:r>
              <a:rPr b="0" i="0" lang="en-US" sz="750" u="none" cap="none" strike="noStrike">
                <a:solidFill>
                  <a:srgbClr val="444444"/>
                </a:solidFill>
                <a:latin typeface="Poppins"/>
                <a:ea typeface="Poppins"/>
                <a:cs typeface="Poppins"/>
                <a:sym typeface="Poppins"/>
              </a:rPr>
              <a:t>.</a:t>
            </a:r>
            <a:endParaRPr b="0" i="0" sz="750" u="none" cap="none" strike="noStrike">
              <a:solidFill>
                <a:schemeClr val="dk1"/>
              </a:solidFill>
              <a:latin typeface="Calibri"/>
              <a:ea typeface="Calibri"/>
              <a:cs typeface="Calibri"/>
              <a:sym typeface="Calibri"/>
            </a:endParaRPr>
          </a:p>
        </p:txBody>
      </p:sp>
      <p:sp>
        <p:nvSpPr>
          <p:cNvPr id="3750" name="Google Shape;3750;p329"/>
          <p:cNvSpPr/>
          <p:nvPr/>
        </p:nvSpPr>
        <p:spPr>
          <a:xfrm>
            <a:off x="304800" y="3016100"/>
            <a:ext cx="1244100" cy="758700"/>
          </a:xfrm>
          <a:prstGeom prst="roundRect">
            <a:avLst>
              <a:gd fmla="val 9095" name="adj"/>
            </a:avLst>
          </a:prstGeom>
          <a:solidFill>
            <a:srgbClr val="96D4D4">
              <a:alpha val="149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51" name="Google Shape;3751;p329"/>
          <p:cNvSpPr/>
          <p:nvPr/>
        </p:nvSpPr>
        <p:spPr>
          <a:xfrm>
            <a:off x="370057" y="3245584"/>
            <a:ext cx="11136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233C"/>
              </a:buClr>
              <a:buSzPts val="1600"/>
              <a:buFont typeface="Poppins"/>
              <a:buNone/>
            </a:pPr>
            <a:r>
              <a:rPr b="1" i="0" lang="en-US" sz="1600" u="none" cap="none" strike="noStrike">
                <a:solidFill>
                  <a:srgbClr val="14233C"/>
                </a:solidFill>
                <a:latin typeface="Poppins"/>
                <a:ea typeface="Poppins"/>
                <a:cs typeface="Poppins"/>
                <a:sym typeface="Poppins"/>
              </a:rPr>
              <a:t>86 vs 35</a:t>
            </a:r>
            <a:endParaRPr b="0" i="0" sz="1600" u="none" cap="none" strike="noStrike">
              <a:solidFill>
                <a:schemeClr val="dk1"/>
              </a:solidFill>
              <a:latin typeface="Calibri"/>
              <a:ea typeface="Calibri"/>
              <a:cs typeface="Calibri"/>
              <a:sym typeface="Calibri"/>
            </a:endParaRPr>
          </a:p>
        </p:txBody>
      </p:sp>
      <p:sp>
        <p:nvSpPr>
          <p:cNvPr id="3752" name="Google Shape;3752;p329"/>
          <p:cNvSpPr/>
          <p:nvPr/>
        </p:nvSpPr>
        <p:spPr>
          <a:xfrm>
            <a:off x="370057" y="3486834"/>
            <a:ext cx="1113600" cy="114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4233C"/>
              </a:buClr>
              <a:buSzPts val="600"/>
              <a:buFont typeface="Poppins"/>
              <a:buNone/>
            </a:pPr>
            <a:r>
              <a:rPr b="0" i="0" lang="en-US" sz="600" u="none" cap="none" strike="noStrike">
                <a:solidFill>
                  <a:srgbClr val="14233C"/>
                </a:solidFill>
                <a:latin typeface="Poppins"/>
                <a:ea typeface="Poppins"/>
                <a:cs typeface="Poppins"/>
                <a:sym typeface="Poppins"/>
              </a:rPr>
              <a:t>UNCERTAINTY AVOIDANCE</a:t>
            </a:r>
            <a:endParaRPr b="0" i="0" sz="600" u="none" cap="none" strike="noStrike">
              <a:solidFill>
                <a:schemeClr val="dk1"/>
              </a:solidFill>
              <a:latin typeface="Calibri"/>
              <a:ea typeface="Calibri"/>
              <a:cs typeface="Calibri"/>
              <a:sym typeface="Calibri"/>
            </a:endParaRPr>
          </a:p>
        </p:txBody>
      </p:sp>
      <p:sp>
        <p:nvSpPr>
          <p:cNvPr id="3753" name="Google Shape;3753;p329"/>
          <p:cNvSpPr/>
          <p:nvPr/>
        </p:nvSpPr>
        <p:spPr>
          <a:xfrm>
            <a:off x="1726704" y="3042821"/>
            <a:ext cx="7254600" cy="1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900"/>
              <a:buFont typeface="Poppins"/>
              <a:buNone/>
            </a:pPr>
            <a:r>
              <a:rPr b="1" i="0" lang="en-US" sz="900" u="none" cap="none" strike="noStrike">
                <a:solidFill>
                  <a:srgbClr val="1A1A2E"/>
                </a:solidFill>
                <a:latin typeface="Poppins"/>
                <a:ea typeface="Poppins"/>
                <a:cs typeface="Poppins"/>
                <a:sym typeface="Poppins"/>
              </a:rPr>
              <a:t>Cultural Fortress — Trust Is Inherited, Not Earned Online</a:t>
            </a:r>
            <a:endParaRPr b="0" i="0" sz="900" u="none" cap="none" strike="noStrike">
              <a:solidFill>
                <a:schemeClr val="dk1"/>
              </a:solidFill>
              <a:latin typeface="Calibri"/>
              <a:ea typeface="Calibri"/>
              <a:cs typeface="Calibri"/>
              <a:sym typeface="Calibri"/>
            </a:endParaRPr>
          </a:p>
        </p:txBody>
      </p:sp>
      <p:sp>
        <p:nvSpPr>
          <p:cNvPr id="3754" name="Google Shape;3754;p329"/>
          <p:cNvSpPr/>
          <p:nvPr/>
        </p:nvSpPr>
        <p:spPr>
          <a:xfrm>
            <a:off x="1726700" y="3252376"/>
            <a:ext cx="7254600" cy="489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444444"/>
              </a:buClr>
              <a:buSzPts val="750"/>
              <a:buFont typeface="Poppins"/>
              <a:buNone/>
            </a:pPr>
            <a:r>
              <a:rPr b="0" i="0" lang="en-US" sz="750" u="none" cap="none" strike="noStrike">
                <a:solidFill>
                  <a:srgbClr val="444444"/>
                </a:solidFill>
                <a:latin typeface="Poppins"/>
                <a:ea typeface="Poppins"/>
                <a:cs typeface="Poppins"/>
                <a:sym typeface="Poppins"/>
              </a:rPr>
              <a:t>Spain scores </a:t>
            </a:r>
            <a:r>
              <a:rPr b="1" i="0" lang="en-US" sz="750" u="none" cap="none" strike="noStrike">
                <a:solidFill>
                  <a:srgbClr val="1A1A2E"/>
                </a:solidFill>
                <a:latin typeface="Poppins"/>
                <a:ea typeface="Poppins"/>
                <a:cs typeface="Poppins"/>
                <a:sym typeface="Poppins"/>
              </a:rPr>
              <a:t>86 on Hofstede's Uncertainty Avoidance</a:t>
            </a:r>
            <a:r>
              <a:rPr b="0" i="0" lang="en-US" sz="750" u="none" cap="none" strike="noStrike">
                <a:solidFill>
                  <a:srgbClr val="444444"/>
                </a:solidFill>
                <a:latin typeface="Poppins"/>
                <a:ea typeface="Poppins"/>
                <a:cs typeface="Poppins"/>
                <a:sym typeface="Poppins"/>
              </a:rPr>
              <a:t> (UK: 35). "Mi banco de toda la vida" is a real expression — people inherit their bank like their football team. Only </a:t>
            </a:r>
            <a:r>
              <a:rPr b="1" i="0" lang="en-US" sz="750" u="none" cap="none" strike="noStrike">
                <a:solidFill>
                  <a:srgbClr val="1A1A2E"/>
                </a:solidFill>
                <a:latin typeface="Poppins"/>
                <a:ea typeface="Poppins"/>
                <a:cs typeface="Poppins"/>
                <a:sym typeface="Poppins"/>
              </a:rPr>
              <a:t>16% have a positive perception</a:t>
            </a:r>
            <a:r>
              <a:rPr b="0" i="0" lang="en-US" sz="750" u="none" cap="none" strike="noStrike">
                <a:solidFill>
                  <a:srgbClr val="444444"/>
                </a:solidFill>
                <a:latin typeface="Poppins"/>
                <a:ea typeface="Poppins"/>
                <a:cs typeface="Poppins"/>
                <a:sym typeface="Poppins"/>
              </a:rPr>
              <a:t> of their bank, yet they stay. </a:t>
            </a:r>
            <a:r>
              <a:rPr lang="en-US" sz="750">
                <a:solidFill>
                  <a:srgbClr val="444444"/>
                </a:solidFill>
                <a:latin typeface="Poppins"/>
                <a:ea typeface="Poppins"/>
                <a:cs typeface="Poppins"/>
                <a:sym typeface="Poppins"/>
              </a:rPr>
              <a:t>Banks pay promotions of</a:t>
            </a:r>
            <a:r>
              <a:rPr b="0" i="0" lang="en-US" sz="750" u="none" cap="none" strike="noStrike">
                <a:solidFill>
                  <a:srgbClr val="444444"/>
                </a:solidFill>
                <a:latin typeface="Poppins"/>
                <a:ea typeface="Poppins"/>
                <a:cs typeface="Poppins"/>
                <a:sym typeface="Poppins"/>
              </a:rPr>
              <a:t> </a:t>
            </a:r>
            <a:r>
              <a:rPr b="1" i="0" lang="en-US" sz="750" u="none" cap="none" strike="noStrike">
                <a:solidFill>
                  <a:srgbClr val="1A1A2E"/>
                </a:solidFill>
                <a:latin typeface="Poppins"/>
                <a:ea typeface="Poppins"/>
                <a:cs typeface="Poppins"/>
                <a:sym typeface="Poppins"/>
              </a:rPr>
              <a:t>€400–820</a:t>
            </a:r>
            <a:r>
              <a:rPr b="0" i="0" lang="en-US" sz="750" u="none" cap="none" strike="noStrike">
                <a:solidFill>
                  <a:srgbClr val="444444"/>
                </a:solidFill>
                <a:latin typeface="Poppins"/>
                <a:ea typeface="Poppins"/>
                <a:cs typeface="Poppins"/>
                <a:sym typeface="Poppins"/>
              </a:rPr>
              <a:t> per </a:t>
            </a:r>
            <a:r>
              <a:rPr lang="en-US" sz="750">
                <a:solidFill>
                  <a:srgbClr val="444444"/>
                </a:solidFill>
                <a:latin typeface="Poppins"/>
                <a:ea typeface="Poppins"/>
                <a:cs typeface="Poppins"/>
                <a:sym typeface="Poppins"/>
              </a:rPr>
              <a:t>salary/bizum</a:t>
            </a:r>
            <a:r>
              <a:rPr b="0" i="0" lang="en-US" sz="750" u="none" cap="none" strike="noStrike">
                <a:solidFill>
                  <a:srgbClr val="444444"/>
                </a:solidFill>
                <a:latin typeface="Poppins"/>
                <a:ea typeface="Poppins"/>
                <a:cs typeface="Poppins"/>
                <a:sym typeface="Poppins"/>
              </a:rPr>
              <a:t> (Monzo referral: €15). And Monzo's UK trust proof — 14M users,</a:t>
            </a:r>
            <a:r>
              <a:rPr lang="en-US" sz="750">
                <a:solidFill>
                  <a:srgbClr val="444444"/>
                </a:solidFill>
                <a:latin typeface="Poppins"/>
                <a:ea typeface="Poppins"/>
                <a:cs typeface="Poppins"/>
                <a:sym typeface="Poppins"/>
              </a:rPr>
              <a:t> Blogs, Articles</a:t>
            </a:r>
            <a:r>
              <a:rPr b="0" i="0" lang="en-US" sz="750" u="none" cap="none" strike="noStrike">
                <a:solidFill>
                  <a:srgbClr val="444444"/>
                </a:solidFill>
                <a:latin typeface="Poppins"/>
                <a:ea typeface="Poppins"/>
                <a:cs typeface="Poppins"/>
                <a:sym typeface="Poppins"/>
              </a:rPr>
              <a:t>, Reddit — is </a:t>
            </a:r>
            <a:r>
              <a:rPr b="1" i="0" lang="en-US" sz="750" u="none" cap="none" strike="noStrike">
                <a:solidFill>
                  <a:srgbClr val="1A1A2E"/>
                </a:solidFill>
                <a:latin typeface="Poppins"/>
                <a:ea typeface="Poppins"/>
                <a:cs typeface="Poppins"/>
                <a:sym typeface="Poppins"/>
              </a:rPr>
              <a:t>invisible behind the language wall</a:t>
            </a:r>
            <a:r>
              <a:rPr b="0" i="0" lang="en-US" sz="750" u="none" cap="none" strike="noStrike">
                <a:solidFill>
                  <a:srgbClr val="444444"/>
                </a:solidFill>
                <a:latin typeface="Poppins"/>
                <a:ea typeface="Poppins"/>
                <a:cs typeface="Poppins"/>
                <a:sym typeface="Poppins"/>
              </a:rPr>
              <a:t>.</a:t>
            </a:r>
            <a:endParaRPr b="0" i="0" sz="750" u="none" cap="none" strike="noStrike">
              <a:solidFill>
                <a:schemeClr val="dk1"/>
              </a:solidFill>
              <a:latin typeface="Calibri"/>
              <a:ea typeface="Calibri"/>
              <a:cs typeface="Calibri"/>
              <a:sym typeface="Calibri"/>
            </a:endParaRPr>
          </a:p>
        </p:txBody>
      </p:sp>
      <p:sp>
        <p:nvSpPr>
          <p:cNvPr id="3755" name="Google Shape;3755;p329"/>
          <p:cNvSpPr/>
          <p:nvPr/>
        </p:nvSpPr>
        <p:spPr>
          <a:xfrm>
            <a:off x="304800" y="3971570"/>
            <a:ext cx="8534400" cy="539700"/>
          </a:xfrm>
          <a:prstGeom prst="roundRect">
            <a:avLst>
              <a:gd fmla="val 9413" name="adj"/>
            </a:avLst>
          </a:prstGeom>
          <a:solidFill>
            <a:srgbClr val="14233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56" name="Google Shape;3756;p329"/>
          <p:cNvSpPr/>
          <p:nvPr/>
        </p:nvSpPr>
        <p:spPr>
          <a:xfrm>
            <a:off x="445550" y="3971575"/>
            <a:ext cx="8255700" cy="5397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96D4D4"/>
              </a:buClr>
              <a:buSzPts val="750"/>
              <a:buFont typeface="Poppins"/>
              <a:buNone/>
            </a:pPr>
            <a:r>
              <a:rPr b="1" i="0" lang="en-US" sz="750" u="none" cap="none" strike="noStrike">
                <a:solidFill>
                  <a:srgbClr val="96D4D4"/>
                </a:solidFill>
                <a:latin typeface="Poppins"/>
                <a:ea typeface="Poppins"/>
                <a:cs typeface="Poppins"/>
                <a:sym typeface="Poppins"/>
              </a:rPr>
              <a:t>The thesis:</a:t>
            </a:r>
            <a:r>
              <a:rPr b="0" i="0" lang="en-US" sz="750" u="none" cap="none" strike="noStrike">
                <a:solidFill>
                  <a:srgbClr val="FFFFFF"/>
                </a:solidFill>
                <a:latin typeface="Poppins"/>
                <a:ea typeface="Poppins"/>
                <a:cs typeface="Poppins"/>
                <a:sym typeface="Poppins"/>
              </a:rPr>
              <a:t> Only 3 digital players cracked primary banking in Spain — ING (26 years), imagin (inherited CaixaBank's trust), Openbank (inherited Santander's). Monzo has neither option. </a:t>
            </a:r>
            <a:r>
              <a:rPr b="1" i="0" lang="en-US" sz="750" u="none" cap="none" strike="noStrike">
                <a:solidFill>
                  <a:srgbClr val="96D4D4"/>
                </a:solidFill>
                <a:latin typeface="Poppins"/>
                <a:ea typeface="Poppins"/>
                <a:cs typeface="Poppins"/>
                <a:sym typeface="Poppins"/>
              </a:rPr>
              <a:t>It needs a third path: earning trust through a systematic, evidence-based acquisition engine.</a:t>
            </a:r>
            <a:endParaRPr b="0" i="0" sz="750" u="none" cap="none" strike="noStrike">
              <a:solidFill>
                <a:schemeClr val="dk1"/>
              </a:solidFill>
              <a:latin typeface="Calibri"/>
              <a:ea typeface="Calibri"/>
              <a:cs typeface="Calibri"/>
              <a:sym typeface="Calibri"/>
            </a:endParaRPr>
          </a:p>
        </p:txBody>
      </p:sp>
      <p:sp>
        <p:nvSpPr>
          <p:cNvPr id="3757" name="Google Shape;3757;p329"/>
          <p:cNvSpPr/>
          <p:nvPr/>
        </p:nvSpPr>
        <p:spPr>
          <a:xfrm>
            <a:off x="123606" y="121600"/>
            <a:ext cx="8064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Market</a:t>
            </a:r>
            <a:endParaRPr b="1" sz="900">
              <a:solidFill>
                <a:srgbClr val="FFFFFF"/>
              </a:solidFill>
              <a:latin typeface="Poppins"/>
              <a:ea typeface="Poppins"/>
              <a:cs typeface="Poppins"/>
              <a:sym typeface="Poppins"/>
            </a:endParaRPr>
          </a:p>
        </p:txBody>
      </p:sp>
      <p:sp>
        <p:nvSpPr>
          <p:cNvPr id="3758" name="Google Shape;3758;p329"/>
          <p:cNvSpPr/>
          <p:nvPr/>
        </p:nvSpPr>
        <p:spPr>
          <a:xfrm>
            <a:off x="9900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33C"/>
        </a:solidFill>
      </p:bgPr>
    </p:bg>
    <p:spTree>
      <p:nvGrpSpPr>
        <p:cNvPr id="3763" name="Shape 3763"/>
        <p:cNvGrpSpPr/>
        <p:nvPr/>
      </p:nvGrpSpPr>
      <p:grpSpPr>
        <a:xfrm>
          <a:off x="0" y="0"/>
          <a:ext cx="0" cy="0"/>
          <a:chOff x="0" y="0"/>
          <a:chExt cx="0" cy="0"/>
        </a:xfrm>
      </p:grpSpPr>
      <p:sp>
        <p:nvSpPr>
          <p:cNvPr id="3764" name="Google Shape;3764;p330"/>
          <p:cNvSpPr/>
          <p:nvPr/>
        </p:nvSpPr>
        <p:spPr>
          <a:xfrm>
            <a:off x="2885925" y="1787249"/>
            <a:ext cx="3265500" cy="156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Poppins"/>
              <a:buNone/>
            </a:pPr>
            <a:r>
              <a:rPr b="1" lang="en-US" sz="3600">
                <a:solidFill>
                  <a:srgbClr val="FFFFFF"/>
                </a:solidFill>
                <a:latin typeface="Poppins"/>
                <a:ea typeface="Poppins"/>
                <a:cs typeface="Poppins"/>
                <a:sym typeface="Poppins"/>
              </a:rPr>
              <a:t>Personal Banking</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33C"/>
        </a:solidFill>
      </p:bgPr>
    </p:bg>
    <p:spTree>
      <p:nvGrpSpPr>
        <p:cNvPr id="3769" name="Shape 3769"/>
        <p:cNvGrpSpPr/>
        <p:nvPr/>
      </p:nvGrpSpPr>
      <p:grpSpPr>
        <a:xfrm>
          <a:off x="0" y="0"/>
          <a:ext cx="0" cy="0"/>
          <a:chOff x="0" y="0"/>
          <a:chExt cx="0" cy="0"/>
        </a:xfrm>
      </p:grpSpPr>
      <p:sp>
        <p:nvSpPr>
          <p:cNvPr id="3770" name="Google Shape;3770;p331"/>
          <p:cNvSpPr/>
          <p:nvPr/>
        </p:nvSpPr>
        <p:spPr>
          <a:xfrm>
            <a:off x="2939189" y="2128838"/>
            <a:ext cx="3265622" cy="2095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B4D3F"/>
              </a:buClr>
              <a:buSzPts val="1400"/>
              <a:buFont typeface="Poppins"/>
              <a:buNone/>
            </a:pPr>
            <a:r>
              <a:rPr b="1" i="0" lang="en-US" sz="1400" u="none" cap="none" strike="noStrike">
                <a:solidFill>
                  <a:srgbClr val="FB4D3F"/>
                </a:solidFill>
                <a:latin typeface="Poppins"/>
                <a:ea typeface="Poppins"/>
                <a:cs typeface="Poppins"/>
                <a:sym typeface="Poppins"/>
              </a:rPr>
              <a:t>SECTION 01</a:t>
            </a:r>
            <a:endParaRPr b="0" i="0" sz="1400" u="none" cap="none" strike="noStrike">
              <a:solidFill>
                <a:schemeClr val="dk1"/>
              </a:solidFill>
              <a:latin typeface="Calibri"/>
              <a:ea typeface="Calibri"/>
              <a:cs typeface="Calibri"/>
              <a:sym typeface="Calibri"/>
            </a:endParaRPr>
          </a:p>
        </p:txBody>
      </p:sp>
      <p:sp>
        <p:nvSpPr>
          <p:cNvPr id="3771" name="Google Shape;3771;p331"/>
          <p:cNvSpPr/>
          <p:nvPr/>
        </p:nvSpPr>
        <p:spPr>
          <a:xfrm>
            <a:off x="2939189" y="2490788"/>
            <a:ext cx="3265622" cy="523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3600"/>
              <a:buFont typeface="Poppins"/>
              <a:buNone/>
            </a:pPr>
            <a:r>
              <a:rPr b="1" i="0" lang="en-US" sz="3600" u="none" cap="none" strike="noStrike">
                <a:solidFill>
                  <a:srgbClr val="FFFFFF"/>
                </a:solidFill>
                <a:latin typeface="Poppins"/>
                <a:ea typeface="Poppins"/>
                <a:cs typeface="Poppins"/>
                <a:sym typeface="Poppins"/>
              </a:rPr>
              <a:t>Market &amp; Gaps</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4D3F"/>
        </a:solidFill>
      </p:bgPr>
    </p:bg>
    <p:spTree>
      <p:nvGrpSpPr>
        <p:cNvPr id="3775" name="Shape 3775"/>
        <p:cNvGrpSpPr/>
        <p:nvPr/>
      </p:nvGrpSpPr>
      <p:grpSpPr>
        <a:xfrm>
          <a:off x="0" y="0"/>
          <a:ext cx="0" cy="0"/>
          <a:chOff x="0" y="0"/>
          <a:chExt cx="0" cy="0"/>
        </a:xfrm>
      </p:grpSpPr>
      <p:sp>
        <p:nvSpPr>
          <p:cNvPr id="3776" name="Google Shape;3776;p332"/>
          <p:cNvSpPr/>
          <p:nvPr/>
        </p:nvSpPr>
        <p:spPr>
          <a:xfrm>
            <a:off x="81275" y="610300"/>
            <a:ext cx="8942700" cy="4437000"/>
          </a:xfrm>
          <a:prstGeom prst="roundRect">
            <a:avLst>
              <a:gd fmla="val 3000"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7" name="Google Shape;3777;p332"/>
          <p:cNvSpPr txBox="1"/>
          <p:nvPr/>
        </p:nvSpPr>
        <p:spPr>
          <a:xfrm>
            <a:off x="152400" y="192766"/>
            <a:ext cx="63453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600"/>
              </a:spcAft>
              <a:buNone/>
            </a:pPr>
            <a:r>
              <a:rPr b="1" lang="en-US" sz="2200">
                <a:solidFill>
                  <a:schemeClr val="lt1"/>
                </a:solidFill>
                <a:latin typeface="Google Sans"/>
                <a:ea typeface="Google Sans"/>
                <a:cs typeface="Google Sans"/>
                <a:sym typeface="Google Sans"/>
              </a:rPr>
              <a:t>Spain’s Product Gap Analysis: Lifecycle</a:t>
            </a:r>
            <a:endParaRPr sz="1200">
              <a:solidFill>
                <a:schemeClr val="lt1"/>
              </a:solidFill>
            </a:endParaRPr>
          </a:p>
        </p:txBody>
      </p:sp>
      <p:graphicFrame>
        <p:nvGraphicFramePr>
          <p:cNvPr id="3778" name="Google Shape;3778;p332"/>
          <p:cNvGraphicFramePr/>
          <p:nvPr/>
        </p:nvGraphicFramePr>
        <p:xfrm>
          <a:off x="533450" y="706494"/>
          <a:ext cx="3000000" cy="3000000"/>
        </p:xfrm>
        <a:graphic>
          <a:graphicData uri="http://schemas.openxmlformats.org/drawingml/2006/table">
            <a:tbl>
              <a:tblPr>
                <a:noFill/>
                <a:tableStyleId>{806BE6F5-2B5A-4666-A040-D6F87B79812D}</a:tableStyleId>
              </a:tblPr>
              <a:tblGrid>
                <a:gridCol w="907175"/>
                <a:gridCol w="1249175"/>
                <a:gridCol w="1249175"/>
                <a:gridCol w="1249175"/>
                <a:gridCol w="1249175"/>
                <a:gridCol w="1249175"/>
                <a:gridCol w="1249175"/>
              </a:tblGrid>
              <a:tr h="359200">
                <a:tc>
                  <a:txBody>
                    <a:bodyPr/>
                    <a:lstStyle/>
                    <a:p>
                      <a:pPr indent="0" lvl="0" marL="0" rtl="0" algn="ctr">
                        <a:lnSpc>
                          <a:spcPct val="115000"/>
                        </a:lnSpc>
                        <a:spcBef>
                          <a:spcPts val="600"/>
                        </a:spcBef>
                        <a:spcAft>
                          <a:spcPts val="600"/>
                        </a:spcAft>
                        <a:buNone/>
                      </a:pPr>
                      <a:r>
                        <a:rPr b="1" lang="en-US" sz="550">
                          <a:solidFill>
                            <a:srgbClr val="1B1C1D"/>
                          </a:solidFill>
                          <a:latin typeface="Google Sans Text"/>
                          <a:ea typeface="Google Sans Text"/>
                          <a:cs typeface="Google Sans Text"/>
                          <a:sym typeface="Google Sans Text"/>
                        </a:rPr>
                        <a:t>Lifecycle Stage &amp; "Job to be Done"</a:t>
                      </a:r>
                      <a:endParaRPr b="1" sz="550">
                        <a:solidFill>
                          <a:srgbClr val="1B1C1D"/>
                        </a:solidFill>
                        <a:latin typeface="Google Sans Text"/>
                        <a:ea typeface="Google Sans Text"/>
                        <a:cs typeface="Google Sans Text"/>
                        <a:sym typeface="Google Sans Text"/>
                      </a:endParaRPr>
                    </a:p>
                  </a:txBody>
                  <a:tcPr marT="36000" marB="0" marR="0" marL="3600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550">
                          <a:solidFill>
                            <a:srgbClr val="1B1C1D"/>
                          </a:solidFill>
                          <a:latin typeface="Google Sans Text"/>
                          <a:ea typeface="Google Sans Text"/>
                          <a:cs typeface="Google Sans Text"/>
                          <a:sym typeface="Google Sans Text"/>
                        </a:rPr>
                        <a:t>Revolut</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550">
                          <a:solidFill>
                            <a:srgbClr val="1B1C1D"/>
                          </a:solidFill>
                          <a:latin typeface="Google Sans Text"/>
                          <a:ea typeface="Google Sans Text"/>
                          <a:cs typeface="Google Sans Text"/>
                          <a:sym typeface="Google Sans Text"/>
                        </a:rPr>
                        <a:t>N26</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550">
                          <a:solidFill>
                            <a:srgbClr val="1B1C1D"/>
                          </a:solidFill>
                          <a:latin typeface="Google Sans Text"/>
                          <a:ea typeface="Google Sans Text"/>
                          <a:cs typeface="Google Sans Text"/>
                          <a:sym typeface="Google Sans Text"/>
                        </a:rPr>
                        <a:t>Imagin</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550">
                          <a:solidFill>
                            <a:srgbClr val="1B1C1D"/>
                          </a:solidFill>
                          <a:latin typeface="Google Sans Text"/>
                          <a:ea typeface="Google Sans Text"/>
                          <a:cs typeface="Google Sans Text"/>
                          <a:sym typeface="Google Sans Text"/>
                        </a:rPr>
                        <a:t>Bunq</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550">
                          <a:solidFill>
                            <a:srgbClr val="1B1C1D"/>
                          </a:solidFill>
                          <a:latin typeface="Google Sans Text"/>
                          <a:ea typeface="Google Sans Text"/>
                          <a:cs typeface="Google Sans Text"/>
                          <a:sym typeface="Google Sans Text"/>
                        </a:rPr>
                        <a:t>Wise</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550">
                          <a:solidFill>
                            <a:srgbClr val="1B1C1D"/>
                          </a:solidFill>
                          <a:latin typeface="Google Sans Text"/>
                          <a:ea typeface="Google Sans Text"/>
                          <a:cs typeface="Google Sans Text"/>
                          <a:sym typeface="Google Sans Text"/>
                        </a:rPr>
                        <a:t>Trade Republic</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r>
              <a:tr h="267675">
                <a:tc>
                  <a:txBody>
                    <a:bodyPr/>
                    <a:lstStyle/>
                    <a:p>
                      <a:pPr indent="0" lvl="0" marL="0" rtl="0" algn="ctr">
                        <a:lnSpc>
                          <a:spcPct val="115000"/>
                        </a:lnSpc>
                        <a:spcBef>
                          <a:spcPts val="0"/>
                        </a:spcBef>
                        <a:spcAft>
                          <a:spcPts val="0"/>
                        </a:spcAft>
                        <a:buNone/>
                      </a:pPr>
                      <a:r>
                        <a:rPr b="1" lang="en-US" sz="550">
                          <a:solidFill>
                            <a:srgbClr val="1B1C1D"/>
                          </a:solidFill>
                          <a:latin typeface="Google Sans Text"/>
                          <a:ea typeface="Google Sans Text"/>
                          <a:cs typeface="Google Sans Text"/>
                          <a:sym typeface="Google Sans Text"/>
                        </a:rPr>
                        <a:t>Account oppenings</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A core strength. Fast, digital, and efficient onboarding.</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A key acquisition driver. Known for its quick, paperless process.</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Smooth digital onboarding, inheriting trust from CaixaBank.</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Differentiates with its "no NIE needed" feature for expats, solving a major pain point.</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Renowned for its simple and rapid onboarding process.</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Fast, mobile-first onboarding designed for quick market entry.</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469450">
                <a:tc>
                  <a:txBody>
                    <a:bodyPr/>
                    <a:lstStyle/>
                    <a:p>
                      <a:pPr indent="0" lvl="0" marL="0" rtl="0" algn="ctr">
                        <a:lnSpc>
                          <a:spcPct val="115000"/>
                        </a:lnSpc>
                        <a:spcBef>
                          <a:spcPts val="0"/>
                        </a:spcBef>
                        <a:spcAft>
                          <a:spcPts val="0"/>
                        </a:spcAft>
                        <a:buNone/>
                      </a:pPr>
                      <a:r>
                        <a:rPr b="1" lang="en-US" sz="550">
                          <a:solidFill>
                            <a:srgbClr val="1B1C1D"/>
                          </a:solidFill>
                          <a:latin typeface="Google Sans Text"/>
                          <a:ea typeface="Google Sans Text"/>
                          <a:cs typeface="Google Sans Text"/>
                          <a:sym typeface="Google Sans Text"/>
                        </a:rPr>
                        <a:t>🏛️ Local IBAN &amp; SS/ Tax integratiosn</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Improving:</a:t>
                      </a:r>
                      <a:r>
                        <a:rPr lang="en-US" sz="550">
                          <a:solidFill>
                            <a:srgbClr val="1B1C1D"/>
                          </a:solidFill>
                          <a:latin typeface="Google Sans Text"/>
                          <a:ea typeface="Google Sans Text"/>
                          <a:cs typeface="Google Sans Text"/>
                          <a:sym typeface="Google Sans Text"/>
                        </a:rPr>
                        <a:t> Offers a Spanish IBAN. Bizum rollout has been phased and a source of user frustration.</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Improving:</a:t>
                      </a:r>
                      <a:r>
                        <a:rPr lang="en-US" sz="550">
                          <a:solidFill>
                            <a:srgbClr val="1B1C1D"/>
                          </a:solidFill>
                          <a:latin typeface="Google Sans Text"/>
                          <a:ea typeface="Google Sans Text"/>
                          <a:cs typeface="Google Sans Text"/>
                          <a:sym typeface="Google Sans Text"/>
                        </a:rPr>
                        <a:t> Now offers both a Spanish IBAN and Bizum, overcoming a major historical weakness.</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A structural advantage. Offers seamless Spanish IBAN and Bizum integration from day one via CaixaBank.</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Offers a Spanish IBAN and has integrated Bizum, showing a strong commitment to deep localization.</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Poor:</a:t>
                      </a:r>
                      <a:r>
                        <a:rPr lang="en-US" sz="550">
                          <a:solidFill>
                            <a:srgbClr val="1B1C1D"/>
                          </a:solidFill>
                          <a:latin typeface="Google Sans Text"/>
                          <a:ea typeface="Google Sans Text"/>
                          <a:cs typeface="Google Sans Text"/>
                          <a:sym typeface="Google Sans Text"/>
                        </a:rPr>
                        <a:t> Typically offers a non-Spanish IBAN for Euro accounts. No Bizum. A major barrier to being a primary bank.</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A key differentiator. Offers a Spanish IBAN and Bizum, positioning it as a viable banking alternative, not just a broker.</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267675">
                <a:tc>
                  <a:txBody>
                    <a:bodyPr/>
                    <a:lstStyle/>
                    <a:p>
                      <a:pPr indent="0" lvl="0" marL="0" rtl="0" algn="ctr">
                        <a:lnSpc>
                          <a:spcPct val="115000"/>
                        </a:lnSpc>
                        <a:spcBef>
                          <a:spcPts val="0"/>
                        </a:spcBef>
                        <a:spcAft>
                          <a:spcPts val="0"/>
                        </a:spcAft>
                        <a:buNone/>
                      </a:pPr>
                      <a:r>
                        <a:rPr b="1" lang="en-US" sz="550">
                          <a:solidFill>
                            <a:srgbClr val="1B1C1D"/>
                          </a:solidFill>
                          <a:latin typeface="Google Sans Text"/>
                          <a:ea typeface="Google Sans Text"/>
                          <a:cs typeface="Google Sans Text"/>
                          <a:sym typeface="Google Sans Text"/>
                        </a:rPr>
                        <a:t>💳Everyday spending</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Great UX, fee-free card. Pain point: High third-party ATM fees in Spain.</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App is consistently praised. Fee-free virtual card standard.</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Good app and free card, with the powerful advantage of the free CaixaBank ATM network.</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Fair:</a:t>
                      </a:r>
                      <a:r>
                        <a:rPr lang="en-US" sz="550">
                          <a:solidFill>
                            <a:srgbClr val="1B1C1D"/>
                          </a:solidFill>
                          <a:latin typeface="Google Sans Text"/>
                          <a:ea typeface="Google Sans Text"/>
                          <a:cs typeface="Google Sans Text"/>
                          <a:sym typeface="Google Sans Text"/>
                        </a:rPr>
                        <a:t> Good app, but the free plan is more limited. Better suited for premium users.</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Fair:</a:t>
                      </a:r>
                      <a:r>
                        <a:rPr lang="en-US" sz="550">
                          <a:solidFill>
                            <a:srgbClr val="1B1C1D"/>
                          </a:solidFill>
                          <a:latin typeface="Google Sans Text"/>
                          <a:ea typeface="Google Sans Text"/>
                          <a:cs typeface="Google Sans Text"/>
                          <a:sym typeface="Google Sans Text"/>
                        </a:rPr>
                        <a:t> Functional card, but user reports of reliability issues in Spain are a concern.</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Offers a Visa debit card with innovative rewards like "Saveback," effectively linking spending to investment.</a:t>
                      </a:r>
                      <a:endParaRPr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424550">
                <a:tc>
                  <a:txBody>
                    <a:bodyPr/>
                    <a:lstStyle/>
                    <a:p>
                      <a:pPr indent="0" lvl="0" marL="0" rtl="0" algn="ctr">
                        <a:lnSpc>
                          <a:spcPct val="115000"/>
                        </a:lnSpc>
                        <a:spcBef>
                          <a:spcPts val="0"/>
                        </a:spcBef>
                        <a:spcAft>
                          <a:spcPts val="0"/>
                        </a:spcAft>
                        <a:buNone/>
                      </a:pPr>
                      <a:r>
                        <a:rPr b="1" lang="en-US" sz="550">
                          <a:solidFill>
                            <a:srgbClr val="1B1C1D"/>
                          </a:solidFill>
                          <a:latin typeface="Google Sans Text"/>
                          <a:ea typeface="Google Sans Text"/>
                          <a:cs typeface="Google Sans Text"/>
                          <a:sym typeface="Google Sans Text"/>
                        </a:rPr>
                        <a:t>💸 Budgeting &amp; Savings Tools</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A leader in this space. Features like "Pockets" and automated round-ups are very popular.</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"Spaces" feature is a core and highly praised part of its product for goal-oriented savings.</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Fair:</a:t>
                      </a:r>
                      <a:r>
                        <a:rPr lang="en-US" sz="550">
                          <a:solidFill>
                            <a:srgbClr val="1B1C1D"/>
                          </a:solidFill>
                          <a:latin typeface="Google Sans Text"/>
                          <a:ea typeface="Google Sans Text"/>
                          <a:cs typeface="Google Sans Text"/>
                          <a:sym typeface="Google Sans Text"/>
                        </a:rPr>
                        <a:t> Offers basic savings "pots" but tools are less sophisticated than pure-play fintechs.</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A major strength. Up to 25 sub-accounts with unique IBANs offer unparalleled organization.</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Fair:</a:t>
                      </a:r>
                      <a:r>
                        <a:rPr lang="en-US" sz="550">
                          <a:solidFill>
                            <a:srgbClr val="1B1C1D"/>
                          </a:solidFill>
                          <a:latin typeface="Google Sans Text"/>
                          <a:ea typeface="Google Sans Text"/>
                          <a:cs typeface="Google Sans Text"/>
                          <a:sym typeface="Google Sans Text"/>
                        </a:rPr>
                        <a:t> Provides "Jars" for separating money, but budgeting tools are less developed.</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High-yield interest on cash (2.02% APR) and automated "Savings Plans" are central to its value proposition.</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r>
              <a:tr h="424550">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Investing</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Wide range of stocks, ETFs, and crypto with a very low barrier to entry. Key part of its "super-app" strategy.</a:t>
                      </a:r>
                      <a:endParaRPr b="1"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Fair:</a:t>
                      </a:r>
                      <a:r>
                        <a:rPr lang="en-US" sz="550">
                          <a:solidFill>
                            <a:srgbClr val="1B1C1D"/>
                          </a:solidFill>
                          <a:latin typeface="Google Sans Text"/>
                          <a:ea typeface="Google Sans Text"/>
                          <a:cs typeface="Google Sans Text"/>
                          <a:sym typeface="Google Sans Text"/>
                        </a:rPr>
                        <a:t> Integrated stock and ETF trading, but with a more limited offering than Revolut or Trade Republic.</a:t>
                      </a:r>
                      <a:endParaRPr b="1"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Poor:</a:t>
                      </a:r>
                      <a:r>
                        <a:rPr lang="en-US" sz="550">
                          <a:solidFill>
                            <a:srgbClr val="1B1C1D"/>
                          </a:solidFill>
                          <a:latin typeface="Google Sans Text"/>
                          <a:ea typeface="Google Sans Text"/>
                          <a:cs typeface="Google Sans Text"/>
                          <a:sym typeface="Google Sans Text"/>
                        </a:rPr>
                        <a:t> Critical weakness. Investment products are from CaixaBank and have uncompetitive high/hidden fees.</a:t>
                      </a:r>
                      <a:endParaRPr b="1"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Fair:</a:t>
                      </a:r>
                      <a:r>
                        <a:rPr lang="en-US" sz="550">
                          <a:solidFill>
                            <a:srgbClr val="1B1C1D"/>
                          </a:solidFill>
                          <a:latin typeface="Google Sans Text"/>
                          <a:ea typeface="Google Sans Text"/>
                          <a:cs typeface="Google Sans Text"/>
                          <a:sym typeface="Google Sans Text"/>
                        </a:rPr>
                        <a:t> Offers integrated stock/crypto investing, but it is not the brand's primary focus.</a:t>
                      </a:r>
                      <a:endParaRPr b="1"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Fair:</a:t>
                      </a:r>
                      <a:r>
                        <a:rPr lang="en-US" sz="550">
                          <a:solidFill>
                            <a:srgbClr val="1B1C1D"/>
                          </a:solidFill>
                          <a:latin typeface="Google Sans Text"/>
                          <a:ea typeface="Google Sans Text"/>
                          <a:cs typeface="Google Sans Text"/>
                          <a:sym typeface="Google Sans Text"/>
                        </a:rPr>
                        <a:t> Offers an "Assets" feature for investing in funds, but it's not a core product.</a:t>
                      </a:r>
                      <a:endParaRPr b="1"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This is its core identity. Offers a massive range of assets with a simple, low-cost model (€1/trade) that is a key market differentiator.</a:t>
                      </a:r>
                      <a:endParaRPr b="1"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r>
              <a:tr h="366275">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International Use</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A core brand pillar. Consistently rated as best-in-class for travel spending and currency exchange.</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Strong travel functionality with fee-free payments abroad is a key part of its value proposition.</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Fair:</a:t>
                      </a:r>
                      <a:r>
                        <a:rPr lang="en-US" sz="550">
                          <a:solidFill>
                            <a:srgbClr val="1B1C1D"/>
                          </a:solidFill>
                          <a:latin typeface="Google Sans Text"/>
                          <a:ea typeface="Google Sans Text"/>
                          <a:cs typeface="Google Sans Text"/>
                          <a:sym typeface="Google Sans Text"/>
                        </a:rPr>
                        <a:t> Offers fee-free currency exchange but lacks the broader multi-currency holding capabilities of specialists.</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ZeroFX and travel-focused features are central to its premium plans. Very strong for digital nomads.</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The undisputed leader. The entire brand is built on cheap, transparent, and fast international money transfers.</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Offers a competitive card for global use, a strong feature for an investment-led platform.</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r>
              <a:tr h="366275">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Joint &amp; Family Accounts</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Fair:</a:t>
                      </a:r>
                      <a:r>
                        <a:rPr lang="en-US" sz="550">
                          <a:solidFill>
                            <a:srgbClr val="1B1C1D"/>
                          </a:solidFill>
                          <a:latin typeface="Google Sans Text"/>
                          <a:ea typeface="Google Sans Text"/>
                          <a:cs typeface="Google Sans Text"/>
                          <a:sym typeface="Google Sans Text"/>
                        </a:rPr>
                        <a:t> Offers joint accounts and "Revolut &lt;18". Functional, but not a cohesive "family finance" hub.</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Fair:</a:t>
                      </a:r>
                      <a:r>
                        <a:rPr lang="en-US" sz="550">
                          <a:solidFill>
                            <a:srgbClr val="1B1C1D"/>
                          </a:solidFill>
                          <a:latin typeface="Google Sans Text"/>
                          <a:ea typeface="Google Sans Text"/>
                          <a:cs typeface="Google Sans Text"/>
                          <a:sym typeface="Google Sans Text"/>
                        </a:rPr>
                        <a:t> Offers joint accounts but lacks a dedicated, well-developed offering for children.</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A key strength. "imaginKids" and "imaginTeens" accounts are a powerful customer acquisition pipeline.</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Excellent:</a:t>
                      </a:r>
                      <a:r>
                        <a:rPr lang="en-US" sz="550">
                          <a:solidFill>
                            <a:srgbClr val="1B1C1D"/>
                          </a:solidFill>
                          <a:latin typeface="Google Sans Text"/>
                          <a:ea typeface="Google Sans Text"/>
                          <a:cs typeface="Google Sans Text"/>
                          <a:sym typeface="Google Sans Text"/>
                        </a:rPr>
                        <a:t> Provides strong joint account functionality and features for children's accounts.</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Poor:</a:t>
                      </a:r>
                      <a:r>
                        <a:rPr lang="en-US" sz="550">
                          <a:solidFill>
                            <a:srgbClr val="1B1C1D"/>
                          </a:solidFill>
                          <a:latin typeface="Google Sans Text"/>
                          <a:ea typeface="Google Sans Text"/>
                          <a:cs typeface="Google Sans Text"/>
                          <a:sym typeface="Google Sans Text"/>
                        </a:rPr>
                        <a:t> Joint accounts are available, but lacks any specific features for family finance.</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Poor:</a:t>
                      </a:r>
                      <a:r>
                        <a:rPr lang="en-US" sz="550">
                          <a:solidFill>
                            <a:srgbClr val="1B1C1D"/>
                          </a:solidFill>
                          <a:latin typeface="Google Sans Text"/>
                          <a:ea typeface="Google Sans Text"/>
                          <a:cs typeface="Google Sans Text"/>
                          <a:sym typeface="Google Sans Text"/>
                        </a:rPr>
                        <a:t> No specific offering for joint or family accounts. This is a clear product gap.</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366275">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Credit / Mortgages</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Critical Failure:</a:t>
                      </a:r>
                      <a:r>
                        <a:rPr lang="en-US" sz="550">
                          <a:solidFill>
                            <a:srgbClr val="1B1C1D"/>
                          </a:solidFill>
                          <a:latin typeface="Google Sans Text"/>
                          <a:ea typeface="Google Sans Text"/>
                          <a:cs typeface="Google Sans Text"/>
                          <a:sym typeface="Google Sans Text"/>
                        </a:rPr>
                        <a:t> No mortgage offering in Spain. The biggest barrier to becoming a primary bank.</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Critical Failure:</a:t>
                      </a:r>
                      <a:r>
                        <a:rPr lang="en-US" sz="550">
                          <a:solidFill>
                            <a:srgbClr val="1B1C1D"/>
                          </a:solidFill>
                          <a:latin typeface="Google Sans Text"/>
                          <a:ea typeface="Google Sans Text"/>
                          <a:cs typeface="Google Sans Text"/>
                          <a:sym typeface="Google Sans Text"/>
                        </a:rPr>
                        <a:t> Does not offer mortgages in Spain. Forces users to maintain a traditional bank relationship.</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Fair:</a:t>
                      </a:r>
                      <a:r>
                        <a:rPr lang="en-US" sz="550">
                          <a:solidFill>
                            <a:srgbClr val="1B1C1D"/>
                          </a:solidFill>
                          <a:latin typeface="Google Sans Text"/>
                          <a:ea typeface="Google Sans Text"/>
                          <a:cs typeface="Google Sans Text"/>
                          <a:sym typeface="Google Sans Text"/>
                        </a:rPr>
                        <a:t> Can channel users to CaixaBank's mortgage products, but the experience is not natively integrated.</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Critical Failure:</a:t>
                      </a:r>
                      <a:r>
                        <a:rPr lang="en-US" sz="550">
                          <a:solidFill>
                            <a:srgbClr val="1B1C1D"/>
                          </a:solidFill>
                          <a:latin typeface="Google Sans Text"/>
                          <a:ea typeface="Google Sans Text"/>
                          <a:cs typeface="Google Sans Text"/>
                          <a:sym typeface="Google Sans Text"/>
                        </a:rPr>
                        <a:t> No mortgage product available in Spain.</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Critical Failure:</a:t>
                      </a:r>
                      <a:r>
                        <a:rPr lang="en-US" sz="550">
                          <a:solidFill>
                            <a:srgbClr val="1B1C1D"/>
                          </a:solidFill>
                          <a:latin typeface="Google Sans Text"/>
                          <a:ea typeface="Google Sans Text"/>
                          <a:cs typeface="Google Sans Text"/>
                          <a:sym typeface="Google Sans Text"/>
                        </a:rPr>
                        <a:t> Does not offer any credit products, including mortgages.</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Critical Failure:</a:t>
                      </a:r>
                      <a:r>
                        <a:rPr lang="en-US" sz="550">
                          <a:solidFill>
                            <a:srgbClr val="1B1C1D"/>
                          </a:solidFill>
                          <a:latin typeface="Google Sans Text"/>
                          <a:ea typeface="Google Sans Text"/>
                          <a:cs typeface="Google Sans Text"/>
                          <a:sym typeface="Google Sans Text"/>
                        </a:rPr>
                        <a:t> Does not offer mortgage products.</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424550">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Human Customer Support</a:t>
                      </a:r>
                      <a:endParaRPr b="1" sz="550">
                        <a:solidFill>
                          <a:srgbClr val="1B1C1D"/>
                        </a:solidFill>
                        <a:latin typeface="Google Sans Text"/>
                        <a:ea typeface="Google Sans Text"/>
                        <a:cs typeface="Google Sans Text"/>
                        <a:sym typeface="Google Sans Text"/>
                      </a:endParaRPr>
                    </a:p>
                  </a:txBody>
                  <a:tcPr marT="36000" marB="0" marR="0" marL="360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Critical Failure:</a:t>
                      </a:r>
                      <a:r>
                        <a:rPr lang="en-US" sz="550">
                          <a:solidFill>
                            <a:srgbClr val="1B1C1D"/>
                          </a:solidFill>
                          <a:latin typeface="Google Sans Text"/>
                          <a:ea typeface="Google Sans Text"/>
                          <a:cs typeface="Google Sans Text"/>
                          <a:sym typeface="Google Sans Text"/>
                        </a:rPr>
                        <a:t> The brand's Achilles' heel. Overwhelmingly cited as its greatest weakness.</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Critical Failure:</a:t>
                      </a:r>
                      <a:r>
                        <a:rPr lang="en-US" sz="550">
                          <a:solidFill>
                            <a:srgbClr val="1B1C1D"/>
                          </a:solidFill>
                          <a:latin typeface="Google Sans Text"/>
                          <a:ea typeface="Google Sans Text"/>
                          <a:cs typeface="Google Sans Text"/>
                          <a:sym typeface="Google Sans Text"/>
                        </a:rPr>
                        <a:t> A consistent and severe point of criticism. Support is described as robotic and ineffective.</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Critical Failure:</a:t>
                      </a:r>
                      <a:r>
                        <a:rPr lang="en-US" sz="550">
                          <a:solidFill>
                            <a:srgbClr val="1B1C1D"/>
                          </a:solidFill>
                          <a:latin typeface="Google Sans Text"/>
                          <a:ea typeface="Google Sans Text"/>
                          <a:cs typeface="Google Sans Text"/>
                          <a:sym typeface="Google Sans Text"/>
                        </a:rPr>
                        <a:t> A major pain point. Users complain of being caught in a loop between Imagin's digital support and CaixaBank's branches.</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Critical Failure:</a:t>
                      </a:r>
                      <a:r>
                        <a:rPr lang="en-US" sz="550">
                          <a:solidFill>
                            <a:srgbClr val="1B1C1D"/>
                          </a:solidFill>
                          <a:latin typeface="Google Sans Text"/>
                          <a:ea typeface="Google Sans Text"/>
                          <a:cs typeface="Google Sans Text"/>
                          <a:sym typeface="Google Sans Text"/>
                        </a:rPr>
                        <a:t> A significant weakness. User complaints about slow, unhelpful support are frequent and severe.</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Critical Failure:</a:t>
                      </a:r>
                      <a:r>
                        <a:rPr lang="en-US" sz="550">
                          <a:solidFill>
                            <a:srgbClr val="1B1C1D"/>
                          </a:solidFill>
                          <a:latin typeface="Google Sans Text"/>
                          <a:ea typeface="Google Sans Text"/>
                          <a:cs typeface="Google Sans Text"/>
                          <a:sym typeface="Google Sans Text"/>
                        </a:rPr>
                        <a:t> A primary source of negative reviews. Users report an inability to reach effective human support.</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50">
                          <a:solidFill>
                            <a:srgbClr val="1B1C1D"/>
                          </a:solidFill>
                          <a:latin typeface="Google Sans Text"/>
                          <a:ea typeface="Google Sans Text"/>
                          <a:cs typeface="Google Sans Text"/>
                          <a:sym typeface="Google Sans Text"/>
                        </a:rPr>
                        <a:t>🔴 </a:t>
                      </a:r>
                      <a:r>
                        <a:rPr b="1" lang="en-US" sz="550">
                          <a:solidFill>
                            <a:srgbClr val="1B1C1D"/>
                          </a:solidFill>
                          <a:latin typeface="Google Sans Text"/>
                          <a:ea typeface="Google Sans Text"/>
                          <a:cs typeface="Google Sans Text"/>
                          <a:sym typeface="Google Sans Text"/>
                        </a:rPr>
                        <a:t>Critical Failure:</a:t>
                      </a:r>
                      <a:r>
                        <a:rPr lang="en-US" sz="550">
                          <a:solidFill>
                            <a:srgbClr val="1B1C1D"/>
                          </a:solidFill>
                          <a:latin typeface="Google Sans Text"/>
                          <a:ea typeface="Google Sans Text"/>
                          <a:cs typeface="Google Sans Text"/>
                          <a:sym typeface="Google Sans Text"/>
                        </a:rPr>
                        <a:t> The most common and severe complaint. Support is described as non-existent and automated, a major risk.</a:t>
                      </a:r>
                      <a:endParaRPr sz="550">
                        <a:solidFill>
                          <a:srgbClr val="1B1C1D"/>
                        </a:solidFill>
                        <a:latin typeface="Google Sans Text"/>
                        <a:ea typeface="Google Sans Text"/>
                        <a:cs typeface="Google Sans Text"/>
                        <a:sym typeface="Google Sans Text"/>
                      </a:endParaRPr>
                    </a:p>
                  </a:txBody>
                  <a:tcPr marT="36000" marB="0" marR="0" marL="360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bl>
          </a:graphicData>
        </a:graphic>
      </p:graphicFrame>
      <p:sp>
        <p:nvSpPr>
          <p:cNvPr id="3779" name="Google Shape;3779;p332"/>
          <p:cNvSpPr/>
          <p:nvPr/>
        </p:nvSpPr>
        <p:spPr>
          <a:xfrm>
            <a:off x="6651375" y="128900"/>
            <a:ext cx="2129100" cy="333600"/>
          </a:xfrm>
          <a:prstGeom prst="rect">
            <a:avLst/>
          </a:prstGeom>
          <a:solidFill>
            <a:srgbClr val="199778"/>
          </a:solid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b="1" lang="en-US" sz="1300" u="sng">
                <a:solidFill>
                  <a:schemeClr val="hlink"/>
                </a:solidFill>
                <a:latin typeface="Lexend"/>
                <a:ea typeface="Lexend"/>
                <a:cs typeface="Lexend"/>
                <a:sym typeface="Lexend"/>
                <a:hlinkClick r:id="rId3"/>
              </a:rPr>
              <a:t> Gap Analysis doc</a:t>
            </a:r>
            <a:endParaRPr>
              <a:solidFill>
                <a:schemeClr val="lt1"/>
              </a:solidFill>
            </a:endParaRPr>
          </a:p>
        </p:txBody>
      </p:sp>
      <p:sp>
        <p:nvSpPr>
          <p:cNvPr id="3780" name="Google Shape;3780;p332"/>
          <p:cNvSpPr txBox="1"/>
          <p:nvPr/>
        </p:nvSpPr>
        <p:spPr>
          <a:xfrm rot="-5400000">
            <a:off x="-254284" y="1500675"/>
            <a:ext cx="1199400" cy="383100"/>
          </a:xfrm>
          <a:prstGeom prst="rect">
            <a:avLst/>
          </a:prstGeom>
          <a:solidFill>
            <a:srgbClr val="FFF2CC"/>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600">
                <a:solidFill>
                  <a:srgbClr val="1B1C1D"/>
                </a:solidFill>
                <a:latin typeface="Google Sans Text"/>
                <a:ea typeface="Google Sans Text"/>
                <a:cs typeface="Google Sans Text"/>
                <a:sym typeface="Google Sans Text"/>
              </a:rPr>
              <a:t>Stage 1: Entry &amp; Financial Independence (18-25)</a:t>
            </a:r>
            <a:endParaRPr b="1" sz="600">
              <a:solidFill>
                <a:srgbClr val="1B1C1D"/>
              </a:solidFill>
              <a:latin typeface="Google Sans Text"/>
              <a:ea typeface="Google Sans Text"/>
              <a:cs typeface="Google Sans Text"/>
              <a:sym typeface="Google Sans Text"/>
            </a:endParaRPr>
          </a:p>
        </p:txBody>
      </p:sp>
      <p:sp>
        <p:nvSpPr>
          <p:cNvPr id="3781" name="Google Shape;3781;p332"/>
          <p:cNvSpPr txBox="1"/>
          <p:nvPr/>
        </p:nvSpPr>
        <p:spPr>
          <a:xfrm rot="-5400000">
            <a:off x="-280718" y="3995940"/>
            <a:ext cx="1237800" cy="383100"/>
          </a:xfrm>
          <a:prstGeom prst="rect">
            <a:avLst/>
          </a:prstGeom>
          <a:solidFill>
            <a:srgbClr val="FFF2CC"/>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600">
                <a:solidFill>
                  <a:srgbClr val="1B1C1D"/>
                </a:solidFill>
                <a:latin typeface="Google Sans Text"/>
                <a:ea typeface="Google Sans Text"/>
                <a:cs typeface="Google Sans Text"/>
                <a:sym typeface="Google Sans Text"/>
              </a:rPr>
              <a:t>Stage 3: Partnership &amp; Family Life (30-45)</a:t>
            </a:r>
            <a:endParaRPr b="1" sz="600">
              <a:solidFill>
                <a:srgbClr val="1B1C1D"/>
              </a:solidFill>
              <a:latin typeface="Google Sans Text"/>
              <a:ea typeface="Google Sans Text"/>
              <a:cs typeface="Google Sans Text"/>
              <a:sym typeface="Google Sans Text"/>
            </a:endParaRPr>
          </a:p>
        </p:txBody>
      </p:sp>
      <p:sp>
        <p:nvSpPr>
          <p:cNvPr id="3782" name="Google Shape;3782;p332"/>
          <p:cNvSpPr txBox="1"/>
          <p:nvPr/>
        </p:nvSpPr>
        <p:spPr>
          <a:xfrm rot="-5399165">
            <a:off x="-261459" y="2735525"/>
            <a:ext cx="1234800" cy="383100"/>
          </a:xfrm>
          <a:prstGeom prst="rect">
            <a:avLst/>
          </a:prstGeom>
          <a:solidFill>
            <a:srgbClr val="F8FAFD"/>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600">
                <a:solidFill>
                  <a:srgbClr val="1B1C1D"/>
                </a:solidFill>
                <a:latin typeface="Google Sans Text"/>
                <a:ea typeface="Google Sans Text"/>
                <a:cs typeface="Google Sans Text"/>
                <a:sym typeface="Google Sans Text"/>
              </a:rPr>
              <a:t>Stage 2: Building &amp; Budgeting (25-35)</a:t>
            </a:r>
            <a:endParaRPr b="1" sz="600">
              <a:solidFill>
                <a:srgbClr val="1B1C1D"/>
              </a:solidFill>
              <a:latin typeface="Google Sans Text"/>
              <a:ea typeface="Google Sans Text"/>
              <a:cs typeface="Google Sans Text"/>
              <a:sym typeface="Google Sans Text"/>
            </a:endParaRPr>
          </a:p>
        </p:txBody>
      </p:sp>
      <p:sp>
        <p:nvSpPr>
          <p:cNvPr id="3783" name="Google Shape;3783;p332"/>
          <p:cNvSpPr/>
          <p:nvPr/>
        </p:nvSpPr>
        <p:spPr>
          <a:xfrm>
            <a:off x="123606" y="121600"/>
            <a:ext cx="1136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Market &amp; Gaps</a:t>
            </a:r>
            <a:endParaRPr b="1" sz="900">
              <a:solidFill>
                <a:srgbClr val="FFFFFF"/>
              </a:solidFill>
              <a:latin typeface="Poppins"/>
              <a:ea typeface="Poppins"/>
              <a:cs typeface="Poppins"/>
              <a:sym typeface="Poppins"/>
            </a:endParaRPr>
          </a:p>
        </p:txBody>
      </p:sp>
      <p:sp>
        <p:nvSpPr>
          <p:cNvPr id="3784" name="Google Shape;3784;p332"/>
          <p:cNvSpPr/>
          <p:nvPr/>
        </p:nvSpPr>
        <p:spPr>
          <a:xfrm>
            <a:off x="1319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33C"/>
        </a:solidFill>
      </p:bgPr>
    </p:bg>
    <p:spTree>
      <p:nvGrpSpPr>
        <p:cNvPr id="3789" name="Shape 3789"/>
        <p:cNvGrpSpPr/>
        <p:nvPr/>
      </p:nvGrpSpPr>
      <p:grpSpPr>
        <a:xfrm>
          <a:off x="0" y="0"/>
          <a:ext cx="0" cy="0"/>
          <a:chOff x="0" y="0"/>
          <a:chExt cx="0" cy="0"/>
        </a:xfrm>
      </p:grpSpPr>
      <p:sp>
        <p:nvSpPr>
          <p:cNvPr id="3790" name="Google Shape;3790;p333"/>
          <p:cNvSpPr/>
          <p:nvPr/>
        </p:nvSpPr>
        <p:spPr>
          <a:xfrm>
            <a:off x="2201418" y="2128838"/>
            <a:ext cx="4741164" cy="2095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B4D3F"/>
              </a:buClr>
              <a:buSzPts val="1400"/>
              <a:buFont typeface="Poppins"/>
              <a:buNone/>
            </a:pPr>
            <a:r>
              <a:rPr b="1" i="0" lang="en-US" sz="1400" u="none" cap="none" strike="noStrike">
                <a:solidFill>
                  <a:srgbClr val="FB4D3F"/>
                </a:solidFill>
                <a:latin typeface="Poppins"/>
                <a:ea typeface="Poppins"/>
                <a:cs typeface="Poppins"/>
                <a:sym typeface="Poppins"/>
              </a:rPr>
              <a:t>SECTION 02</a:t>
            </a:r>
            <a:endParaRPr b="0" i="0" sz="1400" u="none" cap="none" strike="noStrike">
              <a:solidFill>
                <a:schemeClr val="dk1"/>
              </a:solidFill>
              <a:latin typeface="Calibri"/>
              <a:ea typeface="Calibri"/>
              <a:cs typeface="Calibri"/>
              <a:sym typeface="Calibri"/>
            </a:endParaRPr>
          </a:p>
        </p:txBody>
      </p:sp>
      <p:sp>
        <p:nvSpPr>
          <p:cNvPr id="3791" name="Google Shape;3791;p333"/>
          <p:cNvSpPr/>
          <p:nvPr/>
        </p:nvSpPr>
        <p:spPr>
          <a:xfrm>
            <a:off x="2201418" y="2490788"/>
            <a:ext cx="4741164" cy="523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3600"/>
              <a:buFont typeface="Poppins"/>
              <a:buNone/>
            </a:pPr>
            <a:r>
              <a:rPr b="1" i="0" lang="en-US" sz="3600" u="none" cap="none" strike="noStrike">
                <a:solidFill>
                  <a:srgbClr val="FFFFFF"/>
                </a:solidFill>
                <a:latin typeface="Poppins"/>
                <a:ea typeface="Poppins"/>
                <a:cs typeface="Poppins"/>
                <a:sym typeface="Poppins"/>
              </a:rPr>
              <a:t>Competitors &amp; SWOT</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3796" name="Shape 3796"/>
        <p:cNvGrpSpPr/>
        <p:nvPr/>
      </p:nvGrpSpPr>
      <p:grpSpPr>
        <a:xfrm>
          <a:off x="0" y="0"/>
          <a:ext cx="0" cy="0"/>
          <a:chOff x="0" y="0"/>
          <a:chExt cx="0" cy="0"/>
        </a:xfrm>
      </p:grpSpPr>
      <p:sp>
        <p:nvSpPr>
          <p:cNvPr id="3797" name="Google Shape;3797;p334"/>
          <p:cNvSpPr/>
          <p:nvPr/>
        </p:nvSpPr>
        <p:spPr>
          <a:xfrm>
            <a:off x="120150" y="402300"/>
            <a:ext cx="8903700" cy="4631700"/>
          </a:xfrm>
          <a:prstGeom prst="roundRect">
            <a:avLst>
              <a:gd fmla="val 3000"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3798" name="Google Shape;3798;p334"/>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3799" name="Google Shape;3799;p334"/>
          <p:cNvSpPr txBox="1"/>
          <p:nvPr/>
        </p:nvSpPr>
        <p:spPr>
          <a:xfrm>
            <a:off x="220000" y="450000"/>
            <a:ext cx="860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A1A1A"/>
                </a:solidFill>
                <a:latin typeface="Inter Tight Black"/>
                <a:ea typeface="Inter Tight Black"/>
                <a:cs typeface="Inter Tight Black"/>
                <a:sym typeface="Inter Tight Black"/>
              </a:rPr>
              <a:t>Competitive Landscape: 14 Players Across 2 Categories</a:t>
            </a:r>
            <a:endParaRPr/>
          </a:p>
        </p:txBody>
      </p:sp>
      <p:sp>
        <p:nvSpPr>
          <p:cNvPr id="3800" name="Google Shape;3800;p334"/>
          <p:cNvSpPr txBox="1"/>
          <p:nvPr/>
        </p:nvSpPr>
        <p:spPr>
          <a:xfrm>
            <a:off x="220000" y="957685"/>
            <a:ext cx="8600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sp>
        <p:nvSpPr>
          <p:cNvPr id="3801" name="Google Shape;3801;p334"/>
          <p:cNvSpPr txBox="1"/>
          <p:nvPr/>
        </p:nvSpPr>
        <p:spPr>
          <a:xfrm>
            <a:off x="220000" y="1178981"/>
            <a:ext cx="8660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u="none" cap="none" strike="noStrike">
                <a:solidFill>
                  <a:srgbClr val="1A1A1A"/>
                </a:solidFill>
                <a:latin typeface="Inter Tight Black"/>
                <a:ea typeface="Inter Tight Black"/>
                <a:cs typeface="Inter Tight Black"/>
                <a:sym typeface="Inter Tight Black"/>
              </a:rPr>
              <a:t>Neobanks &amp; Fintechs</a:t>
            </a:r>
            <a:endParaRPr sz="1700"/>
          </a:p>
        </p:txBody>
      </p:sp>
      <p:sp>
        <p:nvSpPr>
          <p:cNvPr id="3802" name="Google Shape;3802;p334"/>
          <p:cNvSpPr/>
          <p:nvPr/>
        </p:nvSpPr>
        <p:spPr>
          <a:xfrm>
            <a:off x="220000" y="1500555"/>
            <a:ext cx="399900" cy="30000"/>
          </a:xfrm>
          <a:prstGeom prst="roundRect">
            <a:avLst>
              <a:gd fmla="val 0" name="adj"/>
            </a:avLst>
          </a:prstGeom>
          <a:solidFill>
            <a:srgbClr val="96D4D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3" name="Google Shape;3803;p334"/>
          <p:cNvSpPr/>
          <p:nvPr/>
        </p:nvSpPr>
        <p:spPr>
          <a:xfrm>
            <a:off x="220000" y="1599258"/>
            <a:ext cx="12000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4" name="Google Shape;3804;p334"/>
          <p:cNvSpPr/>
          <p:nvPr/>
        </p:nvSpPr>
        <p:spPr>
          <a:xfrm>
            <a:off x="1490000" y="1599258"/>
            <a:ext cx="12000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3805" name="Google Shape;3805;p334"/>
          <p:cNvPicPr preferRelativeResize="0"/>
          <p:nvPr/>
        </p:nvPicPr>
        <p:blipFill rotWithShape="1">
          <a:blip r:embed="rId4">
            <a:alphaModFix/>
          </a:blip>
          <a:srcRect b="0" l="0" r="0" t="0"/>
          <a:stretch/>
        </p:blipFill>
        <p:spPr>
          <a:xfrm>
            <a:off x="1666238" y="1856576"/>
            <a:ext cx="847521" cy="200000"/>
          </a:xfrm>
          <a:prstGeom prst="rect">
            <a:avLst/>
          </a:prstGeom>
          <a:noFill/>
          <a:ln>
            <a:noFill/>
          </a:ln>
        </p:spPr>
      </p:pic>
      <p:sp>
        <p:nvSpPr>
          <p:cNvPr id="3806" name="Google Shape;3806;p334"/>
          <p:cNvSpPr/>
          <p:nvPr/>
        </p:nvSpPr>
        <p:spPr>
          <a:xfrm>
            <a:off x="2760000" y="1599258"/>
            <a:ext cx="12000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7" name="Google Shape;3807;p334"/>
          <p:cNvSpPr/>
          <p:nvPr/>
        </p:nvSpPr>
        <p:spPr>
          <a:xfrm>
            <a:off x="4030000" y="1599258"/>
            <a:ext cx="12000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3808" name="Google Shape;3808;p334"/>
          <p:cNvPicPr preferRelativeResize="0"/>
          <p:nvPr/>
        </p:nvPicPr>
        <p:blipFill rotWithShape="1">
          <a:blip r:embed="rId5">
            <a:alphaModFix/>
          </a:blip>
          <a:srcRect b="0" l="0" r="0" t="0"/>
          <a:stretch/>
        </p:blipFill>
        <p:spPr>
          <a:xfrm>
            <a:off x="4399750" y="1694049"/>
            <a:ext cx="460500" cy="460500"/>
          </a:xfrm>
          <a:prstGeom prst="rect">
            <a:avLst/>
          </a:prstGeom>
          <a:noFill/>
          <a:ln>
            <a:noFill/>
          </a:ln>
        </p:spPr>
      </p:pic>
      <p:sp>
        <p:nvSpPr>
          <p:cNvPr id="3809" name="Google Shape;3809;p334"/>
          <p:cNvSpPr/>
          <p:nvPr/>
        </p:nvSpPr>
        <p:spPr>
          <a:xfrm>
            <a:off x="5300000" y="1599258"/>
            <a:ext cx="12000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3810" name="Google Shape;3810;p334"/>
          <p:cNvPicPr preferRelativeResize="0"/>
          <p:nvPr/>
        </p:nvPicPr>
        <p:blipFill rotWithShape="1">
          <a:blip r:embed="rId6">
            <a:alphaModFix/>
          </a:blip>
          <a:srcRect b="0" l="0" r="0" t="0"/>
          <a:stretch/>
        </p:blipFill>
        <p:spPr>
          <a:xfrm>
            <a:off x="5374875" y="1840426"/>
            <a:ext cx="952000" cy="232305"/>
          </a:xfrm>
          <a:prstGeom prst="rect">
            <a:avLst/>
          </a:prstGeom>
          <a:noFill/>
          <a:ln>
            <a:noFill/>
          </a:ln>
        </p:spPr>
      </p:pic>
      <p:sp>
        <p:nvSpPr>
          <p:cNvPr id="3811" name="Google Shape;3811;p334"/>
          <p:cNvSpPr/>
          <p:nvPr/>
        </p:nvSpPr>
        <p:spPr>
          <a:xfrm>
            <a:off x="6570000" y="1599258"/>
            <a:ext cx="12000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3812" name="Google Shape;3812;p334"/>
          <p:cNvPicPr preferRelativeResize="0"/>
          <p:nvPr/>
        </p:nvPicPr>
        <p:blipFill rotWithShape="1">
          <a:blip r:embed="rId7">
            <a:alphaModFix/>
          </a:blip>
          <a:srcRect b="0" l="0" r="0" t="0"/>
          <a:stretch/>
        </p:blipFill>
        <p:spPr>
          <a:xfrm>
            <a:off x="6692925" y="1914576"/>
            <a:ext cx="954159" cy="84000"/>
          </a:xfrm>
          <a:prstGeom prst="rect">
            <a:avLst/>
          </a:prstGeom>
          <a:noFill/>
          <a:ln>
            <a:noFill/>
          </a:ln>
        </p:spPr>
      </p:pic>
      <p:sp>
        <p:nvSpPr>
          <p:cNvPr id="3813" name="Google Shape;3813;p334"/>
          <p:cNvSpPr txBox="1"/>
          <p:nvPr/>
        </p:nvSpPr>
        <p:spPr>
          <a:xfrm>
            <a:off x="189950" y="2685749"/>
            <a:ext cx="8660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u="none" cap="none" strike="noStrike">
                <a:solidFill>
                  <a:srgbClr val="1A1A1A"/>
                </a:solidFill>
                <a:latin typeface="Inter Tight Black"/>
                <a:ea typeface="Inter Tight Black"/>
                <a:cs typeface="Inter Tight Black"/>
                <a:sym typeface="Inter Tight Black"/>
              </a:rPr>
              <a:t>Traditional &amp; Digital-First Banks</a:t>
            </a:r>
            <a:endParaRPr sz="1700"/>
          </a:p>
        </p:txBody>
      </p:sp>
      <p:sp>
        <p:nvSpPr>
          <p:cNvPr id="3814" name="Google Shape;3814;p334"/>
          <p:cNvSpPr/>
          <p:nvPr/>
        </p:nvSpPr>
        <p:spPr>
          <a:xfrm>
            <a:off x="220000" y="3020935"/>
            <a:ext cx="399900" cy="30000"/>
          </a:xfrm>
          <a:prstGeom prst="roundRect">
            <a:avLst>
              <a:gd fmla="val 0" name="adj"/>
            </a:avLst>
          </a:prstGeom>
          <a:solidFill>
            <a:srgbClr val="1423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5" name="Google Shape;3815;p334"/>
          <p:cNvSpPr/>
          <p:nvPr/>
        </p:nvSpPr>
        <p:spPr>
          <a:xfrm>
            <a:off x="220000" y="3110286"/>
            <a:ext cx="10212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6" name="Google Shape;3816;p334"/>
          <p:cNvSpPr/>
          <p:nvPr/>
        </p:nvSpPr>
        <p:spPr>
          <a:xfrm>
            <a:off x="1311250" y="3110286"/>
            <a:ext cx="10212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sabadell.png" id="3817" name="Google Shape;3817;p334"/>
          <p:cNvPicPr preferRelativeResize="0"/>
          <p:nvPr/>
        </p:nvPicPr>
        <p:blipFill rotWithShape="1">
          <a:blip r:embed="rId8">
            <a:alphaModFix/>
          </a:blip>
          <a:srcRect b="0" l="0" r="0" t="0"/>
          <a:stretch/>
        </p:blipFill>
        <p:spPr>
          <a:xfrm>
            <a:off x="1618072" y="3226821"/>
            <a:ext cx="399900" cy="399900"/>
          </a:xfrm>
          <a:prstGeom prst="rect">
            <a:avLst/>
          </a:prstGeom>
          <a:noFill/>
          <a:ln>
            <a:noFill/>
          </a:ln>
        </p:spPr>
      </p:pic>
      <p:sp>
        <p:nvSpPr>
          <p:cNvPr id="3818" name="Google Shape;3818;p334"/>
          <p:cNvSpPr/>
          <p:nvPr/>
        </p:nvSpPr>
        <p:spPr>
          <a:xfrm>
            <a:off x="2402500" y="3110286"/>
            <a:ext cx="10212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3819" name="Google Shape;3819;p334"/>
          <p:cNvPicPr preferRelativeResize="0"/>
          <p:nvPr/>
        </p:nvPicPr>
        <p:blipFill rotWithShape="1">
          <a:blip r:embed="rId9">
            <a:alphaModFix/>
          </a:blip>
          <a:srcRect b="0" l="0" r="0" t="0"/>
          <a:stretch/>
        </p:blipFill>
        <p:spPr>
          <a:xfrm>
            <a:off x="2542300" y="3366064"/>
            <a:ext cx="667510" cy="170225"/>
          </a:xfrm>
          <a:prstGeom prst="rect">
            <a:avLst/>
          </a:prstGeom>
          <a:noFill/>
          <a:ln>
            <a:noFill/>
          </a:ln>
        </p:spPr>
      </p:pic>
      <p:sp>
        <p:nvSpPr>
          <p:cNvPr id="3820" name="Google Shape;3820;p334"/>
          <p:cNvSpPr/>
          <p:nvPr/>
        </p:nvSpPr>
        <p:spPr>
          <a:xfrm>
            <a:off x="3493750" y="3110286"/>
            <a:ext cx="10212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3821" name="Google Shape;3821;p334"/>
          <p:cNvPicPr preferRelativeResize="0"/>
          <p:nvPr/>
        </p:nvPicPr>
        <p:blipFill rotWithShape="1">
          <a:blip r:embed="rId10">
            <a:alphaModFix/>
          </a:blip>
          <a:srcRect b="0" l="0" r="0" t="0"/>
          <a:stretch/>
        </p:blipFill>
        <p:spPr>
          <a:xfrm>
            <a:off x="3673263" y="3347351"/>
            <a:ext cx="667500" cy="200250"/>
          </a:xfrm>
          <a:prstGeom prst="rect">
            <a:avLst/>
          </a:prstGeom>
          <a:noFill/>
          <a:ln>
            <a:noFill/>
          </a:ln>
        </p:spPr>
      </p:pic>
      <p:sp>
        <p:nvSpPr>
          <p:cNvPr id="3822" name="Google Shape;3822;p334"/>
          <p:cNvSpPr/>
          <p:nvPr/>
        </p:nvSpPr>
        <p:spPr>
          <a:xfrm>
            <a:off x="4585000" y="3110286"/>
            <a:ext cx="10212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3823" name="Google Shape;3823;p334"/>
          <p:cNvPicPr preferRelativeResize="0"/>
          <p:nvPr/>
        </p:nvPicPr>
        <p:blipFill rotWithShape="1">
          <a:blip r:embed="rId11">
            <a:alphaModFix/>
          </a:blip>
          <a:srcRect b="0" l="0" r="0" t="0"/>
          <a:stretch/>
        </p:blipFill>
        <p:spPr>
          <a:xfrm>
            <a:off x="4675070" y="3375414"/>
            <a:ext cx="847500" cy="149145"/>
          </a:xfrm>
          <a:prstGeom prst="rect">
            <a:avLst/>
          </a:prstGeom>
          <a:noFill/>
          <a:ln>
            <a:noFill/>
          </a:ln>
        </p:spPr>
      </p:pic>
      <p:sp>
        <p:nvSpPr>
          <p:cNvPr id="3824" name="Google Shape;3824;p334"/>
          <p:cNvSpPr/>
          <p:nvPr/>
        </p:nvSpPr>
        <p:spPr>
          <a:xfrm>
            <a:off x="5676250" y="3110286"/>
            <a:ext cx="10212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santander.png" id="3825" name="Google Shape;3825;p334"/>
          <p:cNvPicPr preferRelativeResize="0"/>
          <p:nvPr/>
        </p:nvPicPr>
        <p:blipFill rotWithShape="1">
          <a:blip r:embed="rId12">
            <a:alphaModFix/>
          </a:blip>
          <a:srcRect b="0" l="0" r="0" t="0"/>
          <a:stretch/>
        </p:blipFill>
        <p:spPr>
          <a:xfrm>
            <a:off x="6028171" y="3263156"/>
            <a:ext cx="280000" cy="280000"/>
          </a:xfrm>
          <a:prstGeom prst="rect">
            <a:avLst/>
          </a:prstGeom>
          <a:noFill/>
          <a:ln>
            <a:noFill/>
          </a:ln>
        </p:spPr>
      </p:pic>
      <p:sp>
        <p:nvSpPr>
          <p:cNvPr id="3826" name="Google Shape;3826;p334"/>
          <p:cNvSpPr/>
          <p:nvPr/>
        </p:nvSpPr>
        <p:spPr>
          <a:xfrm>
            <a:off x="6767500" y="3119638"/>
            <a:ext cx="10212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7" name="Google Shape;3827;p334"/>
          <p:cNvSpPr/>
          <p:nvPr/>
        </p:nvSpPr>
        <p:spPr>
          <a:xfrm>
            <a:off x="7858750" y="3119638"/>
            <a:ext cx="1021200" cy="650100"/>
          </a:xfrm>
          <a:prstGeom prst="roundRect">
            <a:avLst>
              <a:gd fmla="val 5000" name="adj"/>
            </a:avLst>
          </a:prstGeom>
          <a:solidFill>
            <a:srgbClr val="FFFFFF"/>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8" name="Google Shape;3828;p334"/>
          <p:cNvSpPr/>
          <p:nvPr/>
        </p:nvSpPr>
        <p:spPr>
          <a:xfrm>
            <a:off x="220000" y="4010588"/>
            <a:ext cx="8660100" cy="279900"/>
          </a:xfrm>
          <a:prstGeom prst="roundRect">
            <a:avLst>
              <a:gd fmla="val 3000" name="adj"/>
            </a:avLst>
          </a:prstGeom>
          <a:solidFill>
            <a:srgbClr val="F5F5F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9" name="Google Shape;3829;p334"/>
          <p:cNvSpPr/>
          <p:nvPr/>
        </p:nvSpPr>
        <p:spPr>
          <a:xfrm flipH="1">
            <a:off x="255000" y="4030106"/>
            <a:ext cx="30000" cy="232200"/>
          </a:xfrm>
          <a:prstGeom prst="roundRect">
            <a:avLst>
              <a:gd fmla="val 32750" name="adj"/>
            </a:avLst>
          </a:prstGeom>
          <a:solidFill>
            <a:srgbClr val="FB4D3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0" name="Google Shape;3830;p334"/>
          <p:cNvSpPr txBox="1"/>
          <p:nvPr/>
        </p:nvSpPr>
        <p:spPr>
          <a:xfrm>
            <a:off x="285000" y="4050588"/>
            <a:ext cx="85299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900" u="none" cap="none" strike="noStrike">
                <a:solidFill>
                  <a:srgbClr val="333333"/>
                </a:solidFill>
                <a:latin typeface="Poppins"/>
                <a:ea typeface="Poppins"/>
                <a:cs typeface="Poppins"/>
                <a:sym typeface="Poppins"/>
              </a:rPr>
              <a:t>9 Deep-dive profiles follow</a:t>
            </a:r>
            <a:r>
              <a:rPr b="0" i="0" lang="en-US" sz="900" u="none" cap="none" strike="noStrike">
                <a:solidFill>
                  <a:srgbClr val="999999"/>
                </a:solidFill>
                <a:latin typeface="Poppins"/>
                <a:ea typeface="Poppins"/>
                <a:cs typeface="Poppins"/>
                <a:sym typeface="Poppins"/>
              </a:rPr>
              <a:t> — Bankinter, N26, Imagin, ING, Revolut, Trade Republic, BBVA, Wise, Bunq</a:t>
            </a:r>
            <a:endParaRPr/>
          </a:p>
        </p:txBody>
      </p:sp>
      <p:pic>
        <p:nvPicPr>
          <p:cNvPr id="3831" name="Google Shape;3831;p334"/>
          <p:cNvPicPr preferRelativeResize="0"/>
          <p:nvPr/>
        </p:nvPicPr>
        <p:blipFill>
          <a:blip r:embed="rId13">
            <a:alphaModFix/>
          </a:blip>
          <a:stretch>
            <a:fillRect/>
          </a:stretch>
        </p:blipFill>
        <p:spPr>
          <a:xfrm>
            <a:off x="433534" y="3176740"/>
            <a:ext cx="667501" cy="588279"/>
          </a:xfrm>
          <a:prstGeom prst="rect">
            <a:avLst/>
          </a:prstGeom>
          <a:noFill/>
          <a:ln>
            <a:noFill/>
          </a:ln>
        </p:spPr>
      </p:pic>
      <p:pic>
        <p:nvPicPr>
          <p:cNvPr id="3832" name="Google Shape;3832;p334"/>
          <p:cNvPicPr preferRelativeResize="0"/>
          <p:nvPr/>
        </p:nvPicPr>
        <p:blipFill>
          <a:blip r:embed="rId14">
            <a:alphaModFix/>
          </a:blip>
          <a:stretch>
            <a:fillRect/>
          </a:stretch>
        </p:blipFill>
        <p:spPr>
          <a:xfrm>
            <a:off x="6828563" y="3220510"/>
            <a:ext cx="899075" cy="492826"/>
          </a:xfrm>
          <a:prstGeom prst="rect">
            <a:avLst/>
          </a:prstGeom>
          <a:noFill/>
          <a:ln>
            <a:noFill/>
          </a:ln>
        </p:spPr>
      </p:pic>
      <p:pic>
        <p:nvPicPr>
          <p:cNvPr id="3833" name="Google Shape;3833;p334"/>
          <p:cNvPicPr preferRelativeResize="0"/>
          <p:nvPr/>
        </p:nvPicPr>
        <p:blipFill>
          <a:blip r:embed="rId15">
            <a:alphaModFix/>
          </a:blip>
          <a:stretch>
            <a:fillRect/>
          </a:stretch>
        </p:blipFill>
        <p:spPr>
          <a:xfrm>
            <a:off x="7858750" y="3265824"/>
            <a:ext cx="951900" cy="355753"/>
          </a:xfrm>
          <a:prstGeom prst="rect">
            <a:avLst/>
          </a:prstGeom>
          <a:noFill/>
          <a:ln>
            <a:noFill/>
          </a:ln>
        </p:spPr>
      </p:pic>
      <p:pic>
        <p:nvPicPr>
          <p:cNvPr id="3834" name="Google Shape;3834;p334"/>
          <p:cNvPicPr preferRelativeResize="0"/>
          <p:nvPr/>
        </p:nvPicPr>
        <p:blipFill>
          <a:blip r:embed="rId16">
            <a:alphaModFix/>
          </a:blip>
          <a:stretch>
            <a:fillRect/>
          </a:stretch>
        </p:blipFill>
        <p:spPr>
          <a:xfrm>
            <a:off x="2822351" y="1676326"/>
            <a:ext cx="1021200" cy="474892"/>
          </a:xfrm>
          <a:prstGeom prst="rect">
            <a:avLst/>
          </a:prstGeom>
          <a:noFill/>
          <a:ln>
            <a:noFill/>
          </a:ln>
        </p:spPr>
      </p:pic>
      <p:sp>
        <p:nvSpPr>
          <p:cNvPr id="3835" name="Google Shape;3835;p334"/>
          <p:cNvSpPr/>
          <p:nvPr/>
        </p:nvSpPr>
        <p:spPr>
          <a:xfrm>
            <a:off x="332625" y="3704836"/>
            <a:ext cx="847500" cy="159600"/>
          </a:xfrm>
          <a:prstGeom prst="roundRect">
            <a:avLst>
              <a:gd fmla="val 16667" name="adj"/>
            </a:avLst>
          </a:prstGeom>
          <a:solidFill>
            <a:schemeClr val="lt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700">
                <a:solidFill>
                  <a:schemeClr val="accent1"/>
                </a:solidFill>
                <a:latin typeface="Poppins"/>
                <a:ea typeface="Poppins"/>
                <a:cs typeface="Poppins"/>
                <a:sym typeface="Poppins"/>
              </a:rPr>
              <a:t>deep dive</a:t>
            </a:r>
            <a:endParaRPr i="0" sz="700" u="none" cap="none" strike="noStrike">
              <a:solidFill>
                <a:schemeClr val="accent1"/>
              </a:solidFill>
              <a:latin typeface="Poppins"/>
              <a:ea typeface="Poppins"/>
              <a:cs typeface="Poppins"/>
              <a:sym typeface="Poppins"/>
            </a:endParaRPr>
          </a:p>
        </p:txBody>
      </p:sp>
      <p:sp>
        <p:nvSpPr>
          <p:cNvPr id="3836" name="Google Shape;3836;p334"/>
          <p:cNvSpPr/>
          <p:nvPr/>
        </p:nvSpPr>
        <p:spPr>
          <a:xfrm>
            <a:off x="2489350" y="3704836"/>
            <a:ext cx="847500" cy="159600"/>
          </a:xfrm>
          <a:prstGeom prst="roundRect">
            <a:avLst>
              <a:gd fmla="val 16667" name="adj"/>
            </a:avLst>
          </a:prstGeom>
          <a:solidFill>
            <a:schemeClr val="lt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700">
                <a:solidFill>
                  <a:schemeClr val="accent1"/>
                </a:solidFill>
                <a:latin typeface="Poppins"/>
                <a:ea typeface="Poppins"/>
                <a:cs typeface="Poppins"/>
                <a:sym typeface="Poppins"/>
              </a:rPr>
              <a:t>deep dive</a:t>
            </a:r>
            <a:endParaRPr i="0" sz="700" u="none" cap="none" strike="noStrike">
              <a:solidFill>
                <a:schemeClr val="accent1"/>
              </a:solidFill>
              <a:latin typeface="Poppins"/>
              <a:ea typeface="Poppins"/>
              <a:cs typeface="Poppins"/>
              <a:sym typeface="Poppins"/>
            </a:endParaRPr>
          </a:p>
        </p:txBody>
      </p:sp>
      <p:sp>
        <p:nvSpPr>
          <p:cNvPr id="3837" name="Google Shape;3837;p334"/>
          <p:cNvSpPr/>
          <p:nvPr/>
        </p:nvSpPr>
        <p:spPr>
          <a:xfrm>
            <a:off x="4671850" y="3704836"/>
            <a:ext cx="847500" cy="159600"/>
          </a:xfrm>
          <a:prstGeom prst="roundRect">
            <a:avLst>
              <a:gd fmla="val 16667" name="adj"/>
            </a:avLst>
          </a:prstGeom>
          <a:solidFill>
            <a:schemeClr val="lt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700">
                <a:solidFill>
                  <a:schemeClr val="accent1"/>
                </a:solidFill>
                <a:latin typeface="Poppins"/>
                <a:ea typeface="Poppins"/>
                <a:cs typeface="Poppins"/>
                <a:sym typeface="Poppins"/>
              </a:rPr>
              <a:t>deep dive</a:t>
            </a:r>
            <a:endParaRPr i="0" sz="700" u="none" cap="none" strike="noStrike">
              <a:solidFill>
                <a:schemeClr val="accent1"/>
              </a:solidFill>
              <a:latin typeface="Poppins"/>
              <a:ea typeface="Poppins"/>
              <a:cs typeface="Poppins"/>
              <a:sym typeface="Poppins"/>
            </a:endParaRPr>
          </a:p>
        </p:txBody>
      </p:sp>
      <p:sp>
        <p:nvSpPr>
          <p:cNvPr id="3838" name="Google Shape;3838;p334"/>
          <p:cNvSpPr/>
          <p:nvPr/>
        </p:nvSpPr>
        <p:spPr>
          <a:xfrm>
            <a:off x="343525" y="2160351"/>
            <a:ext cx="847500" cy="159600"/>
          </a:xfrm>
          <a:prstGeom prst="roundRect">
            <a:avLst>
              <a:gd fmla="val 16667" name="adj"/>
            </a:avLst>
          </a:prstGeom>
          <a:solidFill>
            <a:schemeClr val="lt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700">
                <a:solidFill>
                  <a:schemeClr val="accent1"/>
                </a:solidFill>
                <a:latin typeface="Poppins"/>
                <a:ea typeface="Poppins"/>
                <a:cs typeface="Poppins"/>
                <a:sym typeface="Poppins"/>
              </a:rPr>
              <a:t>deep dive</a:t>
            </a:r>
            <a:endParaRPr i="0" sz="700" u="none" cap="none" strike="noStrike">
              <a:solidFill>
                <a:schemeClr val="accent1"/>
              </a:solidFill>
              <a:latin typeface="Poppins"/>
              <a:ea typeface="Poppins"/>
              <a:cs typeface="Poppins"/>
              <a:sym typeface="Poppins"/>
            </a:endParaRPr>
          </a:p>
        </p:txBody>
      </p:sp>
      <p:sp>
        <p:nvSpPr>
          <p:cNvPr id="3839" name="Google Shape;3839;p334"/>
          <p:cNvSpPr/>
          <p:nvPr/>
        </p:nvSpPr>
        <p:spPr>
          <a:xfrm>
            <a:off x="1618075" y="2186764"/>
            <a:ext cx="847500" cy="159600"/>
          </a:xfrm>
          <a:prstGeom prst="roundRect">
            <a:avLst>
              <a:gd fmla="val 16667" name="adj"/>
            </a:avLst>
          </a:prstGeom>
          <a:solidFill>
            <a:schemeClr val="lt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700">
                <a:solidFill>
                  <a:schemeClr val="accent1"/>
                </a:solidFill>
                <a:latin typeface="Poppins"/>
                <a:ea typeface="Poppins"/>
                <a:cs typeface="Poppins"/>
                <a:sym typeface="Poppins"/>
              </a:rPr>
              <a:t>deep dive</a:t>
            </a:r>
            <a:endParaRPr i="0" sz="700" u="none" cap="none" strike="noStrike">
              <a:solidFill>
                <a:schemeClr val="accent1"/>
              </a:solidFill>
              <a:latin typeface="Poppins"/>
              <a:ea typeface="Poppins"/>
              <a:cs typeface="Poppins"/>
              <a:sym typeface="Poppins"/>
            </a:endParaRPr>
          </a:p>
        </p:txBody>
      </p:sp>
      <p:sp>
        <p:nvSpPr>
          <p:cNvPr id="3840" name="Google Shape;3840;p334"/>
          <p:cNvSpPr/>
          <p:nvPr/>
        </p:nvSpPr>
        <p:spPr>
          <a:xfrm>
            <a:off x="3580600" y="3704825"/>
            <a:ext cx="847500" cy="159600"/>
          </a:xfrm>
          <a:prstGeom prst="roundRect">
            <a:avLst>
              <a:gd fmla="val 16667" name="adj"/>
            </a:avLst>
          </a:prstGeom>
          <a:solidFill>
            <a:schemeClr val="lt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700">
                <a:solidFill>
                  <a:schemeClr val="accent1"/>
                </a:solidFill>
                <a:latin typeface="Poppins"/>
                <a:ea typeface="Poppins"/>
                <a:cs typeface="Poppins"/>
                <a:sym typeface="Poppins"/>
              </a:rPr>
              <a:t>deep dive</a:t>
            </a:r>
            <a:endParaRPr i="0" sz="700" u="none" cap="none" strike="noStrike">
              <a:solidFill>
                <a:schemeClr val="accent1"/>
              </a:solidFill>
              <a:latin typeface="Poppins"/>
              <a:ea typeface="Poppins"/>
              <a:cs typeface="Poppins"/>
              <a:sym typeface="Poppins"/>
            </a:endParaRPr>
          </a:p>
        </p:txBody>
      </p:sp>
      <p:sp>
        <p:nvSpPr>
          <p:cNvPr id="3841" name="Google Shape;3841;p334"/>
          <p:cNvSpPr/>
          <p:nvPr/>
        </p:nvSpPr>
        <p:spPr>
          <a:xfrm>
            <a:off x="6692925" y="2172126"/>
            <a:ext cx="847500" cy="159600"/>
          </a:xfrm>
          <a:prstGeom prst="roundRect">
            <a:avLst>
              <a:gd fmla="val 16667" name="adj"/>
            </a:avLst>
          </a:prstGeom>
          <a:solidFill>
            <a:schemeClr val="lt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700">
                <a:solidFill>
                  <a:schemeClr val="accent1"/>
                </a:solidFill>
                <a:latin typeface="Poppins"/>
                <a:ea typeface="Poppins"/>
                <a:cs typeface="Poppins"/>
                <a:sym typeface="Poppins"/>
              </a:rPr>
              <a:t>deep dive</a:t>
            </a:r>
            <a:endParaRPr i="0" sz="700" u="none" cap="none" strike="noStrike">
              <a:solidFill>
                <a:schemeClr val="accent1"/>
              </a:solidFill>
              <a:latin typeface="Poppins"/>
              <a:ea typeface="Poppins"/>
              <a:cs typeface="Poppins"/>
              <a:sym typeface="Poppins"/>
            </a:endParaRPr>
          </a:p>
        </p:txBody>
      </p:sp>
      <p:sp>
        <p:nvSpPr>
          <p:cNvPr id="3842" name="Google Shape;3842;p334"/>
          <p:cNvSpPr/>
          <p:nvPr/>
        </p:nvSpPr>
        <p:spPr>
          <a:xfrm>
            <a:off x="4155500" y="2189764"/>
            <a:ext cx="847500" cy="159600"/>
          </a:xfrm>
          <a:prstGeom prst="roundRect">
            <a:avLst>
              <a:gd fmla="val 16667" name="adj"/>
            </a:avLst>
          </a:prstGeom>
          <a:solidFill>
            <a:schemeClr val="lt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700">
                <a:solidFill>
                  <a:schemeClr val="accent1"/>
                </a:solidFill>
                <a:latin typeface="Poppins"/>
                <a:ea typeface="Poppins"/>
                <a:cs typeface="Poppins"/>
                <a:sym typeface="Poppins"/>
              </a:rPr>
              <a:t>deep dive</a:t>
            </a:r>
            <a:endParaRPr i="0" sz="700" u="none" cap="none" strike="noStrike">
              <a:solidFill>
                <a:schemeClr val="accent1"/>
              </a:solidFill>
              <a:latin typeface="Poppins"/>
              <a:ea typeface="Poppins"/>
              <a:cs typeface="Poppins"/>
              <a:sym typeface="Poppins"/>
            </a:endParaRPr>
          </a:p>
        </p:txBody>
      </p:sp>
      <p:sp>
        <p:nvSpPr>
          <p:cNvPr id="3843" name="Google Shape;3843;p334"/>
          <p:cNvSpPr/>
          <p:nvPr/>
        </p:nvSpPr>
        <p:spPr>
          <a:xfrm>
            <a:off x="5476250" y="2209201"/>
            <a:ext cx="847500" cy="159600"/>
          </a:xfrm>
          <a:prstGeom prst="roundRect">
            <a:avLst>
              <a:gd fmla="val 16667" name="adj"/>
            </a:avLst>
          </a:prstGeom>
          <a:solidFill>
            <a:schemeClr val="lt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700">
                <a:solidFill>
                  <a:schemeClr val="accent1"/>
                </a:solidFill>
                <a:latin typeface="Poppins"/>
                <a:ea typeface="Poppins"/>
                <a:cs typeface="Poppins"/>
                <a:sym typeface="Poppins"/>
              </a:rPr>
              <a:t>deep dive</a:t>
            </a:r>
            <a:endParaRPr i="0" sz="700" u="none" cap="none" strike="noStrike">
              <a:solidFill>
                <a:schemeClr val="accent1"/>
              </a:solidFill>
              <a:latin typeface="Poppins"/>
              <a:ea typeface="Poppins"/>
              <a:cs typeface="Poppins"/>
              <a:sym typeface="Poppins"/>
            </a:endParaRPr>
          </a:p>
        </p:txBody>
      </p:sp>
      <p:pic>
        <p:nvPicPr>
          <p:cNvPr id="3844" name="Google Shape;3844;p334"/>
          <p:cNvPicPr preferRelativeResize="0"/>
          <p:nvPr/>
        </p:nvPicPr>
        <p:blipFill>
          <a:blip r:embed="rId17">
            <a:alphaModFix/>
          </a:blip>
          <a:stretch>
            <a:fillRect/>
          </a:stretch>
        </p:blipFill>
        <p:spPr>
          <a:xfrm>
            <a:off x="476150" y="1668325"/>
            <a:ext cx="597427" cy="492850"/>
          </a:xfrm>
          <a:prstGeom prst="rect">
            <a:avLst/>
          </a:prstGeom>
          <a:noFill/>
          <a:ln>
            <a:noFill/>
          </a:ln>
        </p:spPr>
      </p:pic>
      <p:sp>
        <p:nvSpPr>
          <p:cNvPr id="3845" name="Google Shape;3845;p334"/>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3846" name="Google Shape;3846;p334"/>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3851" name="Shape 3851"/>
        <p:cNvGrpSpPr/>
        <p:nvPr/>
      </p:nvGrpSpPr>
      <p:grpSpPr>
        <a:xfrm>
          <a:off x="0" y="0"/>
          <a:ext cx="0" cy="0"/>
          <a:chOff x="0" y="0"/>
          <a:chExt cx="0" cy="0"/>
        </a:xfrm>
      </p:grpSpPr>
      <p:sp>
        <p:nvSpPr>
          <p:cNvPr id="3852" name="Google Shape;3852;p335"/>
          <p:cNvSpPr/>
          <p:nvPr/>
        </p:nvSpPr>
        <p:spPr>
          <a:xfrm>
            <a:off x="120150" y="250000"/>
            <a:ext cx="8903700" cy="47835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monzo-deck/slides/competitive-map-pb.png" id="3853" name="Google Shape;3853;p335"/>
          <p:cNvPicPr preferRelativeResize="0"/>
          <p:nvPr/>
        </p:nvPicPr>
        <p:blipFill rotWithShape="1">
          <a:blip r:embed="rId3">
            <a:alphaModFix/>
          </a:blip>
          <a:srcRect b="4141" l="0" r="0" t="0"/>
          <a:stretch/>
        </p:blipFill>
        <p:spPr>
          <a:xfrm>
            <a:off x="123600" y="249097"/>
            <a:ext cx="8936800" cy="4783500"/>
          </a:xfrm>
          <a:prstGeom prst="rect">
            <a:avLst/>
          </a:prstGeom>
          <a:noFill/>
          <a:ln>
            <a:noFill/>
          </a:ln>
        </p:spPr>
      </p:pic>
      <p:pic>
        <p:nvPicPr>
          <p:cNvPr descr="monzo_logo_white.png" id="3854" name="Google Shape;3854;p335"/>
          <p:cNvPicPr preferRelativeResize="0"/>
          <p:nvPr/>
        </p:nvPicPr>
        <p:blipFill rotWithShape="1">
          <a:blip r:embed="rId4">
            <a:alphaModFix/>
          </a:blip>
          <a:srcRect b="0" l="0" r="0" t="0"/>
          <a:stretch/>
        </p:blipFill>
        <p:spPr>
          <a:xfrm>
            <a:off x="8065750" y="116313"/>
            <a:ext cx="958101" cy="170225"/>
          </a:xfrm>
          <a:prstGeom prst="rect">
            <a:avLst/>
          </a:prstGeom>
          <a:noFill/>
          <a:ln>
            <a:noFill/>
          </a:ln>
        </p:spPr>
      </p:pic>
      <p:sp>
        <p:nvSpPr>
          <p:cNvPr id="3855" name="Google Shape;3855;p335"/>
          <p:cNvSpPr/>
          <p:nvPr/>
        </p:nvSpPr>
        <p:spPr>
          <a:xfrm>
            <a:off x="123606" y="74841"/>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3856" name="Google Shape;3856;p335"/>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3860" name="Shape 3860"/>
        <p:cNvGrpSpPr/>
        <p:nvPr/>
      </p:nvGrpSpPr>
      <p:grpSpPr>
        <a:xfrm>
          <a:off x="0" y="0"/>
          <a:ext cx="0" cy="0"/>
          <a:chOff x="0" y="0"/>
          <a:chExt cx="0" cy="0"/>
        </a:xfrm>
      </p:grpSpPr>
      <p:sp>
        <p:nvSpPr>
          <p:cNvPr id="3861" name="Google Shape;3861;p336"/>
          <p:cNvSpPr/>
          <p:nvPr/>
        </p:nvSpPr>
        <p:spPr>
          <a:xfrm>
            <a:off x="120150" y="365375"/>
            <a:ext cx="8903700" cy="4636200"/>
          </a:xfrm>
          <a:prstGeom prst="roundRect">
            <a:avLst>
              <a:gd fmla="val 3000"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3862" name="Google Shape;3862;p336"/>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3863" name="Google Shape;3863;p336"/>
          <p:cNvSpPr txBox="1"/>
          <p:nvPr/>
        </p:nvSpPr>
        <p:spPr>
          <a:xfrm>
            <a:off x="220000" y="440000"/>
            <a:ext cx="494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A1A1A"/>
                </a:solidFill>
                <a:latin typeface="Inter Tight Black"/>
                <a:ea typeface="Inter Tight Black"/>
                <a:cs typeface="Inter Tight Black"/>
                <a:sym typeface="Inter Tight Black"/>
              </a:rPr>
              <a:t>SWOT </a:t>
            </a:r>
            <a:r>
              <a:rPr b="1" lang="en-US" sz="1800">
                <a:solidFill>
                  <a:srgbClr val="1A1A1A"/>
                </a:solidFill>
                <a:latin typeface="Inter Tight Black"/>
                <a:ea typeface="Inter Tight Black"/>
                <a:cs typeface="Inter Tight Black"/>
                <a:sym typeface="Inter Tight Black"/>
              </a:rPr>
              <a:t>a</a:t>
            </a:r>
            <a:r>
              <a:rPr b="1" i="0" lang="en-US" sz="1800" u="none" cap="none" strike="noStrike">
                <a:solidFill>
                  <a:srgbClr val="1A1A1A"/>
                </a:solidFill>
                <a:latin typeface="Inter Tight Black"/>
                <a:ea typeface="Inter Tight Black"/>
                <a:cs typeface="Inter Tight Black"/>
                <a:sym typeface="Inter Tight Black"/>
              </a:rPr>
              <a:t>nalysis for M</a:t>
            </a:r>
            <a:r>
              <a:rPr b="1" lang="en-US" sz="1800">
                <a:solidFill>
                  <a:srgbClr val="1A1A1A"/>
                </a:solidFill>
                <a:latin typeface="Inter Tight Black"/>
                <a:ea typeface="Inter Tight Black"/>
                <a:cs typeface="Inter Tight Black"/>
                <a:sym typeface="Inter Tight Black"/>
              </a:rPr>
              <a:t>o</a:t>
            </a:r>
            <a:r>
              <a:rPr b="1" i="0" lang="en-US" sz="1800" u="none" cap="none" strike="noStrike">
                <a:solidFill>
                  <a:srgbClr val="1A1A1A"/>
                </a:solidFill>
                <a:latin typeface="Inter Tight Black"/>
                <a:ea typeface="Inter Tight Black"/>
                <a:cs typeface="Inter Tight Black"/>
                <a:sym typeface="Inter Tight Black"/>
              </a:rPr>
              <a:t>nzo in Spain</a:t>
            </a:r>
            <a:endParaRPr/>
          </a:p>
        </p:txBody>
      </p:sp>
      <p:sp>
        <p:nvSpPr>
          <p:cNvPr id="3864" name="Google Shape;3864;p336"/>
          <p:cNvSpPr/>
          <p:nvPr/>
        </p:nvSpPr>
        <p:spPr>
          <a:xfrm>
            <a:off x="220000" y="800000"/>
            <a:ext cx="4350000" cy="1207200"/>
          </a:xfrm>
          <a:prstGeom prst="roundRect">
            <a:avLst>
              <a:gd fmla="val 3000" name="adj"/>
            </a:avLst>
          </a:prstGeom>
          <a:solidFill>
            <a:srgbClr val="E0F2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5" name="Google Shape;3865;p336"/>
          <p:cNvSpPr txBox="1"/>
          <p:nvPr/>
        </p:nvSpPr>
        <p:spPr>
          <a:xfrm rot="-5400000">
            <a:off x="-179300" y="1260799"/>
            <a:ext cx="1060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100" u="none" cap="none" strike="noStrike">
                <a:solidFill>
                  <a:srgbClr val="1A1A1A"/>
                </a:solidFill>
                <a:latin typeface="Inter Tight Black"/>
                <a:ea typeface="Inter Tight Black"/>
                <a:cs typeface="Inter Tight Black"/>
                <a:sym typeface="Inter Tight Black"/>
              </a:rPr>
              <a:t>STRENGTHS</a:t>
            </a:r>
            <a:endParaRPr/>
          </a:p>
        </p:txBody>
      </p:sp>
      <p:sp>
        <p:nvSpPr>
          <p:cNvPr id="3866" name="Google Shape;3866;p336"/>
          <p:cNvSpPr txBox="1"/>
          <p:nvPr/>
        </p:nvSpPr>
        <p:spPr>
          <a:xfrm>
            <a:off x="350884" y="891797"/>
            <a:ext cx="4209900" cy="1112100"/>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Superior UX &amp; Mobile-First Design — </a:t>
            </a:r>
            <a:r>
              <a:rPr lang="en-US" sz="750">
                <a:solidFill>
                  <a:srgbClr val="333333"/>
                </a:solidFill>
                <a:latin typeface="Poppins"/>
                <a:ea typeface="Poppins"/>
                <a:cs typeface="Poppins"/>
                <a:sym typeface="Poppins"/>
              </a:rPr>
              <a:t>Top-rated UK banking app (4.9★). Every competitor benchmarks against it.</a:t>
            </a:r>
            <a:endParaRPr sz="750">
              <a:solidFill>
                <a:srgbClr val="333333"/>
              </a:solidFill>
              <a:latin typeface="Poppins"/>
              <a:ea typeface="Poppins"/>
              <a:cs typeface="Poppins"/>
              <a:sym typeface="Poppins"/>
            </a:endParaRPr>
          </a:p>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Word-of-Mouth Engine &amp; Loyal Community — </a:t>
            </a:r>
            <a:r>
              <a:rPr lang="en-US" sz="750">
                <a:solidFill>
                  <a:srgbClr val="333333"/>
                </a:solidFill>
                <a:latin typeface="Poppins"/>
                <a:ea typeface="Poppins"/>
                <a:cs typeface="Poppins"/>
                <a:sym typeface="Poppins"/>
              </a:rPr>
              <a:t>14M UK users. A referral culture that drove growth without paid acquisition.</a:t>
            </a:r>
            <a:endParaRPr sz="750">
              <a:solidFill>
                <a:srgbClr val="333333"/>
              </a:solidFill>
              <a:latin typeface="Poppins"/>
              <a:ea typeface="Poppins"/>
              <a:cs typeface="Poppins"/>
              <a:sym typeface="Poppins"/>
            </a:endParaRPr>
          </a:p>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Strong, Distinctive Brand &amp; Gen Z Appeal — </a:t>
            </a:r>
            <a:r>
              <a:rPr lang="en-US" sz="750">
                <a:solidFill>
                  <a:srgbClr val="333333"/>
                </a:solidFill>
                <a:latin typeface="Poppins"/>
                <a:ea typeface="Poppins"/>
                <a:cs typeface="Poppins"/>
                <a:sym typeface="Poppins"/>
              </a:rPr>
              <a:t>The coral card is instantly recognisable. Anti-bank personality resonates with 18-35s.</a:t>
            </a:r>
            <a:endParaRPr sz="750">
              <a:solidFill>
                <a:srgbClr val="333333"/>
              </a:solidFill>
              <a:latin typeface="Poppins"/>
              <a:ea typeface="Poppins"/>
              <a:cs typeface="Poppins"/>
              <a:sym typeface="Poppins"/>
            </a:endParaRPr>
          </a:p>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Product That Solves "Micro-Anxieties" — </a:t>
            </a:r>
            <a:r>
              <a:rPr lang="en-US" sz="750">
                <a:solidFill>
                  <a:srgbClr val="333333"/>
                </a:solidFill>
                <a:latin typeface="Poppins"/>
                <a:ea typeface="Poppins"/>
                <a:cs typeface="Poppins"/>
                <a:sym typeface="Poppins"/>
              </a:rPr>
              <a:t>Pots, spending alerts, bill splitting — addresses emotional friction, not just functional needs.</a:t>
            </a:r>
            <a:endParaRPr sz="750">
              <a:solidFill>
                <a:srgbClr val="333333"/>
              </a:solidFill>
              <a:latin typeface="Poppins"/>
              <a:ea typeface="Poppins"/>
              <a:cs typeface="Poppins"/>
              <a:sym typeface="Poppins"/>
            </a:endParaRPr>
          </a:p>
        </p:txBody>
      </p:sp>
      <p:sp>
        <p:nvSpPr>
          <p:cNvPr id="3867" name="Google Shape;3867;p336"/>
          <p:cNvSpPr/>
          <p:nvPr/>
        </p:nvSpPr>
        <p:spPr>
          <a:xfrm>
            <a:off x="4630000" y="800000"/>
            <a:ext cx="4350000" cy="1207200"/>
          </a:xfrm>
          <a:prstGeom prst="roundRect">
            <a:avLst>
              <a:gd fmla="val 3000" name="adj"/>
            </a:avLst>
          </a:prstGeom>
          <a:solidFill>
            <a:srgbClr val="FFE8E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8" name="Google Shape;3868;p336"/>
          <p:cNvSpPr txBox="1"/>
          <p:nvPr/>
        </p:nvSpPr>
        <p:spPr>
          <a:xfrm rot="-5400000">
            <a:off x="4127850" y="1200823"/>
            <a:ext cx="12927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100" u="none" cap="none" strike="noStrike">
                <a:solidFill>
                  <a:srgbClr val="1A1A1A"/>
                </a:solidFill>
                <a:latin typeface="Inter Tight Black"/>
                <a:ea typeface="Inter Tight Black"/>
                <a:cs typeface="Inter Tight Black"/>
                <a:sym typeface="Inter Tight Black"/>
              </a:rPr>
              <a:t>WEAKNESSES</a:t>
            </a:r>
            <a:endParaRPr/>
          </a:p>
        </p:txBody>
      </p:sp>
      <p:sp>
        <p:nvSpPr>
          <p:cNvPr id="3869" name="Google Shape;3869;p336"/>
          <p:cNvSpPr txBox="1"/>
          <p:nvPr/>
        </p:nvSpPr>
        <p:spPr>
          <a:xfrm>
            <a:off x="4700050" y="950400"/>
            <a:ext cx="4209900" cy="849000"/>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"Fragile" Brand Outside UK — </a:t>
            </a:r>
            <a:r>
              <a:rPr lang="en-US" sz="750">
                <a:solidFill>
                  <a:srgbClr val="333333"/>
                </a:solidFill>
                <a:latin typeface="Poppins"/>
                <a:ea typeface="Poppins"/>
                <a:cs typeface="Poppins"/>
                <a:sym typeface="Poppins"/>
              </a:rPr>
              <a:t>All trust proof (Trustpilot, Reddit, community) is in English. "Monzo opiniones" returns nothing.</a:t>
            </a:r>
            <a:endParaRPr sz="750">
              <a:solidFill>
                <a:srgbClr val="333333"/>
              </a:solidFill>
              <a:latin typeface="Poppins"/>
              <a:ea typeface="Poppins"/>
              <a:cs typeface="Poppins"/>
              <a:sym typeface="Poppins"/>
            </a:endParaRPr>
          </a:p>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No Physical Presence or Cash Services — </a:t>
            </a:r>
            <a:r>
              <a:rPr lang="en-US" sz="750">
                <a:solidFill>
                  <a:srgbClr val="333333"/>
                </a:solidFill>
                <a:latin typeface="Poppins"/>
                <a:ea typeface="Poppins"/>
                <a:cs typeface="Poppins"/>
                <a:sym typeface="Poppins"/>
              </a:rPr>
              <a:t>Spain is 30%+ cash. No ATM deposits = automatic "second bank" perception.</a:t>
            </a:r>
            <a:endParaRPr sz="750">
              <a:solidFill>
                <a:srgbClr val="333333"/>
              </a:solidFill>
              <a:latin typeface="Poppins"/>
              <a:ea typeface="Poppins"/>
              <a:cs typeface="Poppins"/>
              <a:sym typeface="Poppins"/>
            </a:endParaRPr>
          </a:p>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Zero Brand Awareness in Spain — </a:t>
            </a:r>
            <a:r>
              <a:rPr lang="en-US" sz="750">
                <a:solidFill>
                  <a:srgbClr val="333333"/>
                </a:solidFill>
                <a:latin typeface="Poppins"/>
                <a:ea typeface="Poppins"/>
                <a:cs typeface="Poppins"/>
                <a:sym typeface="Poppins"/>
              </a:rPr>
              <a:t>No press, no word-of-mouth. Starting cold in a market built on "mi banco de toda la vida."</a:t>
            </a:r>
            <a:endParaRPr sz="750">
              <a:solidFill>
                <a:srgbClr val="333333"/>
              </a:solidFill>
              <a:latin typeface="Poppins"/>
              <a:ea typeface="Poppins"/>
              <a:cs typeface="Poppins"/>
              <a:sym typeface="Poppins"/>
            </a:endParaRPr>
          </a:p>
        </p:txBody>
      </p:sp>
      <p:sp>
        <p:nvSpPr>
          <p:cNvPr id="3870" name="Google Shape;3870;p336"/>
          <p:cNvSpPr/>
          <p:nvPr/>
        </p:nvSpPr>
        <p:spPr>
          <a:xfrm>
            <a:off x="220000" y="2079031"/>
            <a:ext cx="4350000" cy="1349700"/>
          </a:xfrm>
          <a:prstGeom prst="roundRect">
            <a:avLst>
              <a:gd fmla="val 3000" name="adj"/>
            </a:avLst>
          </a:prstGeom>
          <a:solidFill>
            <a:srgbClr val="E8F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1" name="Google Shape;3871;p336"/>
          <p:cNvSpPr txBox="1"/>
          <p:nvPr/>
        </p:nvSpPr>
        <p:spPr>
          <a:xfrm rot="-5400000">
            <a:off x="-324050" y="2631314"/>
            <a:ext cx="13497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100" u="none" cap="none" strike="noStrike">
                <a:solidFill>
                  <a:srgbClr val="1A1A1A"/>
                </a:solidFill>
                <a:latin typeface="Inter Tight Black"/>
                <a:ea typeface="Inter Tight Black"/>
                <a:cs typeface="Inter Tight Black"/>
                <a:sym typeface="Inter Tight Black"/>
              </a:rPr>
              <a:t>OPPORTUNITIES</a:t>
            </a:r>
            <a:endParaRPr/>
          </a:p>
        </p:txBody>
      </p:sp>
      <p:sp>
        <p:nvSpPr>
          <p:cNvPr id="3872" name="Google Shape;3872;p336"/>
          <p:cNvSpPr txBox="1"/>
          <p:nvPr/>
        </p:nvSpPr>
        <p:spPr>
          <a:xfrm>
            <a:off x="260000" y="2179347"/>
            <a:ext cx="4209900" cy="1112100"/>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Systemic "Support Deficit" — </a:t>
            </a:r>
            <a:r>
              <a:rPr lang="en-US" sz="750">
                <a:solidFill>
                  <a:srgbClr val="333333"/>
                </a:solidFill>
                <a:latin typeface="Poppins"/>
                <a:ea typeface="Poppins"/>
                <a:cs typeface="Poppins"/>
                <a:sym typeface="Poppins"/>
              </a:rPr>
              <a:t>Every competitor fails during crises (account freezes, fraud). Monzo wins by simply not failing.</a:t>
            </a:r>
            <a:endParaRPr sz="750">
              <a:solidFill>
                <a:srgbClr val="333333"/>
              </a:solidFill>
              <a:latin typeface="Poppins"/>
              <a:ea typeface="Poppins"/>
              <a:cs typeface="Poppins"/>
              <a:sym typeface="Poppins"/>
            </a:endParaRPr>
          </a:p>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"Free" Is Commoditised — </a:t>
            </a:r>
            <a:r>
              <a:rPr lang="en-US" sz="750">
                <a:solidFill>
                  <a:srgbClr val="333333"/>
                </a:solidFill>
                <a:latin typeface="Poppins"/>
                <a:ea typeface="Poppins"/>
                <a:cs typeface="Poppins"/>
                <a:sym typeface="Poppins"/>
              </a:rPr>
              <a:t>All neobanks offer free accounts. Differentiation has shifted to value. Premium features can command €5–15/month.</a:t>
            </a:r>
            <a:endParaRPr sz="750">
              <a:solidFill>
                <a:srgbClr val="333333"/>
              </a:solidFill>
              <a:latin typeface="Poppins"/>
              <a:ea typeface="Poppins"/>
              <a:cs typeface="Poppins"/>
              <a:sym typeface="Poppins"/>
            </a:endParaRPr>
          </a:p>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Underserved "Person in Motion" Niche — </a:t>
            </a:r>
            <a:r>
              <a:rPr lang="en-US" sz="750">
                <a:solidFill>
                  <a:srgbClr val="333333"/>
                </a:solidFill>
                <a:latin typeface="Poppins"/>
                <a:ea typeface="Poppins"/>
                <a:cs typeface="Poppins"/>
                <a:sym typeface="Poppins"/>
              </a:rPr>
              <a:t>500K+ British expats + remote workers in Spain. Product already solves their needs.</a:t>
            </a:r>
            <a:endParaRPr sz="750">
              <a:solidFill>
                <a:srgbClr val="333333"/>
              </a:solidFill>
              <a:latin typeface="Poppins"/>
              <a:ea typeface="Poppins"/>
              <a:cs typeface="Poppins"/>
              <a:sym typeface="Poppins"/>
            </a:endParaRPr>
          </a:p>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Competitors' Opacity Creates a Trust Gap — </a:t>
            </a:r>
            <a:r>
              <a:rPr lang="en-US" sz="750">
                <a:solidFill>
                  <a:srgbClr val="333333"/>
                </a:solidFill>
                <a:latin typeface="Poppins"/>
                <a:ea typeface="Poppins"/>
                <a:cs typeface="Poppins"/>
                <a:sym typeface="Poppins"/>
              </a:rPr>
              <a:t>Revolut hidden fees, N26 freezes, Trade Republic FX charges — all documented in Spanish social media.</a:t>
            </a:r>
            <a:endParaRPr sz="750">
              <a:solidFill>
                <a:srgbClr val="333333"/>
              </a:solidFill>
              <a:latin typeface="Poppins"/>
              <a:ea typeface="Poppins"/>
              <a:cs typeface="Poppins"/>
              <a:sym typeface="Poppins"/>
            </a:endParaRPr>
          </a:p>
        </p:txBody>
      </p:sp>
      <p:sp>
        <p:nvSpPr>
          <p:cNvPr id="3873" name="Google Shape;3873;p336"/>
          <p:cNvSpPr/>
          <p:nvPr/>
        </p:nvSpPr>
        <p:spPr>
          <a:xfrm>
            <a:off x="4630000" y="2037175"/>
            <a:ext cx="4350000" cy="1391700"/>
          </a:xfrm>
          <a:prstGeom prst="roundRect">
            <a:avLst>
              <a:gd fmla="val 3000" name="adj"/>
            </a:avLst>
          </a:prstGeom>
          <a:solidFill>
            <a:srgbClr val="FFF3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4" name="Google Shape;3874;p336"/>
          <p:cNvSpPr txBox="1"/>
          <p:nvPr/>
        </p:nvSpPr>
        <p:spPr>
          <a:xfrm rot="-5400000">
            <a:off x="4342950" y="2563300"/>
            <a:ext cx="904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100" u="none" cap="none" strike="noStrike">
                <a:solidFill>
                  <a:srgbClr val="1A1A1A"/>
                </a:solidFill>
                <a:latin typeface="Inter Tight Black"/>
                <a:ea typeface="Inter Tight Black"/>
                <a:cs typeface="Inter Tight Black"/>
                <a:sym typeface="Inter Tight Black"/>
              </a:rPr>
              <a:t>THREATS</a:t>
            </a:r>
            <a:endParaRPr/>
          </a:p>
        </p:txBody>
      </p:sp>
      <p:sp>
        <p:nvSpPr>
          <p:cNvPr id="3875" name="Google Shape;3875;p336"/>
          <p:cNvSpPr txBox="1"/>
          <p:nvPr/>
        </p:nvSpPr>
        <p:spPr>
          <a:xfrm>
            <a:off x="4770100" y="2241999"/>
            <a:ext cx="4209900" cy="1112100"/>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High UX Bar Already Set — </a:t>
            </a:r>
            <a:r>
              <a:rPr lang="en-US" sz="750">
                <a:solidFill>
                  <a:srgbClr val="333333"/>
                </a:solidFill>
                <a:latin typeface="Poppins"/>
                <a:ea typeface="Poppins"/>
                <a:cs typeface="Poppins"/>
                <a:sym typeface="Poppins"/>
              </a:rPr>
              <a:t>Revolut, N26, imagin, Openbank all offer excellent mobile UX. "Better app" no longer wins alone.</a:t>
            </a:r>
            <a:endParaRPr sz="750">
              <a:solidFill>
                <a:srgbClr val="333333"/>
              </a:solidFill>
              <a:latin typeface="Poppins"/>
              <a:ea typeface="Poppins"/>
              <a:cs typeface="Poppins"/>
              <a:sym typeface="Poppins"/>
            </a:endParaRPr>
          </a:p>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Incumbents' Structural Advantages — </a:t>
            </a:r>
            <a:r>
              <a:rPr lang="en-US" sz="750">
                <a:solidFill>
                  <a:srgbClr val="333333"/>
                </a:solidFill>
                <a:latin typeface="Poppins"/>
                <a:ea typeface="Poppins"/>
                <a:cs typeface="Poppins"/>
                <a:sym typeface="Poppins"/>
              </a:rPr>
              <a:t>CaixaBank, Santander, BBVA have ATM networks, mortgages, and decades of brand trust.</a:t>
            </a:r>
            <a:endParaRPr sz="750">
              <a:solidFill>
                <a:srgbClr val="333333"/>
              </a:solidFill>
              <a:latin typeface="Poppins"/>
              <a:ea typeface="Poppins"/>
              <a:cs typeface="Poppins"/>
              <a:sym typeface="Poppins"/>
            </a:endParaRPr>
          </a:p>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Reputational Risk from Account Freezes — </a:t>
            </a:r>
            <a:r>
              <a:rPr lang="en-US" sz="750">
                <a:solidFill>
                  <a:srgbClr val="333333"/>
                </a:solidFill>
                <a:latin typeface="Poppins"/>
                <a:ea typeface="Poppins"/>
                <a:cs typeface="Poppins"/>
                <a:sym typeface="Poppins"/>
              </a:rPr>
              <a:t>One viral incident in Spain can define the brand for years. Fatal before scale.</a:t>
            </a:r>
            <a:endParaRPr sz="750">
              <a:solidFill>
                <a:srgbClr val="333333"/>
              </a:solidFill>
              <a:latin typeface="Poppins"/>
              <a:ea typeface="Poppins"/>
              <a:cs typeface="Poppins"/>
              <a:sym typeface="Poppins"/>
            </a:endParaRPr>
          </a:p>
          <a:p>
            <a:pPr indent="-171450" lvl="0" marL="285750" marR="0" rtl="0" algn="l">
              <a:lnSpc>
                <a:spcPct val="100000"/>
              </a:lnSpc>
              <a:spcBef>
                <a:spcPts val="250"/>
              </a:spcBef>
              <a:spcAft>
                <a:spcPts val="0"/>
              </a:spcAft>
              <a:buClr>
                <a:srgbClr val="000000"/>
              </a:buClr>
              <a:buSzPts val="750"/>
              <a:buFont typeface="Poppins"/>
              <a:buChar char="•"/>
            </a:pPr>
            <a:r>
              <a:rPr b="1" lang="en-US" sz="750">
                <a:solidFill>
                  <a:srgbClr val="333333"/>
                </a:solidFill>
                <a:latin typeface="Poppins"/>
                <a:ea typeface="Poppins"/>
                <a:cs typeface="Poppins"/>
                <a:sym typeface="Poppins"/>
              </a:rPr>
              <a:t>Price Wars Eroding Margins — </a:t>
            </a:r>
            <a:r>
              <a:rPr lang="en-US" sz="750">
                <a:solidFill>
                  <a:srgbClr val="333333"/>
                </a:solidFill>
                <a:latin typeface="Poppins"/>
                <a:ea typeface="Poppins"/>
                <a:cs typeface="Poppins"/>
                <a:sym typeface="Poppins"/>
              </a:rPr>
              <a:t>3.5% APY (Trade Republic), free Metal (Revolut). Unsustainable acquisition economics becoming the norm.</a:t>
            </a:r>
            <a:endParaRPr sz="750">
              <a:solidFill>
                <a:srgbClr val="333333"/>
              </a:solidFill>
              <a:latin typeface="Poppins"/>
              <a:ea typeface="Poppins"/>
              <a:cs typeface="Poppins"/>
              <a:sym typeface="Poppins"/>
            </a:endParaRPr>
          </a:p>
        </p:txBody>
      </p:sp>
      <p:sp>
        <p:nvSpPr>
          <p:cNvPr id="3876" name="Google Shape;3876;p336"/>
          <p:cNvSpPr/>
          <p:nvPr/>
        </p:nvSpPr>
        <p:spPr>
          <a:xfrm>
            <a:off x="220000" y="3473300"/>
            <a:ext cx="2145000" cy="1436700"/>
          </a:xfrm>
          <a:prstGeom prst="roundRect">
            <a:avLst>
              <a:gd fmla="val 3000" name="adj"/>
            </a:avLst>
          </a:prstGeom>
          <a:solidFill>
            <a:srgbClr val="F8F9FA"/>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7" name="Google Shape;3877;p336"/>
          <p:cNvSpPr/>
          <p:nvPr/>
        </p:nvSpPr>
        <p:spPr>
          <a:xfrm rot="-5400000">
            <a:off x="96288" y="4084606"/>
            <a:ext cx="492000" cy="180000"/>
          </a:xfrm>
          <a:prstGeom prst="roundRect">
            <a:avLst>
              <a:gd fmla="val 16667" name="adj"/>
            </a:avLst>
          </a:prstGeom>
          <a:solidFill>
            <a:srgbClr val="FB4D3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US" sz="1000">
                <a:solidFill>
                  <a:schemeClr val="lt1"/>
                </a:solidFill>
                <a:latin typeface="Inter Tight Black"/>
                <a:ea typeface="Inter Tight Black"/>
                <a:cs typeface="Inter Tight Black"/>
                <a:sym typeface="Inter Tight Black"/>
              </a:rPr>
              <a:t>SO</a:t>
            </a:r>
            <a:endParaRPr b="0" i="0" sz="1400" u="none" cap="none" strike="noStrike">
              <a:solidFill>
                <a:srgbClr val="000000"/>
              </a:solidFill>
              <a:latin typeface="Arial"/>
              <a:ea typeface="Arial"/>
              <a:cs typeface="Arial"/>
              <a:sym typeface="Arial"/>
            </a:endParaRPr>
          </a:p>
        </p:txBody>
      </p:sp>
      <p:sp>
        <p:nvSpPr>
          <p:cNvPr id="3878" name="Google Shape;3878;p336"/>
          <p:cNvSpPr txBox="1"/>
          <p:nvPr/>
        </p:nvSpPr>
        <p:spPr>
          <a:xfrm>
            <a:off x="300100" y="3463600"/>
            <a:ext cx="2064900" cy="1436700"/>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0000"/>
              </a:lnSpc>
              <a:spcBef>
                <a:spcPts val="200"/>
              </a:spcBef>
              <a:spcAft>
                <a:spcPts val="0"/>
              </a:spcAft>
              <a:buClr>
                <a:srgbClr val="000000"/>
              </a:buClr>
              <a:buSzPts val="700"/>
              <a:buFont typeface="Poppins"/>
              <a:buChar char="•"/>
            </a:pPr>
            <a:r>
              <a:rPr b="1" lang="en-US" sz="700">
                <a:solidFill>
                  <a:srgbClr val="333333"/>
                </a:solidFill>
                <a:latin typeface="Poppins"/>
                <a:ea typeface="Poppins"/>
                <a:cs typeface="Poppins"/>
                <a:sym typeface="Poppins"/>
              </a:rPr>
              <a:t>"Build in Public" — Spanish Edition — </a:t>
            </a:r>
            <a:r>
              <a:rPr lang="en-US" sz="700">
                <a:solidFill>
                  <a:srgbClr val="333333"/>
                </a:solidFill>
                <a:latin typeface="Poppins"/>
                <a:ea typeface="Poppins"/>
                <a:cs typeface="Poppins"/>
                <a:sym typeface="Poppins"/>
              </a:rPr>
              <a:t>Spanish-language blog, open metrics, founder access. Turn UK story into local trust.</a:t>
            </a:r>
            <a:endParaRPr sz="700">
              <a:solidFill>
                <a:srgbClr val="333333"/>
              </a:solidFill>
              <a:latin typeface="Poppins"/>
              <a:ea typeface="Poppins"/>
              <a:cs typeface="Poppins"/>
              <a:sym typeface="Poppins"/>
            </a:endParaRPr>
          </a:p>
          <a:p>
            <a:pPr indent="-171450" lvl="0" marL="285750" marR="0" rtl="0" algn="l">
              <a:lnSpc>
                <a:spcPct val="100000"/>
              </a:lnSpc>
              <a:spcBef>
                <a:spcPts val="200"/>
              </a:spcBef>
              <a:spcAft>
                <a:spcPts val="0"/>
              </a:spcAft>
              <a:buClr>
                <a:srgbClr val="000000"/>
              </a:buClr>
              <a:buSzPts val="700"/>
              <a:buFont typeface="Poppins"/>
              <a:buChar char="•"/>
            </a:pPr>
            <a:r>
              <a:rPr b="1" lang="en-US" sz="700">
                <a:solidFill>
                  <a:srgbClr val="333333"/>
                </a:solidFill>
                <a:latin typeface="Poppins"/>
                <a:ea typeface="Poppins"/>
                <a:cs typeface="Poppins"/>
                <a:sym typeface="Poppins"/>
              </a:rPr>
              <a:t>Target "Person in Motion" with Precision — </a:t>
            </a:r>
            <a:r>
              <a:rPr lang="en-US" sz="700">
                <a:solidFill>
                  <a:srgbClr val="333333"/>
                </a:solidFill>
                <a:latin typeface="Poppins"/>
                <a:ea typeface="Poppins"/>
                <a:cs typeface="Poppins"/>
                <a:sym typeface="Poppins"/>
              </a:rPr>
              <a:t>Expat groups, nomad communities, British schools. Distribution is the only gap.</a:t>
            </a:r>
            <a:endParaRPr sz="700">
              <a:solidFill>
                <a:srgbClr val="333333"/>
              </a:solidFill>
              <a:latin typeface="Poppins"/>
              <a:ea typeface="Poppins"/>
              <a:cs typeface="Poppins"/>
              <a:sym typeface="Poppins"/>
            </a:endParaRPr>
          </a:p>
          <a:p>
            <a:pPr indent="-171450" lvl="0" marL="285750" marR="0" rtl="0" algn="l">
              <a:lnSpc>
                <a:spcPct val="100000"/>
              </a:lnSpc>
              <a:spcBef>
                <a:spcPts val="200"/>
              </a:spcBef>
              <a:spcAft>
                <a:spcPts val="0"/>
              </a:spcAft>
              <a:buClr>
                <a:srgbClr val="000000"/>
              </a:buClr>
              <a:buSzPts val="700"/>
              <a:buFont typeface="Poppins"/>
              <a:buChar char="•"/>
            </a:pPr>
            <a:r>
              <a:rPr b="1" lang="en-US" sz="700">
                <a:solidFill>
                  <a:srgbClr val="333333"/>
                </a:solidFill>
                <a:latin typeface="Poppins"/>
                <a:ea typeface="Poppins"/>
                <a:cs typeface="Poppins"/>
                <a:sym typeface="Poppins"/>
              </a:rPr>
              <a:t>Own "Anti-Fair-Weather Friend" — </a:t>
            </a:r>
            <a:r>
              <a:rPr lang="en-US" sz="700">
                <a:solidFill>
                  <a:srgbClr val="333333"/>
                </a:solidFill>
                <a:latin typeface="Poppins"/>
                <a:ea typeface="Poppins"/>
                <a:cs typeface="Poppins"/>
                <a:sym typeface="Poppins"/>
              </a:rPr>
              <a:t>Guarantee human support for freezes and fraud. Market it explicitly.</a:t>
            </a:r>
            <a:endParaRPr sz="700">
              <a:solidFill>
                <a:srgbClr val="333333"/>
              </a:solidFill>
              <a:latin typeface="Poppins"/>
              <a:ea typeface="Poppins"/>
              <a:cs typeface="Poppins"/>
              <a:sym typeface="Poppins"/>
            </a:endParaRPr>
          </a:p>
        </p:txBody>
      </p:sp>
      <p:sp>
        <p:nvSpPr>
          <p:cNvPr id="3879" name="Google Shape;3879;p336"/>
          <p:cNvSpPr/>
          <p:nvPr/>
        </p:nvSpPr>
        <p:spPr>
          <a:xfrm>
            <a:off x="2425000" y="3473300"/>
            <a:ext cx="2145000" cy="1436700"/>
          </a:xfrm>
          <a:prstGeom prst="roundRect">
            <a:avLst>
              <a:gd fmla="val 3000" name="adj"/>
            </a:avLst>
          </a:prstGeom>
          <a:solidFill>
            <a:srgbClr val="F8F9FA"/>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0" name="Google Shape;3880;p336"/>
          <p:cNvSpPr txBox="1"/>
          <p:nvPr/>
        </p:nvSpPr>
        <p:spPr>
          <a:xfrm>
            <a:off x="2489216" y="3513694"/>
            <a:ext cx="2064900" cy="1436700"/>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0000"/>
              </a:lnSpc>
              <a:spcBef>
                <a:spcPts val="200"/>
              </a:spcBef>
              <a:spcAft>
                <a:spcPts val="0"/>
              </a:spcAft>
              <a:buClr>
                <a:srgbClr val="000000"/>
              </a:buClr>
              <a:buSzPts val="700"/>
              <a:buFont typeface="Poppins"/>
              <a:buChar char="•"/>
            </a:pPr>
            <a:r>
              <a:rPr b="1" lang="en-US" sz="700">
                <a:solidFill>
                  <a:srgbClr val="333333"/>
                </a:solidFill>
                <a:latin typeface="Poppins"/>
                <a:ea typeface="Poppins"/>
                <a:cs typeface="Poppins"/>
                <a:sym typeface="Poppins"/>
              </a:rPr>
              <a:t>Build the Flywheel, Not the Funnel —</a:t>
            </a:r>
            <a:r>
              <a:rPr lang="en-US" sz="700">
                <a:solidFill>
                  <a:srgbClr val="333333"/>
                </a:solidFill>
                <a:latin typeface="Poppins"/>
                <a:ea typeface="Poppins"/>
                <a:cs typeface="Poppins"/>
                <a:sym typeface="Poppins"/>
              </a:rPr>
              <a:t> 40% of UK growth came from referrals at near-zero cost. Replicate.</a:t>
            </a:r>
            <a:endParaRPr sz="700">
              <a:solidFill>
                <a:srgbClr val="333333"/>
              </a:solidFill>
              <a:latin typeface="Poppins"/>
              <a:ea typeface="Poppins"/>
              <a:cs typeface="Poppins"/>
              <a:sym typeface="Poppins"/>
            </a:endParaRPr>
          </a:p>
          <a:p>
            <a:pPr indent="-171450" lvl="0" marL="285750" marR="0" rtl="0" algn="l">
              <a:lnSpc>
                <a:spcPct val="100000"/>
              </a:lnSpc>
              <a:spcBef>
                <a:spcPts val="200"/>
              </a:spcBef>
              <a:spcAft>
                <a:spcPts val="0"/>
              </a:spcAft>
              <a:buClr>
                <a:srgbClr val="000000"/>
              </a:buClr>
              <a:buSzPts val="700"/>
              <a:buFont typeface="Poppins"/>
              <a:buChar char="•"/>
            </a:pPr>
            <a:r>
              <a:rPr b="1" lang="en-US" sz="700">
                <a:solidFill>
                  <a:srgbClr val="333333"/>
                </a:solidFill>
                <a:latin typeface="Poppins"/>
                <a:ea typeface="Poppins"/>
                <a:cs typeface="Poppins"/>
                <a:sym typeface="Poppins"/>
              </a:rPr>
              <a:t>Leverage UK Reputation in Spanish PR —</a:t>
            </a:r>
            <a:r>
              <a:rPr lang="en-US" sz="700">
                <a:solidFill>
                  <a:srgbClr val="333333"/>
                </a:solidFill>
                <a:latin typeface="Poppins"/>
                <a:ea typeface="Poppins"/>
                <a:cs typeface="Poppins"/>
                <a:sym typeface="Poppins"/>
              </a:rPr>
              <a:t> 14M users + Which? Best Bank = credibility for Spanish financial press.</a:t>
            </a:r>
            <a:endParaRPr sz="700">
              <a:solidFill>
                <a:srgbClr val="333333"/>
              </a:solidFill>
              <a:latin typeface="Poppins"/>
              <a:ea typeface="Poppins"/>
              <a:cs typeface="Poppins"/>
              <a:sym typeface="Poppins"/>
            </a:endParaRPr>
          </a:p>
          <a:p>
            <a:pPr indent="-171450" lvl="0" marL="285750" marR="0" rtl="0" algn="l">
              <a:lnSpc>
                <a:spcPct val="100000"/>
              </a:lnSpc>
              <a:spcBef>
                <a:spcPts val="200"/>
              </a:spcBef>
              <a:spcAft>
                <a:spcPts val="0"/>
              </a:spcAft>
              <a:buClr>
                <a:srgbClr val="000000"/>
              </a:buClr>
              <a:buSzPts val="700"/>
              <a:buFont typeface="Poppins"/>
              <a:buChar char="•"/>
            </a:pPr>
            <a:r>
              <a:rPr b="1" lang="en-US" sz="700">
                <a:solidFill>
                  <a:srgbClr val="333333"/>
                </a:solidFill>
                <a:latin typeface="Poppins"/>
                <a:ea typeface="Poppins"/>
                <a:cs typeface="Poppins"/>
                <a:sym typeface="Poppins"/>
              </a:rPr>
              <a:t>Proactive Security Communication —</a:t>
            </a:r>
            <a:r>
              <a:rPr lang="en-US" sz="700">
                <a:solidFill>
                  <a:srgbClr val="333333"/>
                </a:solidFill>
                <a:latin typeface="Poppins"/>
                <a:ea typeface="Poppins"/>
                <a:cs typeface="Poppins"/>
                <a:sym typeface="Poppins"/>
              </a:rPr>
              <a:t> Pre-empt account-freeze fear with radical transparency before it's needed.</a:t>
            </a:r>
            <a:endParaRPr sz="700">
              <a:solidFill>
                <a:srgbClr val="333333"/>
              </a:solidFill>
              <a:latin typeface="Poppins"/>
              <a:ea typeface="Poppins"/>
              <a:cs typeface="Poppins"/>
              <a:sym typeface="Poppins"/>
            </a:endParaRPr>
          </a:p>
        </p:txBody>
      </p:sp>
      <p:sp>
        <p:nvSpPr>
          <p:cNvPr id="3881" name="Google Shape;3881;p336"/>
          <p:cNvSpPr/>
          <p:nvPr/>
        </p:nvSpPr>
        <p:spPr>
          <a:xfrm>
            <a:off x="4630000" y="3518300"/>
            <a:ext cx="2145000" cy="1391700"/>
          </a:xfrm>
          <a:prstGeom prst="roundRect">
            <a:avLst>
              <a:gd fmla="val 3000" name="adj"/>
            </a:avLst>
          </a:prstGeom>
          <a:solidFill>
            <a:srgbClr val="F8F9FA"/>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2" name="Google Shape;3882;p336"/>
          <p:cNvSpPr txBox="1"/>
          <p:nvPr/>
        </p:nvSpPr>
        <p:spPr>
          <a:xfrm>
            <a:off x="4784355" y="3677686"/>
            <a:ext cx="1844100" cy="1087800"/>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0000"/>
              </a:lnSpc>
              <a:spcBef>
                <a:spcPts val="200"/>
              </a:spcBef>
              <a:spcAft>
                <a:spcPts val="0"/>
              </a:spcAft>
              <a:buClr>
                <a:srgbClr val="000000"/>
              </a:buClr>
              <a:buSzPts val="700"/>
              <a:buFont typeface="Poppins"/>
              <a:buChar char="•"/>
            </a:pPr>
            <a:r>
              <a:rPr b="1" lang="en-US" sz="700">
                <a:solidFill>
                  <a:srgbClr val="333333"/>
                </a:solidFill>
                <a:latin typeface="Poppins"/>
                <a:ea typeface="Poppins"/>
                <a:cs typeface="Poppins"/>
                <a:sym typeface="Poppins"/>
              </a:rPr>
              <a:t>Best-in-Class Spanish Support Hub —</a:t>
            </a:r>
            <a:r>
              <a:rPr lang="en-US" sz="700">
                <a:solidFill>
                  <a:srgbClr val="333333"/>
                </a:solidFill>
                <a:latin typeface="Poppins"/>
                <a:ea typeface="Poppins"/>
                <a:cs typeface="Poppins"/>
                <a:sym typeface="Poppins"/>
              </a:rPr>
              <a:t> Human support in Spanish, peak hours. Digital done better than anyone.</a:t>
            </a:r>
            <a:endParaRPr sz="700">
              <a:solidFill>
                <a:srgbClr val="333333"/>
              </a:solidFill>
              <a:latin typeface="Poppins"/>
              <a:ea typeface="Poppins"/>
              <a:cs typeface="Poppins"/>
              <a:sym typeface="Poppins"/>
            </a:endParaRPr>
          </a:p>
          <a:p>
            <a:pPr indent="-171450" lvl="0" marL="285750" marR="0" rtl="0" algn="l">
              <a:lnSpc>
                <a:spcPct val="100000"/>
              </a:lnSpc>
              <a:spcBef>
                <a:spcPts val="200"/>
              </a:spcBef>
              <a:spcAft>
                <a:spcPts val="0"/>
              </a:spcAft>
              <a:buClr>
                <a:srgbClr val="000000"/>
              </a:buClr>
              <a:buSzPts val="700"/>
              <a:buFont typeface="Poppins"/>
              <a:buChar char="•"/>
            </a:pPr>
            <a:r>
              <a:rPr b="1" lang="en-US" sz="700">
                <a:solidFill>
                  <a:srgbClr val="333333"/>
                </a:solidFill>
                <a:latin typeface="Poppins"/>
                <a:ea typeface="Poppins"/>
                <a:cs typeface="Poppins"/>
                <a:sym typeface="Poppins"/>
              </a:rPr>
              <a:t>Partnerships to Replace Physical Presence </a:t>
            </a:r>
            <a:r>
              <a:rPr lang="en-US" sz="700">
                <a:solidFill>
                  <a:srgbClr val="333333"/>
                </a:solidFill>
                <a:latin typeface="Poppins"/>
                <a:ea typeface="Poppins"/>
                <a:cs typeface="Poppins"/>
                <a:sym typeface="Poppins"/>
              </a:rPr>
              <a:t>— Correos (cash), Bizum (P2P), employer salary programmes.</a:t>
            </a:r>
            <a:endParaRPr sz="700">
              <a:solidFill>
                <a:srgbClr val="333333"/>
              </a:solidFill>
              <a:latin typeface="Poppins"/>
              <a:ea typeface="Poppins"/>
              <a:cs typeface="Poppins"/>
              <a:sym typeface="Poppins"/>
            </a:endParaRPr>
          </a:p>
        </p:txBody>
      </p:sp>
      <p:sp>
        <p:nvSpPr>
          <p:cNvPr id="3883" name="Google Shape;3883;p336"/>
          <p:cNvSpPr/>
          <p:nvPr/>
        </p:nvSpPr>
        <p:spPr>
          <a:xfrm>
            <a:off x="6835000" y="3518300"/>
            <a:ext cx="2145000" cy="1391700"/>
          </a:xfrm>
          <a:prstGeom prst="roundRect">
            <a:avLst>
              <a:gd fmla="val 3000" name="adj"/>
            </a:avLst>
          </a:prstGeom>
          <a:solidFill>
            <a:srgbClr val="F8F9FA"/>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4" name="Google Shape;3884;p336"/>
          <p:cNvSpPr txBox="1"/>
          <p:nvPr/>
        </p:nvSpPr>
        <p:spPr>
          <a:xfrm>
            <a:off x="6931604" y="3677691"/>
            <a:ext cx="2064900" cy="979800"/>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0000"/>
              </a:lnSpc>
              <a:spcBef>
                <a:spcPts val="200"/>
              </a:spcBef>
              <a:spcAft>
                <a:spcPts val="0"/>
              </a:spcAft>
              <a:buClr>
                <a:srgbClr val="000000"/>
              </a:buClr>
              <a:buSzPts val="700"/>
              <a:buFont typeface="Poppins"/>
              <a:buChar char="•"/>
            </a:pPr>
            <a:r>
              <a:rPr b="1" lang="en-US" sz="700">
                <a:solidFill>
                  <a:srgbClr val="333333"/>
                </a:solidFill>
                <a:latin typeface="Poppins"/>
                <a:ea typeface="Poppins"/>
                <a:cs typeface="Poppins"/>
                <a:sym typeface="Poppins"/>
              </a:rPr>
              <a:t>Spain-Calibrated AFC from Day One —</a:t>
            </a:r>
            <a:r>
              <a:rPr lang="en-US" sz="700">
                <a:solidFill>
                  <a:srgbClr val="333333"/>
                </a:solidFill>
                <a:latin typeface="Poppins"/>
                <a:ea typeface="Poppins"/>
                <a:cs typeface="Poppins"/>
                <a:sym typeface="Poppins"/>
              </a:rPr>
              <a:t> Spanish fraud patterns differ from UK. False positives = viral horror stories.</a:t>
            </a:r>
            <a:endParaRPr sz="700">
              <a:solidFill>
                <a:srgbClr val="333333"/>
              </a:solidFill>
              <a:latin typeface="Poppins"/>
              <a:ea typeface="Poppins"/>
              <a:cs typeface="Poppins"/>
              <a:sym typeface="Poppins"/>
            </a:endParaRPr>
          </a:p>
          <a:p>
            <a:pPr indent="-171450" lvl="0" marL="285750" marR="0" rtl="0" algn="l">
              <a:lnSpc>
                <a:spcPct val="100000"/>
              </a:lnSpc>
              <a:spcBef>
                <a:spcPts val="200"/>
              </a:spcBef>
              <a:spcAft>
                <a:spcPts val="0"/>
              </a:spcAft>
              <a:buClr>
                <a:srgbClr val="000000"/>
              </a:buClr>
              <a:buSzPts val="700"/>
              <a:buFont typeface="Poppins"/>
              <a:buChar char="•"/>
            </a:pPr>
            <a:r>
              <a:rPr b="1" lang="en-US" sz="700">
                <a:solidFill>
                  <a:srgbClr val="333333"/>
                </a:solidFill>
                <a:latin typeface="Poppins"/>
                <a:ea typeface="Poppins"/>
                <a:cs typeface="Poppins"/>
                <a:sym typeface="Poppins"/>
              </a:rPr>
              <a:t>Delay Complex Credit Products — </a:t>
            </a:r>
            <a:r>
              <a:rPr lang="en-US" sz="700">
                <a:solidFill>
                  <a:srgbClr val="333333"/>
                </a:solidFill>
                <a:latin typeface="Poppins"/>
                <a:ea typeface="Poppins"/>
                <a:cs typeface="Poppins"/>
                <a:sym typeface="Poppins"/>
              </a:rPr>
              <a:t>Prove the core app works first. No mortgages or loans until trust is established.</a:t>
            </a:r>
            <a:endParaRPr sz="700">
              <a:solidFill>
                <a:srgbClr val="333333"/>
              </a:solidFill>
              <a:latin typeface="Poppins"/>
              <a:ea typeface="Poppins"/>
              <a:cs typeface="Poppins"/>
              <a:sym typeface="Poppins"/>
            </a:endParaRPr>
          </a:p>
        </p:txBody>
      </p:sp>
      <p:sp>
        <p:nvSpPr>
          <p:cNvPr id="3885" name="Google Shape;3885;p336"/>
          <p:cNvSpPr/>
          <p:nvPr/>
        </p:nvSpPr>
        <p:spPr>
          <a:xfrm rot="-5400000">
            <a:off x="2305913" y="4056256"/>
            <a:ext cx="435600" cy="180000"/>
          </a:xfrm>
          <a:prstGeom prst="roundRect">
            <a:avLst>
              <a:gd fmla="val 16667" name="adj"/>
            </a:avLst>
          </a:prstGeom>
          <a:solidFill>
            <a:srgbClr val="FB4D3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None/>
            </a:pPr>
            <a:r>
              <a:rPr b="1" lang="en-US" sz="1000">
                <a:solidFill>
                  <a:schemeClr val="lt1"/>
                </a:solidFill>
                <a:latin typeface="Inter Tight Black"/>
                <a:ea typeface="Inter Tight Black"/>
                <a:cs typeface="Inter Tight Black"/>
                <a:sym typeface="Inter Tight Black"/>
              </a:rPr>
              <a:t>ST</a:t>
            </a:r>
            <a:endParaRPr b="0" i="0" sz="1400" u="none" cap="none" strike="noStrike">
              <a:solidFill>
                <a:srgbClr val="000000"/>
              </a:solidFill>
              <a:latin typeface="Arial"/>
              <a:ea typeface="Arial"/>
              <a:cs typeface="Arial"/>
              <a:sym typeface="Arial"/>
            </a:endParaRPr>
          </a:p>
        </p:txBody>
      </p:sp>
      <p:sp>
        <p:nvSpPr>
          <p:cNvPr id="3886" name="Google Shape;3886;p336"/>
          <p:cNvSpPr/>
          <p:nvPr/>
        </p:nvSpPr>
        <p:spPr>
          <a:xfrm rot="-5400000">
            <a:off x="4542701" y="4075806"/>
            <a:ext cx="435600" cy="180000"/>
          </a:xfrm>
          <a:prstGeom prst="roundRect">
            <a:avLst>
              <a:gd fmla="val 16667" name="adj"/>
            </a:avLst>
          </a:prstGeom>
          <a:solidFill>
            <a:srgbClr val="FB4D3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None/>
            </a:pPr>
            <a:r>
              <a:rPr b="1" lang="en-US" sz="1000">
                <a:solidFill>
                  <a:schemeClr val="lt1"/>
                </a:solidFill>
                <a:latin typeface="Inter Tight Black"/>
                <a:ea typeface="Inter Tight Black"/>
                <a:cs typeface="Inter Tight Black"/>
                <a:sym typeface="Inter Tight Black"/>
              </a:rPr>
              <a:t>WO</a:t>
            </a:r>
            <a:endParaRPr b="0" i="0" sz="1400" u="none" cap="none" strike="noStrike">
              <a:solidFill>
                <a:srgbClr val="000000"/>
              </a:solidFill>
              <a:latin typeface="Arial"/>
              <a:ea typeface="Arial"/>
              <a:cs typeface="Arial"/>
              <a:sym typeface="Arial"/>
            </a:endParaRPr>
          </a:p>
        </p:txBody>
      </p:sp>
      <p:sp>
        <p:nvSpPr>
          <p:cNvPr id="3887" name="Google Shape;3887;p336"/>
          <p:cNvSpPr/>
          <p:nvPr/>
        </p:nvSpPr>
        <p:spPr>
          <a:xfrm rot="-5400000">
            <a:off x="6779576" y="4125906"/>
            <a:ext cx="435600" cy="180000"/>
          </a:xfrm>
          <a:prstGeom prst="roundRect">
            <a:avLst>
              <a:gd fmla="val 16667" name="adj"/>
            </a:avLst>
          </a:prstGeom>
          <a:solidFill>
            <a:srgbClr val="FB4D3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spcBef>
                <a:spcPts val="0"/>
              </a:spcBef>
              <a:spcAft>
                <a:spcPts val="0"/>
              </a:spcAft>
              <a:buNone/>
            </a:pPr>
            <a:r>
              <a:rPr b="1" lang="en-US" sz="1000">
                <a:solidFill>
                  <a:schemeClr val="lt1"/>
                </a:solidFill>
                <a:latin typeface="Inter Tight Black"/>
                <a:ea typeface="Inter Tight Black"/>
                <a:cs typeface="Inter Tight Black"/>
                <a:sym typeface="Inter Tight Black"/>
              </a:rPr>
              <a:t>WT</a:t>
            </a:r>
            <a:endParaRPr b="0" i="0" sz="1400" u="none" cap="none" strike="noStrike">
              <a:solidFill>
                <a:srgbClr val="000000"/>
              </a:solidFill>
              <a:latin typeface="Arial"/>
              <a:ea typeface="Arial"/>
              <a:cs typeface="Arial"/>
              <a:sym typeface="Arial"/>
            </a:endParaRPr>
          </a:p>
        </p:txBody>
      </p:sp>
      <p:sp>
        <p:nvSpPr>
          <p:cNvPr id="3888" name="Google Shape;3888;p336"/>
          <p:cNvSpPr/>
          <p:nvPr/>
        </p:nvSpPr>
        <p:spPr>
          <a:xfrm>
            <a:off x="123606" y="121600"/>
            <a:ext cx="1496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 &amp; SWOT</a:t>
            </a:r>
            <a:endParaRPr b="1" sz="900">
              <a:solidFill>
                <a:srgbClr val="FFFFFF"/>
              </a:solidFill>
              <a:latin typeface="Poppins"/>
              <a:ea typeface="Poppins"/>
              <a:cs typeface="Poppins"/>
              <a:sym typeface="Poppins"/>
            </a:endParaRPr>
          </a:p>
        </p:txBody>
      </p:sp>
      <p:sp>
        <p:nvSpPr>
          <p:cNvPr id="3889" name="Google Shape;3889;p336"/>
          <p:cNvSpPr/>
          <p:nvPr/>
        </p:nvSpPr>
        <p:spPr>
          <a:xfrm>
            <a:off x="1679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72"/>
                                        </p:tgtEl>
                                        <p:attrNameLst>
                                          <p:attrName>style.visibility</p:attrName>
                                        </p:attrNameLst>
                                      </p:cBhvr>
                                      <p:to>
                                        <p:strVal val="visible"/>
                                      </p:to>
                                    </p:set>
                                    <p:anim calcmode="lin" valueType="num">
                                      <p:cBhvr additive="base">
                                        <p:cTn dur="1"/>
                                        <p:tgtEl>
                                          <p:spTgt spid="3872"/>
                                        </p:tgtEl>
                                        <p:attrNameLst>
                                          <p:attrName>ppt_x</p:attrName>
                                        </p:attrNameLst>
                                      </p:cBhvr>
                                      <p:tavLst>
                                        <p:tav fmla="" tm="0">
                                          <p:val>
                                            <p:strVal val="#ppt_x-1"/>
                                          </p:val>
                                        </p:tav>
                                        <p:tav fmla="" tm="100000">
                                          <p:val>
                                            <p:strVal val="#ppt_x"/>
                                          </p:val>
                                        </p:tav>
                                      </p:tavLst>
                                    </p:anim>
                                  </p:childTnLst>
                                </p:cTn>
                              </p:par>
                              <p:par>
                                <p:cTn fill="hold" nodeType="withEffect" presetClass="entr" presetID="1" presetSubtype="0">
                                  <p:stCondLst>
                                    <p:cond delay="0"/>
                                  </p:stCondLst>
                                  <p:childTnLst>
                                    <p:set>
                                      <p:cBhvr>
                                        <p:cTn dur="1" fill="hold">
                                          <p:stCondLst>
                                            <p:cond delay="0"/>
                                          </p:stCondLst>
                                        </p:cTn>
                                        <p:tgtEl>
                                          <p:spTgt spid="38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3893" name="Shape 3893"/>
        <p:cNvGrpSpPr/>
        <p:nvPr/>
      </p:nvGrpSpPr>
      <p:grpSpPr>
        <a:xfrm>
          <a:off x="0" y="0"/>
          <a:ext cx="0" cy="0"/>
          <a:chOff x="0" y="0"/>
          <a:chExt cx="0" cy="0"/>
        </a:xfrm>
      </p:grpSpPr>
      <p:sp>
        <p:nvSpPr>
          <p:cNvPr id="3894" name="Google Shape;3894;p337"/>
          <p:cNvSpPr/>
          <p:nvPr/>
        </p:nvSpPr>
        <p:spPr>
          <a:xfrm>
            <a:off x="120150" y="402300"/>
            <a:ext cx="8903700" cy="46317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5" name="Google Shape;3895;p337"/>
          <p:cNvSpPr/>
          <p:nvPr/>
        </p:nvSpPr>
        <p:spPr>
          <a:xfrm>
            <a:off x="5200000" y="2662300"/>
            <a:ext cx="1850100" cy="1678200"/>
          </a:xfrm>
          <a:prstGeom prst="roundRect">
            <a:avLst>
              <a:gd fmla="val 5000" name="adj"/>
            </a:avLst>
          </a:prstGeom>
          <a:solidFill>
            <a:srgbClr val="D6ED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6" name="Google Shape;3896;p337"/>
          <p:cNvSpPr/>
          <p:nvPr/>
        </p:nvSpPr>
        <p:spPr>
          <a:xfrm>
            <a:off x="7100000" y="2662300"/>
            <a:ext cx="1850100" cy="1678200"/>
          </a:xfrm>
          <a:prstGeom prst="roundRect">
            <a:avLst>
              <a:gd fmla="val 5000" name="adj"/>
            </a:avLst>
          </a:prstGeom>
          <a:solidFill>
            <a:srgbClr val="F5D0D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3897" name="Google Shape;3897;p337"/>
          <p:cNvPicPr preferRelativeResize="0"/>
          <p:nvPr/>
        </p:nvPicPr>
        <p:blipFill rotWithShape="1">
          <a:blip r:embed="rId3">
            <a:alphaModFix/>
          </a:blip>
          <a:srcRect b="0" l="0" r="0" t="0"/>
          <a:stretch/>
        </p:blipFill>
        <p:spPr>
          <a:xfrm>
            <a:off x="195007" y="595043"/>
            <a:ext cx="2020170" cy="355550"/>
          </a:xfrm>
          <a:prstGeom prst="rect">
            <a:avLst/>
          </a:prstGeom>
          <a:noFill/>
          <a:ln>
            <a:noFill/>
          </a:ln>
        </p:spPr>
      </p:pic>
      <p:sp>
        <p:nvSpPr>
          <p:cNvPr id="3898" name="Google Shape;3898;p337"/>
          <p:cNvSpPr txBox="1"/>
          <p:nvPr/>
        </p:nvSpPr>
        <p:spPr>
          <a:xfrm>
            <a:off x="2295350" y="430000"/>
            <a:ext cx="6451800" cy="6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900" u="none" cap="none" strike="noStrike">
                <a:solidFill>
                  <a:srgbClr val="000000"/>
                </a:solidFill>
                <a:latin typeface="Inter Tight Black"/>
                <a:ea typeface="Inter Tight Black"/>
                <a:cs typeface="Inter Tight Black"/>
                <a:sym typeface="Inter Tight Black"/>
              </a:rPr>
              <a:t>The “2-Speed” Bank, aggressive acquisition &amp; tech shortcomings.</a:t>
            </a:r>
            <a:endParaRPr sz="1900"/>
          </a:p>
        </p:txBody>
      </p:sp>
      <p:pic>
        <p:nvPicPr>
          <p:cNvPr descr="medal_badge.png" id="3899" name="Google Shape;3899;p337"/>
          <p:cNvPicPr preferRelativeResize="0"/>
          <p:nvPr/>
        </p:nvPicPr>
        <p:blipFill rotWithShape="1">
          <a:blip r:embed="rId4">
            <a:alphaModFix/>
          </a:blip>
          <a:srcRect b="0" l="0" r="0" t="0"/>
          <a:stretch/>
        </p:blipFill>
        <p:spPr>
          <a:xfrm>
            <a:off x="123605" y="1043624"/>
            <a:ext cx="650000" cy="650000"/>
          </a:xfrm>
          <a:prstGeom prst="rect">
            <a:avLst/>
          </a:prstGeom>
          <a:noFill/>
          <a:ln>
            <a:noFill/>
          </a:ln>
        </p:spPr>
      </p:pic>
      <p:sp>
        <p:nvSpPr>
          <p:cNvPr id="3900" name="Google Shape;3900;p337"/>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000000"/>
                </a:solidFill>
                <a:latin typeface="Poppins"/>
                <a:ea typeface="Poppins"/>
                <a:cs typeface="Poppins"/>
                <a:sym typeface="Poppins"/>
              </a:rPr>
              <a:t>Bankinter's "Two-Speed Bank" model uses its strength in high-margin services to fund mass-market retail acquisition through attractive offers and authoritative content. However, its technologically deficient infrastructure, with an unstable mobile app and collapsed customer support, leads to a "Leaky Bucket" where newly acquired customers churn due to poor digital experience. The EVO Banco acquisition further exposed these weaknesses.</a:t>
            </a:r>
            <a:endParaRPr sz="1000">
              <a:latin typeface="Poppins"/>
              <a:ea typeface="Poppins"/>
              <a:cs typeface="Poppins"/>
              <a:sym typeface="Poppins"/>
            </a:endParaRPr>
          </a:p>
        </p:txBody>
      </p:sp>
      <p:sp>
        <p:nvSpPr>
          <p:cNvPr id="3901" name="Google Shape;3901;p337"/>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2" name="Google Shape;3902;p337"/>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Strengths</a:t>
            </a:r>
            <a:endParaRPr/>
          </a:p>
        </p:txBody>
      </p:sp>
      <p:sp>
        <p:nvSpPr>
          <p:cNvPr id="3903" name="Google Shape;3903;p337"/>
          <p:cNvSpPr txBox="1"/>
          <p:nvPr/>
        </p:nvSpPr>
        <p:spPr>
          <a:xfrm>
            <a:off x="545000" y="1780000"/>
            <a:ext cx="4440000" cy="11799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Potent Acquisition Engine:</a:t>
            </a:r>
            <a:r>
              <a:rPr b="0" i="0" lang="en-US" sz="800" u="none" cap="none" strike="noStrike">
                <a:solidFill>
                  <a:srgbClr val="333333"/>
                </a:solidFill>
                <a:latin typeface="Poppins"/>
                <a:ea typeface="Poppins"/>
                <a:cs typeface="Poppins"/>
                <a:sym typeface="Poppins"/>
              </a:rPr>
              <a:t> Highly effective at attracting new customers with aggressive offers like its "up to 5% APR" remunerated accounts.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Authoritative Content Marketing:</a:t>
            </a:r>
            <a:r>
              <a:rPr b="0" i="0" lang="en-US" sz="800" u="none" cap="none" strike="noStrike">
                <a:solidFill>
                  <a:srgbClr val="333333"/>
                </a:solidFill>
                <a:latin typeface="Poppins"/>
                <a:ea typeface="Poppins"/>
                <a:cs typeface="Poppins"/>
                <a:sym typeface="Poppins"/>
              </a:rPr>
              <a:t> Leverages its "Analysis Department" to produce expert financial content, building trust and generating high-quality organic traffic.</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Pockets of Service Excellence:</a:t>
            </a:r>
            <a:r>
              <a:rPr b="0" i="0" lang="en-US" sz="800" u="none" cap="none" strike="noStrike">
                <a:solidFill>
                  <a:srgbClr val="333333"/>
                </a:solidFill>
                <a:latin typeface="Poppins"/>
                <a:ea typeface="Poppins"/>
                <a:cs typeface="Poppins"/>
                <a:sym typeface="Poppins"/>
              </a:rPr>
              <a:t> Personalized in-branch service and mortgage advisory receive high praise for professionalism and personal attention.</a:t>
            </a:r>
            <a:endParaRPr/>
          </a:p>
        </p:txBody>
      </p:sp>
      <p:sp>
        <p:nvSpPr>
          <p:cNvPr id="3904" name="Google Shape;3904;p337"/>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5" name="Google Shape;3905;p337"/>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Weaknesses</a:t>
            </a:r>
            <a:endParaRPr/>
          </a:p>
        </p:txBody>
      </p:sp>
      <p:sp>
        <p:nvSpPr>
          <p:cNvPr id="3906" name="Google Shape;3906;p337"/>
          <p:cNvSpPr txBox="1"/>
          <p:nvPr/>
        </p:nvSpPr>
        <p:spPr>
          <a:xfrm>
            <a:off x="545000" y="3450000"/>
            <a:ext cx="4440000" cy="11799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Systemic Customer Support Failure:</a:t>
            </a:r>
            <a:r>
              <a:rPr b="0" i="0" lang="en-US" sz="800" u="none" cap="none" strike="noStrike">
                <a:solidFill>
                  <a:srgbClr val="333333"/>
                </a:solidFill>
                <a:latin typeface="Poppins"/>
                <a:ea typeface="Poppins"/>
                <a:cs typeface="Poppins"/>
                <a:sym typeface="Poppins"/>
              </a:rPr>
              <a:t> A critical trust deficit due to inaccessible support. Users report it is "impossible to talk to anyone" after trying multiple times.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Deficient Digital UX:</a:t>
            </a:r>
            <a:r>
              <a:rPr b="0" i="0" lang="en-US" sz="800" u="none" cap="none" strike="noStrike">
                <a:solidFill>
                  <a:srgbClr val="333333"/>
                </a:solidFill>
                <a:latin typeface="Poppins"/>
                <a:ea typeface="Poppins"/>
                <a:cs typeface="Poppins"/>
                <a:sym typeface="Poppins"/>
              </a:rPr>
              <a:t> The mobile app is a major liability — described as "horribly bad," "slow, unstable, and obsolete," reliant on outdated features like a coordinate card.</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Reputational Damage from Migration:</a:t>
            </a:r>
            <a:r>
              <a:rPr b="0" i="0" lang="en-US" sz="800" u="none" cap="none" strike="noStrike">
                <a:solidFill>
                  <a:srgbClr val="333333"/>
                </a:solidFill>
                <a:latin typeface="Poppins"/>
                <a:ea typeface="Poppins"/>
                <a:cs typeface="Poppins"/>
                <a:sym typeface="Poppins"/>
              </a:rPr>
              <a:t> The EVO Banco integration was a "disaster" and "fraud" for 330K+ customers moved to an inferior service.</a:t>
            </a:r>
            <a:endParaRPr/>
          </a:p>
        </p:txBody>
      </p:sp>
      <p:sp>
        <p:nvSpPr>
          <p:cNvPr id="3907" name="Google Shape;3907;p337"/>
          <p:cNvSpPr txBox="1"/>
          <p:nvPr/>
        </p:nvSpPr>
        <p:spPr>
          <a:xfrm>
            <a:off x="51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3908" name="Google Shape;3908;p337"/>
          <p:cNvSpPr txBox="1"/>
          <p:nvPr/>
        </p:nvSpPr>
        <p:spPr>
          <a:xfrm>
            <a:off x="52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Service Excellence:</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"Personalized in-branch service and mortgage advisory receive high praise for professionalism."</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Content Authority:</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"Expert financial analysis builds trust and generates high-quality organic traffic."</a:t>
            </a:r>
            <a:endParaRPr sz="1300"/>
          </a:p>
        </p:txBody>
      </p:sp>
      <p:sp>
        <p:nvSpPr>
          <p:cNvPr id="3909" name="Google Shape;3909;p337"/>
          <p:cNvSpPr txBox="1"/>
          <p:nvPr/>
        </p:nvSpPr>
        <p:spPr>
          <a:xfrm>
            <a:off x="70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3910" name="Google Shape;3910;p337"/>
          <p:cNvSpPr txBox="1"/>
          <p:nvPr/>
        </p:nvSpPr>
        <p:spPr>
          <a:xfrm>
            <a:off x="71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Support Collapse:</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"It is impossible to talk to anyone. The app is horribly bad, slow, unstable and obsolete."</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EVO Migration:</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"The integration was a disaster — called 'fraud' by affected customers stranded without support."</a:t>
            </a:r>
            <a:endParaRPr sz="1300"/>
          </a:p>
        </p:txBody>
      </p:sp>
      <p:sp>
        <p:nvSpPr>
          <p:cNvPr id="3911" name="Google Shape;3911;p337"/>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3912" name="Google Shape;3912;p337"/>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3" name="Google Shape;3913;p337"/>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5"/>
              </a:rPr>
              <a:t>1.2/5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6"/>
              </a:rPr>
              <a:t>602</a:t>
            </a:r>
            <a:endParaRPr sz="700">
              <a:solidFill>
                <a:srgbClr val="808080"/>
              </a:solidFill>
              <a:latin typeface="Poppins"/>
              <a:ea typeface="Poppins"/>
              <a:cs typeface="Poppins"/>
              <a:sym typeface="Poppins"/>
            </a:endParaRPr>
          </a:p>
        </p:txBody>
      </p:sp>
      <p:pic>
        <p:nvPicPr>
          <p:cNvPr id="3914" name="Google Shape;3914;p337"/>
          <p:cNvPicPr preferRelativeResize="0"/>
          <p:nvPr/>
        </p:nvPicPr>
        <p:blipFill>
          <a:blip r:embed="rId7">
            <a:alphaModFix/>
          </a:blip>
          <a:stretch>
            <a:fillRect/>
          </a:stretch>
        </p:blipFill>
        <p:spPr>
          <a:xfrm>
            <a:off x="5572929" y="4508200"/>
            <a:ext cx="800400" cy="200100"/>
          </a:xfrm>
          <a:prstGeom prst="rect">
            <a:avLst/>
          </a:prstGeom>
          <a:noFill/>
          <a:ln>
            <a:noFill/>
          </a:ln>
        </p:spPr>
      </p:pic>
      <p:sp>
        <p:nvSpPr>
          <p:cNvPr id="3915" name="Google Shape;3915;p337"/>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8"/>
              </a:rPr>
              <a:t>4.1/5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9"/>
              </a:rPr>
              <a:t>12K</a:t>
            </a:r>
            <a:endParaRPr sz="700">
              <a:solidFill>
                <a:srgbClr val="808080"/>
              </a:solidFill>
              <a:latin typeface="Poppins"/>
              <a:ea typeface="Poppins"/>
              <a:cs typeface="Poppins"/>
              <a:sym typeface="Poppins"/>
            </a:endParaRPr>
          </a:p>
        </p:txBody>
      </p:sp>
      <p:pic>
        <p:nvPicPr>
          <p:cNvPr id="3916" name="Google Shape;3916;p337"/>
          <p:cNvPicPr preferRelativeResize="0"/>
          <p:nvPr/>
        </p:nvPicPr>
        <p:blipFill>
          <a:blip r:embed="rId10">
            <a:alphaModFix/>
          </a:blip>
          <a:stretch>
            <a:fillRect/>
          </a:stretch>
        </p:blipFill>
        <p:spPr>
          <a:xfrm>
            <a:off x="6996262" y="4493200"/>
            <a:ext cx="276900" cy="276900"/>
          </a:xfrm>
          <a:prstGeom prst="rect">
            <a:avLst/>
          </a:prstGeom>
          <a:noFill/>
          <a:ln>
            <a:noFill/>
          </a:ln>
        </p:spPr>
      </p:pic>
      <p:sp>
        <p:nvSpPr>
          <p:cNvPr id="3917" name="Google Shape;3917;p337"/>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1"/>
              </a:rPr>
              <a:t>3.7/5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2"/>
              </a:rPr>
              <a:t>23K</a:t>
            </a:r>
            <a:endParaRPr sz="700">
              <a:solidFill>
                <a:srgbClr val="808080"/>
              </a:solidFill>
              <a:latin typeface="Poppins"/>
              <a:ea typeface="Poppins"/>
              <a:cs typeface="Poppins"/>
              <a:sym typeface="Poppins"/>
            </a:endParaRPr>
          </a:p>
        </p:txBody>
      </p:sp>
      <p:pic>
        <p:nvPicPr>
          <p:cNvPr id="3918" name="Google Shape;3918;p337"/>
          <p:cNvPicPr preferRelativeResize="0"/>
          <p:nvPr/>
        </p:nvPicPr>
        <p:blipFill>
          <a:blip r:embed="rId13">
            <a:alphaModFix/>
          </a:blip>
          <a:stretch>
            <a:fillRect/>
          </a:stretch>
        </p:blipFill>
        <p:spPr>
          <a:xfrm>
            <a:off x="8059595" y="4483200"/>
            <a:ext cx="800400" cy="240120"/>
          </a:xfrm>
          <a:prstGeom prst="rect">
            <a:avLst/>
          </a:prstGeom>
          <a:noFill/>
          <a:ln>
            <a:noFill/>
          </a:ln>
        </p:spPr>
      </p:pic>
      <p:sp>
        <p:nvSpPr>
          <p:cNvPr id="3919" name="Google Shape;3919;p337"/>
          <p:cNvSpPr/>
          <p:nvPr/>
        </p:nvSpPr>
        <p:spPr>
          <a:xfrm>
            <a:off x="5200000" y="1700950"/>
            <a:ext cx="3669900" cy="9615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~1M active (709K nomina)</a:t>
            </a:r>
            <a:r>
              <a:rPr lang="en-US" sz="700">
                <a:solidFill>
                  <a:schemeClr val="dk1"/>
                </a:solidFill>
                <a:uFill>
                  <a:noFill/>
                </a:uFill>
                <a:latin typeface="Poppins"/>
                <a:ea typeface="Poppins"/>
                <a:cs typeface="Poppins"/>
                <a:sym typeface="Poppins"/>
                <a:hlinkClick r:id="rId14">
                  <a:extLst>
                    <a:ext uri="{A12FA001-AC4F-418D-AE19-62706E023703}">
                      <ahyp:hlinkClr val="tx"/>
                    </a:ext>
                  </a:extLst>
                </a:hlinkClick>
              </a:rPr>
              <a:t> (1)</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Profit</a:t>
            </a:r>
            <a:r>
              <a:rPr b="1" lang="en-US" sz="1200">
                <a:solidFill>
                  <a:schemeClr val="dk1"/>
                </a:solidFill>
                <a:latin typeface="Poppins"/>
                <a:ea typeface="Poppins"/>
                <a:cs typeface="Poppins"/>
                <a:sym typeface="Poppins"/>
              </a:rPr>
              <a:t>: €1,090M (2025)</a:t>
            </a:r>
            <a:r>
              <a:rPr lang="en-US" sz="700">
                <a:solidFill>
                  <a:schemeClr val="dk1"/>
                </a:solidFill>
                <a:uFill>
                  <a:noFill/>
                </a:uFill>
                <a:latin typeface="Poppins"/>
                <a:ea typeface="Poppins"/>
                <a:cs typeface="Poppins"/>
                <a:sym typeface="Poppins"/>
                <a:hlinkClick r:id="rId15">
                  <a:extLst>
                    <a:ext uri="{A12FA001-AC4F-418D-AE19-62706E023703}">
                      <ahyp:hlinkClr val="tx"/>
                    </a:ext>
                  </a:extLst>
                </a:hlinkClick>
              </a:rPr>
              <a:t> (2)</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Market</a:t>
            </a:r>
            <a:r>
              <a:rPr b="1" lang="en-US" sz="1200">
                <a:solidFill>
                  <a:schemeClr val="dk1"/>
                </a:solidFill>
                <a:latin typeface="Poppins"/>
                <a:ea typeface="Poppins"/>
                <a:cs typeface="Poppins"/>
                <a:sym typeface="Poppins"/>
              </a:rPr>
              <a:t>: 5–6.6%</a:t>
            </a:r>
            <a:r>
              <a:rPr lang="en-US" sz="700">
                <a:solidFill>
                  <a:schemeClr val="dk1"/>
                </a:solidFill>
                <a:uFill>
                  <a:noFill/>
                </a:uFill>
                <a:latin typeface="Poppins"/>
                <a:ea typeface="Poppins"/>
                <a:cs typeface="Poppins"/>
                <a:sym typeface="Poppins"/>
                <a:hlinkClick r:id="rId16">
                  <a:extLst>
                    <a:ext uri="{A12FA001-AC4F-418D-AE19-62706E023703}">
                      <ahyp:hlinkClr val="tx"/>
                    </a:ext>
                  </a:extLst>
                </a:hlinkClick>
              </a:rPr>
              <a:t> (3)</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NPS</a:t>
            </a:r>
            <a:r>
              <a:rPr b="1" lang="en-US" sz="1200">
                <a:solidFill>
                  <a:schemeClr val="dk1"/>
                </a:solidFill>
                <a:latin typeface="Poppins"/>
                <a:ea typeface="Poppins"/>
                <a:cs typeface="Poppins"/>
                <a:sym typeface="Poppins"/>
              </a:rPr>
              <a:t>: 49</a:t>
            </a:r>
            <a:r>
              <a:rPr lang="en-US" sz="700">
                <a:solidFill>
                  <a:schemeClr val="dk1"/>
                </a:solidFill>
                <a:uFill>
                  <a:noFill/>
                </a:uFill>
                <a:latin typeface="Poppins"/>
                <a:ea typeface="Poppins"/>
                <a:cs typeface="Poppins"/>
                <a:sym typeface="Poppins"/>
                <a:hlinkClick r:id="rId17">
                  <a:extLst>
                    <a:ext uri="{A12FA001-AC4F-418D-AE19-62706E023703}">
                      <ahyp:hlinkClr val="tx"/>
                    </a:ext>
                  </a:extLst>
                </a:hlinkClick>
              </a:rPr>
              <a:t> (4)</a:t>
            </a:r>
            <a:endParaRPr sz="700">
              <a:solidFill>
                <a:schemeClr val="dk1"/>
              </a:solidFill>
              <a:latin typeface="Poppins"/>
              <a:ea typeface="Poppins"/>
              <a:cs typeface="Poppins"/>
              <a:sym typeface="Poppins"/>
            </a:endParaRPr>
          </a:p>
        </p:txBody>
      </p:sp>
      <p:sp>
        <p:nvSpPr>
          <p:cNvPr id="3920" name="Google Shape;3920;p337"/>
          <p:cNvSpPr txBox="1"/>
          <p:nvPr/>
        </p:nvSpPr>
        <p:spPr>
          <a:xfrm>
            <a:off x="6827235" y="742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chemeClr val="hlink"/>
                </a:solidFill>
                <a:latin typeface="Poppins"/>
                <a:ea typeface="Poppins"/>
                <a:cs typeface="Poppins"/>
                <a:sym typeface="Poppins"/>
                <a:hlinkClick r:id="rId18"/>
              </a:rPr>
              <a:t>Bankinter docs</a:t>
            </a:r>
            <a:endParaRPr b="1" sz="900" u="sng">
              <a:solidFill>
                <a:srgbClr val="333333"/>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3924" name="Shape 3924"/>
        <p:cNvGrpSpPr/>
        <p:nvPr/>
      </p:nvGrpSpPr>
      <p:grpSpPr>
        <a:xfrm>
          <a:off x="0" y="0"/>
          <a:ext cx="0" cy="0"/>
          <a:chOff x="0" y="0"/>
          <a:chExt cx="0" cy="0"/>
        </a:xfrm>
      </p:grpSpPr>
      <p:sp>
        <p:nvSpPr>
          <p:cNvPr id="3925" name="Google Shape;3925;p338"/>
          <p:cNvSpPr/>
          <p:nvPr/>
        </p:nvSpPr>
        <p:spPr>
          <a:xfrm>
            <a:off x="120150" y="402300"/>
            <a:ext cx="8903700" cy="46317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6" name="Google Shape;3926;p338"/>
          <p:cNvSpPr/>
          <p:nvPr/>
        </p:nvSpPr>
        <p:spPr>
          <a:xfrm>
            <a:off x="5200000" y="2609625"/>
            <a:ext cx="1850100" cy="1732200"/>
          </a:xfrm>
          <a:prstGeom prst="roundRect">
            <a:avLst>
              <a:gd fmla="val 5000" name="adj"/>
            </a:avLst>
          </a:prstGeom>
          <a:solidFill>
            <a:srgbClr val="D6ED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7" name="Google Shape;3927;p338"/>
          <p:cNvSpPr/>
          <p:nvPr/>
        </p:nvSpPr>
        <p:spPr>
          <a:xfrm>
            <a:off x="7100000" y="2638282"/>
            <a:ext cx="1850100" cy="1732200"/>
          </a:xfrm>
          <a:prstGeom prst="roundRect">
            <a:avLst>
              <a:gd fmla="val 5000" name="adj"/>
            </a:avLst>
          </a:prstGeom>
          <a:solidFill>
            <a:srgbClr val="F5D0D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000000"/>
              </a:solidFill>
              <a:latin typeface="Arial"/>
              <a:ea typeface="Arial"/>
              <a:cs typeface="Arial"/>
              <a:sym typeface="Arial"/>
            </a:endParaRPr>
          </a:p>
        </p:txBody>
      </p:sp>
      <p:sp>
        <p:nvSpPr>
          <p:cNvPr id="3928" name="Google Shape;3928;p338"/>
          <p:cNvSpPr txBox="1"/>
          <p:nvPr/>
        </p:nvSpPr>
        <p:spPr>
          <a:xfrm>
            <a:off x="849550" y="430000"/>
            <a:ext cx="8194500" cy="6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900" u="none" cap="none" strike="noStrike">
                <a:solidFill>
                  <a:srgbClr val="000000"/>
                </a:solidFill>
                <a:latin typeface="Inter Tight Black"/>
                <a:ea typeface="Inter Tight Black"/>
                <a:cs typeface="Inter Tight Black"/>
                <a:sym typeface="Inter Tight Black"/>
              </a:rPr>
              <a:t>Lifestyle with Golden Handcuffs, Leveraging Scale to Acquire and Retain Youth Through Community and Convenience</a:t>
            </a:r>
            <a:endParaRPr sz="1900"/>
          </a:p>
        </p:txBody>
      </p:sp>
      <p:pic>
        <p:nvPicPr>
          <p:cNvPr descr="medal_badge.png" id="3929" name="Google Shape;3929;p338"/>
          <p:cNvPicPr preferRelativeResize="0"/>
          <p:nvPr/>
        </p:nvPicPr>
        <p:blipFill rotWithShape="1">
          <a:blip r:embed="rId3">
            <a:alphaModFix/>
          </a:blip>
          <a:srcRect b="0" l="0" r="0" t="0"/>
          <a:stretch/>
        </p:blipFill>
        <p:spPr>
          <a:xfrm>
            <a:off x="232600" y="1043625"/>
            <a:ext cx="600300" cy="583625"/>
          </a:xfrm>
          <a:prstGeom prst="rect">
            <a:avLst/>
          </a:prstGeom>
          <a:noFill/>
          <a:ln>
            <a:noFill/>
          </a:ln>
        </p:spPr>
      </p:pic>
      <p:sp>
        <p:nvSpPr>
          <p:cNvPr id="3930" name="Google Shape;3930;p338"/>
          <p:cNvSpPr txBox="1"/>
          <p:nvPr/>
        </p:nvSpPr>
        <p:spPr>
          <a:xfrm>
            <a:off x="825000" y="1012000"/>
            <a:ext cx="81177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Poppins"/>
                <a:ea typeface="Poppins"/>
                <a:cs typeface="Poppins"/>
                <a:sym typeface="Poppins"/>
              </a:rPr>
              <a:t>Imagin's core purpose is to protect CaixaBank's youth demographic rather than to innovate. It uses its vast existing customers and ATM network to offer a no-fee digital model combined with physical convenience, bypassing high CAC. It builds a youth-focused brand with age-segmented products and a lifestyle platform, retaining customers with high-friction, long-term promotions. However, its "mobile-only" strategy and broken customer service model lead to frustration.</a:t>
            </a:r>
            <a:endParaRPr/>
          </a:p>
        </p:txBody>
      </p:sp>
      <p:sp>
        <p:nvSpPr>
          <p:cNvPr id="3931" name="Google Shape;3931;p338"/>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2" name="Google Shape;3932;p338"/>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Strengths</a:t>
            </a:r>
            <a:endParaRPr/>
          </a:p>
        </p:txBody>
      </p:sp>
      <p:sp>
        <p:nvSpPr>
          <p:cNvPr id="3933" name="Google Shape;3933;p338"/>
          <p:cNvSpPr txBox="1"/>
          <p:nvPr/>
        </p:nvSpPr>
        <p:spPr>
          <a:xfrm>
            <a:off x="545000" y="1780000"/>
            <a:ext cx="4440000" cy="12315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Massive Scale:</a:t>
            </a:r>
            <a:r>
              <a:rPr b="0" i="0" lang="en-US" sz="800" u="none" cap="none" strike="noStrike">
                <a:solidFill>
                  <a:srgbClr val="333333"/>
                </a:solidFill>
                <a:latin typeface="Poppins"/>
                <a:ea typeface="Poppins"/>
                <a:cs typeface="Poppins"/>
                <a:sym typeface="Poppins"/>
              </a:rPr>
              <a:t> 48% market share among neobanks/fintechs. Over 5M users backed by CaixaBank's 11,000+ ATMs for free withdrawals.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"Cradle-to-Grave" Pipeline:</a:t>
            </a:r>
            <a:r>
              <a:rPr b="0" i="0" lang="en-US" sz="800" u="none" cap="none" strike="noStrike">
                <a:solidFill>
                  <a:srgbClr val="333333"/>
                </a:solidFill>
                <a:latin typeface="Poppins"/>
                <a:ea typeface="Poppins"/>
                <a:cs typeface="Poppins"/>
                <a:sym typeface="Poppins"/>
              </a:rPr>
              <a:t> Products like imaginKids (0-11) and imaginTeens (12-17) capture and build loyalty from early age.</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Fee-Free Core:</a:t>
            </a:r>
            <a:r>
              <a:rPr b="0" i="0" lang="en-US" sz="800" u="none" cap="none" strike="noStrike">
                <a:solidFill>
                  <a:srgbClr val="333333"/>
                </a:solidFill>
                <a:latin typeface="Poppins"/>
                <a:ea typeface="Poppins"/>
                <a:cs typeface="Poppins"/>
                <a:sym typeface="Poppins"/>
              </a:rPr>
              <a:t> 100% online current account with no maintenance fees. Unique among neobanks: offers mortgages and loans.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Broad Product Portfolio:</a:t>
            </a:r>
            <a:r>
              <a:rPr b="0" i="0" lang="en-US" sz="800" u="none" cap="none" strike="noStrike">
                <a:solidFill>
                  <a:srgbClr val="333333"/>
                </a:solidFill>
                <a:latin typeface="Poppins"/>
                <a:ea typeface="Poppins"/>
                <a:cs typeface="Poppins"/>
                <a:sym typeface="Poppins"/>
              </a:rPr>
              <a:t> Comprehensive suite including investments, insurance, and sustainability products.</a:t>
            </a:r>
            <a:endParaRPr/>
          </a:p>
        </p:txBody>
      </p:sp>
      <p:sp>
        <p:nvSpPr>
          <p:cNvPr id="3934" name="Google Shape;3934;p338"/>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5" name="Google Shape;3935;p338"/>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Weaknesses</a:t>
            </a:r>
            <a:endParaRPr/>
          </a:p>
        </p:txBody>
      </p:sp>
      <p:sp>
        <p:nvSpPr>
          <p:cNvPr id="3936" name="Google Shape;3936;p338"/>
          <p:cNvSpPr txBox="1"/>
          <p:nvPr/>
        </p:nvSpPr>
        <p:spPr>
          <a:xfrm>
            <a:off x="545000" y="3450000"/>
            <a:ext cx="4440000" cy="12315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Systemic Service Failure:</a:t>
            </a:r>
            <a:r>
              <a:rPr b="0" i="0" lang="en-US" sz="800" u="none" cap="none" strike="noStrike">
                <a:solidFill>
                  <a:srgbClr val="333333"/>
                </a:solidFill>
                <a:latin typeface="Poppins"/>
                <a:ea typeface="Poppins"/>
                <a:cs typeface="Poppins"/>
                <a:sym typeface="Poppins"/>
              </a:rPr>
              <a:t> Most cited failure point — 1.8-star Trustpilot rating. Users bounced between Imagin and CaixaBank support.</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Operational CaixaBank Dependency:</a:t>
            </a:r>
            <a:r>
              <a:rPr b="0" i="0" lang="en-US" sz="800" u="none" cap="none" strike="noStrike">
                <a:solidFill>
                  <a:srgbClr val="333333"/>
                </a:solidFill>
                <a:latin typeface="Poppins"/>
                <a:ea typeface="Poppins"/>
                <a:cs typeface="Poppins"/>
                <a:sym typeface="Poppins"/>
              </a:rPr>
              <a:t> Deep reliance on legacy systems creates bureaucratic maze for users.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"Mobile-Only" Limitation:</a:t>
            </a:r>
            <a:r>
              <a:rPr b="0" i="0" lang="en-US" sz="800" u="none" cap="none" strike="noStrike">
                <a:solidFill>
                  <a:srgbClr val="333333"/>
                </a:solidFill>
                <a:latin typeface="Poppins"/>
                <a:ea typeface="Poppins"/>
                <a:cs typeface="Poppins"/>
                <a:sym typeface="Poppins"/>
              </a:rPr>
              <a:t> No web portal creates single point of failure. Frustrates multi-platform users.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"Golden Handcuffs":</a:t>
            </a:r>
            <a:r>
              <a:rPr b="0" i="0" lang="en-US" sz="800" u="none" cap="none" strike="noStrike">
                <a:solidFill>
                  <a:srgbClr val="333333"/>
                </a:solidFill>
                <a:latin typeface="Poppins"/>
                <a:ea typeface="Poppins"/>
                <a:cs typeface="Poppins"/>
                <a:sym typeface="Poppins"/>
              </a:rPr>
              <a:t> The 250 EUR payroll bonus requires 48-month lock-in — contradicts digital flexibility promise.</a:t>
            </a:r>
            <a:endParaRPr/>
          </a:p>
        </p:txBody>
      </p:sp>
      <p:sp>
        <p:nvSpPr>
          <p:cNvPr id="3937" name="Google Shape;3937;p338"/>
          <p:cNvSpPr txBox="1"/>
          <p:nvPr/>
        </p:nvSpPr>
        <p:spPr>
          <a:xfrm>
            <a:off x="51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000" u="none" cap="none" strike="noStrike">
                <a:solidFill>
                  <a:srgbClr val="333333"/>
                </a:solidFill>
                <a:latin typeface="Inter Tight Black"/>
                <a:ea typeface="Inter Tight Black"/>
                <a:cs typeface="Inter Tight Black"/>
                <a:sym typeface="Inter Tight Black"/>
              </a:rPr>
              <a:t>Positive reviews</a:t>
            </a:r>
            <a:endParaRPr sz="1000"/>
          </a:p>
        </p:txBody>
      </p:sp>
      <p:sp>
        <p:nvSpPr>
          <p:cNvPr id="3938" name="Google Shape;3938;p338"/>
          <p:cNvSpPr txBox="1"/>
          <p:nvPr/>
        </p:nvSpPr>
        <p:spPr>
          <a:xfrm>
            <a:off x="52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Convenience:</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"Fee-free, Bizum, PFM tools work well. CaixaBank's ATM network gives unmatched physical convenience."</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Youth Products:</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"Kids and Teens accounts are a great way to teach financial literacy from early age."</a:t>
            </a:r>
            <a:endParaRPr sz="1300"/>
          </a:p>
        </p:txBody>
      </p:sp>
      <p:sp>
        <p:nvSpPr>
          <p:cNvPr id="3939" name="Google Shape;3939;p338"/>
          <p:cNvSpPr txBox="1"/>
          <p:nvPr/>
        </p:nvSpPr>
        <p:spPr>
          <a:xfrm>
            <a:off x="70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000" u="none" cap="none" strike="noStrike">
                <a:solidFill>
                  <a:srgbClr val="333333"/>
                </a:solidFill>
                <a:latin typeface="Inter Tight Black"/>
                <a:ea typeface="Inter Tight Black"/>
                <a:cs typeface="Inter Tight Black"/>
                <a:sym typeface="Inter Tight Black"/>
              </a:rPr>
              <a:t>Negative reviews</a:t>
            </a:r>
            <a:endParaRPr sz="1000"/>
          </a:p>
        </p:txBody>
      </p:sp>
      <p:sp>
        <p:nvSpPr>
          <p:cNvPr id="3940" name="Google Shape;3940;p338"/>
          <p:cNvSpPr txBox="1"/>
          <p:nvPr/>
        </p:nvSpPr>
        <p:spPr>
          <a:xfrm>
            <a:off x="71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Support Loop:</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"You get bounced between Imagin and CaixaBank with no resolution. Impossible to get help."</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Lock-in:</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"The 250 EUR bonus requires a 4-year commitment — golden handcuffs disguised as a benefit."</a:t>
            </a:r>
            <a:endParaRPr sz="1300"/>
          </a:p>
        </p:txBody>
      </p:sp>
      <p:pic>
        <p:nvPicPr>
          <p:cNvPr id="3941" name="Google Shape;3941;p338"/>
          <p:cNvPicPr preferRelativeResize="0"/>
          <p:nvPr/>
        </p:nvPicPr>
        <p:blipFill>
          <a:blip r:embed="rId4">
            <a:alphaModFix/>
          </a:blip>
          <a:stretch>
            <a:fillRect/>
          </a:stretch>
        </p:blipFill>
        <p:spPr>
          <a:xfrm>
            <a:off x="176750" y="529525"/>
            <a:ext cx="751149" cy="500775"/>
          </a:xfrm>
          <a:prstGeom prst="rect">
            <a:avLst/>
          </a:prstGeom>
          <a:noFill/>
          <a:ln>
            <a:noFill/>
          </a:ln>
        </p:spPr>
      </p:pic>
      <p:sp>
        <p:nvSpPr>
          <p:cNvPr id="3942" name="Google Shape;3942;p338"/>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3943" name="Google Shape;3943;p338"/>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4" name="Google Shape;3944;p338"/>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5"/>
              </a:rPr>
              <a:t>1.5/5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6"/>
              </a:rPr>
              <a:t>203</a:t>
            </a:r>
            <a:endParaRPr sz="700">
              <a:solidFill>
                <a:srgbClr val="808080"/>
              </a:solidFill>
              <a:latin typeface="Poppins"/>
              <a:ea typeface="Poppins"/>
              <a:cs typeface="Poppins"/>
              <a:sym typeface="Poppins"/>
            </a:endParaRPr>
          </a:p>
        </p:txBody>
      </p:sp>
      <p:pic>
        <p:nvPicPr>
          <p:cNvPr id="3945" name="Google Shape;3945;p338"/>
          <p:cNvPicPr preferRelativeResize="0"/>
          <p:nvPr/>
        </p:nvPicPr>
        <p:blipFill>
          <a:blip r:embed="rId7">
            <a:alphaModFix/>
          </a:blip>
          <a:stretch>
            <a:fillRect/>
          </a:stretch>
        </p:blipFill>
        <p:spPr>
          <a:xfrm>
            <a:off x="5572929" y="4508200"/>
            <a:ext cx="500000" cy="125000"/>
          </a:xfrm>
          <a:prstGeom prst="rect">
            <a:avLst/>
          </a:prstGeom>
          <a:noFill/>
          <a:ln>
            <a:noFill/>
          </a:ln>
        </p:spPr>
      </p:pic>
      <p:sp>
        <p:nvSpPr>
          <p:cNvPr id="3946" name="Google Shape;3946;p338"/>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8"/>
              </a:rPr>
              <a:t>4.7/5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9"/>
              </a:rPr>
              <a:t>157K</a:t>
            </a:r>
            <a:endParaRPr sz="700">
              <a:solidFill>
                <a:srgbClr val="808080"/>
              </a:solidFill>
              <a:latin typeface="Poppins"/>
              <a:ea typeface="Poppins"/>
              <a:cs typeface="Poppins"/>
              <a:sym typeface="Poppins"/>
            </a:endParaRPr>
          </a:p>
        </p:txBody>
      </p:sp>
      <p:pic>
        <p:nvPicPr>
          <p:cNvPr id="3947" name="Google Shape;3947;p338"/>
          <p:cNvPicPr preferRelativeResize="0"/>
          <p:nvPr/>
        </p:nvPicPr>
        <p:blipFill>
          <a:blip r:embed="rId10">
            <a:alphaModFix/>
          </a:blip>
          <a:stretch>
            <a:fillRect/>
          </a:stretch>
        </p:blipFill>
        <p:spPr>
          <a:xfrm>
            <a:off x="6996261" y="4493200"/>
            <a:ext cx="140000" cy="140000"/>
          </a:xfrm>
          <a:prstGeom prst="rect">
            <a:avLst/>
          </a:prstGeom>
          <a:noFill/>
          <a:ln>
            <a:noFill/>
          </a:ln>
        </p:spPr>
      </p:pic>
      <p:sp>
        <p:nvSpPr>
          <p:cNvPr id="3948" name="Google Shape;3948;p338"/>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1"/>
              </a:rPr>
              <a:t>4.7/5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2"/>
              </a:rPr>
              <a:t>170K</a:t>
            </a:r>
            <a:endParaRPr sz="700">
              <a:solidFill>
                <a:srgbClr val="808080"/>
              </a:solidFill>
              <a:latin typeface="Poppins"/>
              <a:ea typeface="Poppins"/>
              <a:cs typeface="Poppins"/>
              <a:sym typeface="Poppins"/>
            </a:endParaRPr>
          </a:p>
        </p:txBody>
      </p:sp>
      <p:pic>
        <p:nvPicPr>
          <p:cNvPr id="3949" name="Google Shape;3949;p338"/>
          <p:cNvPicPr preferRelativeResize="0"/>
          <p:nvPr/>
        </p:nvPicPr>
        <p:blipFill>
          <a:blip r:embed="rId13">
            <a:alphaModFix/>
          </a:blip>
          <a:stretch>
            <a:fillRect/>
          </a:stretch>
        </p:blipFill>
        <p:spPr>
          <a:xfrm>
            <a:off x="8059595" y="4483200"/>
            <a:ext cx="500000" cy="150000"/>
          </a:xfrm>
          <a:prstGeom prst="rect">
            <a:avLst/>
          </a:prstGeom>
          <a:noFill/>
          <a:ln>
            <a:noFill/>
          </a:ln>
        </p:spPr>
      </p:pic>
      <p:sp>
        <p:nvSpPr>
          <p:cNvPr id="3950" name="Google Shape;3950;p338"/>
          <p:cNvSpPr/>
          <p:nvPr/>
        </p:nvSpPr>
        <p:spPr>
          <a:xfrm>
            <a:off x="5200000" y="1700950"/>
            <a:ext cx="3823800" cy="9087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~4M</a:t>
            </a:r>
            <a:r>
              <a:rPr lang="en-US" sz="1200">
                <a:solidFill>
                  <a:schemeClr val="dk1"/>
                </a:solidFill>
                <a:uFill>
                  <a:noFill/>
                </a:uFill>
                <a:latin typeface="Poppins"/>
                <a:ea typeface="Poppins"/>
                <a:cs typeface="Poppins"/>
                <a:sym typeface="Poppins"/>
                <a:hlinkClick r:id="rId14">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5">
                  <a:extLst>
                    <a:ext uri="{A12FA001-AC4F-418D-AE19-62706E023703}">
                      <ahyp:hlinkClr val="tx"/>
                    </a:ext>
                  </a:extLst>
                </a:hlinkClick>
              </a:rPr>
              <a:t>(1)</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Youth mkt</a:t>
            </a:r>
            <a:r>
              <a:rPr b="1" lang="en-US" sz="1200">
                <a:solidFill>
                  <a:schemeClr val="dk1"/>
                </a:solidFill>
                <a:latin typeface="Poppins"/>
                <a:ea typeface="Poppins"/>
                <a:cs typeface="Poppins"/>
                <a:sym typeface="Poppins"/>
              </a:rPr>
              <a:t>: 48% neobank 18-34</a:t>
            </a:r>
            <a:r>
              <a:rPr lang="en-US" sz="1200">
                <a:solidFill>
                  <a:schemeClr val="dk1"/>
                </a:solidFill>
                <a:uFill>
                  <a:noFill/>
                </a:uFill>
                <a:latin typeface="Poppins"/>
                <a:ea typeface="Poppins"/>
                <a:cs typeface="Poppins"/>
                <a:sym typeface="Poppins"/>
                <a:hlinkClick r:id="rId16">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7">
                  <a:extLst>
                    <a:ext uri="{A12FA001-AC4F-418D-AE19-62706E023703}">
                      <ahyp:hlinkClr val="tx"/>
                    </a:ext>
                  </a:extLst>
                </a:hlinkClick>
              </a:rPr>
              <a:t>(2)</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Nomina</a:t>
            </a:r>
            <a:r>
              <a:rPr b="1" lang="en-US" sz="1200">
                <a:solidFill>
                  <a:schemeClr val="dk1"/>
                </a:solidFill>
                <a:latin typeface="Poppins"/>
                <a:ea typeface="Poppins"/>
                <a:cs typeface="Poppins"/>
                <a:sym typeface="Poppins"/>
              </a:rPr>
              <a:t>: 36.8% mkt share (CaixaBank)</a:t>
            </a:r>
            <a:r>
              <a:rPr lang="en-US" sz="1200">
                <a:solidFill>
                  <a:schemeClr val="dk1"/>
                </a:solidFill>
                <a:uFill>
                  <a:noFill/>
                </a:uFill>
                <a:latin typeface="Poppins"/>
                <a:ea typeface="Poppins"/>
                <a:cs typeface="Poppins"/>
                <a:sym typeface="Poppins"/>
                <a:hlinkClick r:id="rId18">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9">
                  <a:extLst>
                    <a:ext uri="{A12FA001-AC4F-418D-AE19-62706E023703}">
                      <ahyp:hlinkClr val="tx"/>
                    </a:ext>
                  </a:extLst>
                </a:hlinkClick>
              </a:rPr>
              <a:t>(3)</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NPS</a:t>
            </a:r>
            <a:r>
              <a:rPr b="1" lang="en-US" sz="1200">
                <a:solidFill>
                  <a:schemeClr val="dk1"/>
                </a:solidFill>
                <a:latin typeface="Poppins"/>
                <a:ea typeface="Poppins"/>
                <a:cs typeface="Poppins"/>
                <a:sym typeface="Poppins"/>
              </a:rPr>
              <a:t>: 16 (CaixaBank, 2024)</a:t>
            </a:r>
            <a:r>
              <a:rPr lang="en-US" sz="1200">
                <a:solidFill>
                  <a:schemeClr val="dk1"/>
                </a:solidFill>
                <a:uFill>
                  <a:noFill/>
                </a:uFill>
                <a:latin typeface="Poppins"/>
                <a:ea typeface="Poppins"/>
                <a:cs typeface="Poppins"/>
                <a:sym typeface="Poppins"/>
                <a:hlinkClick r:id="rId20">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21">
                  <a:extLst>
                    <a:ext uri="{A12FA001-AC4F-418D-AE19-62706E023703}">
                      <ahyp:hlinkClr val="tx"/>
                    </a:ext>
                  </a:extLst>
                </a:hlinkClick>
              </a:rPr>
              <a:t>(4)</a:t>
            </a:r>
            <a:endParaRPr sz="700">
              <a:solidFill>
                <a:schemeClr val="dk1"/>
              </a:solidFill>
              <a:latin typeface="Poppins"/>
              <a:ea typeface="Poppins"/>
              <a:cs typeface="Poppins"/>
              <a:sym typeface="Poppins"/>
            </a:endParaRPr>
          </a:p>
        </p:txBody>
      </p:sp>
      <p:sp>
        <p:nvSpPr>
          <p:cNvPr id="3951" name="Google Shape;3951;p338"/>
          <p:cNvSpPr txBox="1"/>
          <p:nvPr/>
        </p:nvSpPr>
        <p:spPr>
          <a:xfrm>
            <a:off x="6817600" y="90550"/>
            <a:ext cx="992100" cy="221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000" u="sng">
                <a:solidFill>
                  <a:schemeClr val="hlink"/>
                </a:solidFill>
                <a:latin typeface="Poppins"/>
                <a:ea typeface="Poppins"/>
                <a:cs typeface="Poppins"/>
                <a:sym typeface="Poppins"/>
                <a:hlinkClick r:id="rId22"/>
              </a:rPr>
              <a:t>imagin</a:t>
            </a:r>
            <a:r>
              <a:rPr b="1" lang="en-US" sz="1000" u="sng">
                <a:solidFill>
                  <a:schemeClr val="hlink"/>
                </a:solidFill>
                <a:latin typeface="Poppins"/>
                <a:ea typeface="Poppins"/>
                <a:cs typeface="Poppins"/>
                <a:sym typeface="Poppins"/>
                <a:hlinkClick r:id="rId23"/>
              </a:rPr>
              <a:t> docs</a:t>
            </a:r>
            <a:endParaRPr b="1" sz="1000" u="sng">
              <a:solidFill>
                <a:srgbClr val="333333"/>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3955" name="Shape 3955"/>
        <p:cNvGrpSpPr/>
        <p:nvPr/>
      </p:nvGrpSpPr>
      <p:grpSpPr>
        <a:xfrm>
          <a:off x="0" y="0"/>
          <a:ext cx="0" cy="0"/>
          <a:chOff x="0" y="0"/>
          <a:chExt cx="0" cy="0"/>
        </a:xfrm>
      </p:grpSpPr>
      <p:sp>
        <p:nvSpPr>
          <p:cNvPr id="3956" name="Google Shape;3956;p339"/>
          <p:cNvSpPr/>
          <p:nvPr/>
        </p:nvSpPr>
        <p:spPr>
          <a:xfrm>
            <a:off x="120150" y="402300"/>
            <a:ext cx="8903700" cy="46317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7" name="Google Shape;3957;p339"/>
          <p:cNvSpPr/>
          <p:nvPr/>
        </p:nvSpPr>
        <p:spPr>
          <a:xfrm>
            <a:off x="5200000" y="2527125"/>
            <a:ext cx="1850100" cy="1813500"/>
          </a:xfrm>
          <a:prstGeom prst="roundRect">
            <a:avLst>
              <a:gd fmla="val 5000" name="adj"/>
            </a:avLst>
          </a:prstGeom>
          <a:solidFill>
            <a:srgbClr val="D6ED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8" name="Google Shape;3958;p339"/>
          <p:cNvSpPr/>
          <p:nvPr/>
        </p:nvSpPr>
        <p:spPr>
          <a:xfrm>
            <a:off x="7100000" y="2527125"/>
            <a:ext cx="1850100" cy="1813500"/>
          </a:xfrm>
          <a:prstGeom prst="roundRect">
            <a:avLst>
              <a:gd fmla="val 5000" name="adj"/>
            </a:avLst>
          </a:prstGeom>
          <a:solidFill>
            <a:srgbClr val="F5D0D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3959" name="Google Shape;3959;p339"/>
          <p:cNvPicPr preferRelativeResize="0"/>
          <p:nvPr/>
        </p:nvPicPr>
        <p:blipFill rotWithShape="1">
          <a:blip r:embed="rId3">
            <a:alphaModFix/>
          </a:blip>
          <a:srcRect b="0" l="0" r="0" t="0"/>
          <a:stretch/>
        </p:blipFill>
        <p:spPr>
          <a:xfrm>
            <a:off x="99264" y="484057"/>
            <a:ext cx="707825" cy="581825"/>
          </a:xfrm>
          <a:prstGeom prst="rect">
            <a:avLst/>
          </a:prstGeom>
          <a:noFill/>
          <a:ln>
            <a:noFill/>
          </a:ln>
        </p:spPr>
      </p:pic>
      <p:sp>
        <p:nvSpPr>
          <p:cNvPr id="3960" name="Google Shape;3960;p339"/>
          <p:cNvSpPr txBox="1"/>
          <p:nvPr/>
        </p:nvSpPr>
        <p:spPr>
          <a:xfrm>
            <a:off x="701849" y="430000"/>
            <a:ext cx="8336400" cy="6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900" u="none" cap="none" strike="noStrike">
                <a:solidFill>
                  <a:srgbClr val="000000"/>
                </a:solidFill>
                <a:latin typeface="Inter Tight Black"/>
                <a:ea typeface="Inter Tight Black"/>
                <a:cs typeface="Inter Tight Black"/>
                <a:sym typeface="Inter Tight Black"/>
              </a:rPr>
              <a:t>Simplicity as a Trojan Horse, Minimalist Design Masks Flawed Internal Machinery</a:t>
            </a:r>
            <a:endParaRPr sz="1900"/>
          </a:p>
        </p:txBody>
      </p:sp>
      <p:pic>
        <p:nvPicPr>
          <p:cNvPr descr="medal_badge.png" id="3961" name="Google Shape;3961;p339"/>
          <p:cNvPicPr preferRelativeResize="0"/>
          <p:nvPr/>
        </p:nvPicPr>
        <p:blipFill rotWithShape="1">
          <a:blip r:embed="rId4">
            <a:alphaModFix/>
          </a:blip>
          <a:srcRect b="0" l="0" r="0" t="0"/>
          <a:stretch/>
        </p:blipFill>
        <p:spPr>
          <a:xfrm>
            <a:off x="162273" y="1043624"/>
            <a:ext cx="581825" cy="581825"/>
          </a:xfrm>
          <a:prstGeom prst="rect">
            <a:avLst/>
          </a:prstGeom>
          <a:noFill/>
          <a:ln>
            <a:noFill/>
          </a:ln>
        </p:spPr>
      </p:pic>
      <p:sp>
        <p:nvSpPr>
          <p:cNvPr id="3962" name="Google Shape;3962;p339"/>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000000"/>
                </a:solidFill>
                <a:latin typeface="Poppins"/>
                <a:ea typeface="Poppins"/>
                <a:cs typeface="Poppins"/>
                <a:sym typeface="Poppins"/>
              </a:rPr>
              <a:t>N26 uses a minimalist facade and emotional positioning to rapidly penetrate the market, driven by "Borrowed Trust" marketing via influencers. However, opaque account blocking and non-existent, robotic customer support lead to a "Broken Promise Backlash" that has made their push for becoming the main account not very successful at the moment, although this is changing rapidly.</a:t>
            </a:r>
            <a:endParaRPr sz="1000">
              <a:latin typeface="Poppins"/>
              <a:ea typeface="Poppins"/>
              <a:cs typeface="Poppins"/>
              <a:sym typeface="Poppins"/>
            </a:endParaRPr>
          </a:p>
        </p:txBody>
      </p:sp>
      <p:sp>
        <p:nvSpPr>
          <p:cNvPr id="3963" name="Google Shape;3963;p339"/>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4" name="Google Shape;3964;p339"/>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Strengths</a:t>
            </a:r>
            <a:endParaRPr/>
          </a:p>
        </p:txBody>
      </p:sp>
      <p:sp>
        <p:nvSpPr>
          <p:cNvPr id="3965" name="Google Shape;3965;p339"/>
          <p:cNvSpPr txBox="1"/>
          <p:nvPr/>
        </p:nvSpPr>
        <p:spPr>
          <a:xfrm>
            <a:off x="545000" y="1780000"/>
            <a:ext cx="4440000" cy="13545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Superior User Experience:</a:t>
            </a:r>
            <a:r>
              <a:rPr b="0" i="0" lang="en-US" sz="800" u="none" cap="none" strike="noStrike">
                <a:solidFill>
                  <a:srgbClr val="333333"/>
                </a:solidFill>
                <a:latin typeface="Poppins"/>
                <a:ea typeface="Poppins"/>
                <a:cs typeface="Poppins"/>
                <a:sym typeface="Poppins"/>
              </a:rPr>
              <a:t> Consistently praised for its "clean, clear, and ad-free" app, offering a seamless UX "much better than the apps of big banks."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Effective Customer Acquisition:</a:t>
            </a:r>
            <a:r>
              <a:rPr b="0" i="0" lang="en-US" sz="800" u="none" cap="none" strike="noStrike">
                <a:solidFill>
                  <a:srgbClr val="333333"/>
                </a:solidFill>
                <a:latin typeface="Poppins"/>
                <a:ea typeface="Poppins"/>
                <a:cs typeface="Poppins"/>
                <a:sym typeface="Poppins"/>
              </a:rPr>
              <a:t> A powerful engine built on a "freemium" model, clear value propositions for travelers, expats, and freelancers.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Expanding Ecosystem:</a:t>
            </a:r>
            <a:r>
              <a:rPr b="0" i="0" lang="en-US" sz="800" u="none" cap="none" strike="noStrike">
                <a:solidFill>
                  <a:srgbClr val="333333"/>
                </a:solidFill>
                <a:latin typeface="Poppins"/>
                <a:ea typeface="Poppins"/>
                <a:cs typeface="Poppins"/>
                <a:sym typeface="Poppins"/>
              </a:rPr>
              <a:t> Successfully integrated savings and investments, transforming the app into a financial "super-app."</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Growing Legitimacy:</a:t>
            </a:r>
            <a:r>
              <a:rPr b="0" i="0" lang="en-US" sz="800" u="none" cap="none" strike="noStrike">
                <a:solidFill>
                  <a:srgbClr val="333333"/>
                </a:solidFill>
                <a:latin typeface="Poppins"/>
                <a:ea typeface="Poppins"/>
                <a:cs typeface="Poppins"/>
                <a:sym typeface="Poppins"/>
              </a:rPr>
              <a:t> Spanish IBAN + Bizum integration gives primary bank status. Both co-founders left in 2025; BaFin cap lifted Dec 2024.</a:t>
            </a:r>
            <a:endParaRPr/>
          </a:p>
        </p:txBody>
      </p:sp>
      <p:sp>
        <p:nvSpPr>
          <p:cNvPr id="3966" name="Google Shape;3966;p339"/>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7" name="Google Shape;3967;p339"/>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Weaknesses</a:t>
            </a:r>
            <a:endParaRPr/>
          </a:p>
        </p:txBody>
      </p:sp>
      <p:sp>
        <p:nvSpPr>
          <p:cNvPr id="3968" name="Google Shape;3968;p339"/>
          <p:cNvSpPr txBox="1"/>
          <p:nvPr/>
        </p:nvSpPr>
        <p:spPr>
          <a:xfrm>
            <a:off x="545000" y="3450000"/>
            <a:ext cx="4440000" cy="12315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Critical Trust Deficit:</a:t>
            </a:r>
            <a:r>
              <a:rPr b="0" i="0" lang="en-US" sz="800" u="none" cap="none" strike="noStrike">
                <a:solidFill>
                  <a:srgbClr val="333333"/>
                </a:solidFill>
                <a:latin typeface="Poppins"/>
                <a:ea typeface="Poppins"/>
                <a:cs typeface="Poppins"/>
                <a:sym typeface="Poppins"/>
              </a:rPr>
              <a:t> Severe, recurring complaints about inaccessible and ineffective customer support.</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Severe Reputational Risk:</a:t>
            </a:r>
            <a:r>
              <a:rPr b="0" i="0" lang="en-US" sz="800" u="none" cap="none" strike="noStrike">
                <a:solidFill>
                  <a:srgbClr val="333333"/>
                </a:solidFill>
                <a:latin typeface="Poppins"/>
                <a:ea typeface="Poppins"/>
                <a:cs typeface="Poppins"/>
                <a:sym typeface="Poppins"/>
              </a:rPr>
              <a:t> High volume of complaints about unexpected account freezes and funds held for weeks or months.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Regulatory Issues:</a:t>
            </a:r>
            <a:r>
              <a:rPr b="0" i="0" lang="en-US" sz="800" u="none" cap="none" strike="noStrike">
                <a:solidFill>
                  <a:srgbClr val="333333"/>
                </a:solidFill>
                <a:latin typeface="Poppins"/>
                <a:ea typeface="Poppins"/>
                <a:cs typeface="Poppins"/>
                <a:sym typeface="Poppins"/>
              </a:rPr>
              <a:t> Over-reliance on automated systems leads to "false positives" and multi-million euro BaFin fines.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Messaging Inconsistencies:</a:t>
            </a:r>
            <a:r>
              <a:rPr b="0" i="0" lang="en-US" sz="800" u="none" cap="none" strike="noStrike">
                <a:solidFill>
                  <a:srgbClr val="333333"/>
                </a:solidFill>
                <a:latin typeface="Poppins"/>
                <a:ea typeface="Poppins"/>
                <a:cs typeface="Poppins"/>
                <a:sym typeface="Poppins"/>
              </a:rPr>
              <a:t> Perceived "bait-and-switch" with unannounced rate cuts and new fees for previously free services.</a:t>
            </a:r>
            <a:endParaRPr/>
          </a:p>
        </p:txBody>
      </p:sp>
      <p:sp>
        <p:nvSpPr>
          <p:cNvPr id="3969" name="Google Shape;3969;p339"/>
          <p:cNvSpPr txBox="1"/>
          <p:nvPr/>
        </p:nvSpPr>
        <p:spPr>
          <a:xfrm>
            <a:off x="51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3970" name="Google Shape;3970;p339"/>
          <p:cNvSpPr txBox="1"/>
          <p:nvPr/>
        </p:nvSpPr>
        <p:spPr>
          <a:xfrm>
            <a:off x="5280000" y="2817125"/>
            <a:ext cx="1689900" cy="1168500"/>
          </a:xfrm>
          <a:prstGeom prst="rect">
            <a:avLst/>
          </a:prstGeom>
          <a:noFill/>
          <a:ln>
            <a:noFill/>
          </a:ln>
        </p:spPr>
        <p:txBody>
          <a:bodyPr anchorCtr="0" anchor="t" bIns="45700" lIns="91425" spcFirstLastPara="1" rIns="91425" wrap="square" tIns="45700">
            <a:noAutofit/>
          </a:bodyPr>
          <a:lstStyle/>
          <a:p>
            <a:pPr indent="-171450" lvl="0" marL="228600" marR="0" rtl="0" algn="l">
              <a:lnSpc>
                <a:spcPct val="100000"/>
              </a:lnSpc>
              <a:spcBef>
                <a:spcPts val="0"/>
              </a:spcBef>
              <a:spcAft>
                <a:spcPts val="0"/>
              </a:spcAft>
              <a:buClr>
                <a:srgbClr val="000000"/>
              </a:buClr>
              <a:buSzPts val="900"/>
              <a:buFont typeface="Poppins"/>
              <a:buChar char="•"/>
            </a:pPr>
            <a:r>
              <a:rPr b="1" i="0" lang="en-US" sz="900" u="none" cap="none" strike="noStrike">
                <a:solidFill>
                  <a:srgbClr val="000000"/>
                </a:solidFill>
                <a:latin typeface="Poppins"/>
                <a:ea typeface="Poppins"/>
                <a:cs typeface="Poppins"/>
                <a:sym typeface="Poppins"/>
              </a:rPr>
              <a:t>Superior UX:</a:t>
            </a:r>
            <a:r>
              <a:rPr b="0" i="0" lang="en-US" sz="900" u="none" cap="none" strike="noStrike">
                <a:solidFill>
                  <a:srgbClr val="000000"/>
                </a:solidFill>
                <a:latin typeface="Poppins"/>
                <a:ea typeface="Poppins"/>
                <a:cs typeface="Poppins"/>
                <a:sym typeface="Poppins"/>
              </a:rPr>
              <a:t> </a:t>
            </a:r>
            <a:r>
              <a:rPr b="0" i="1" lang="en-US" sz="900" u="none" cap="none" strike="noStrike">
                <a:solidFill>
                  <a:srgbClr val="000000"/>
                </a:solidFill>
                <a:latin typeface="Poppins"/>
                <a:ea typeface="Poppins"/>
                <a:cs typeface="Poppins"/>
                <a:sym typeface="Poppins"/>
              </a:rPr>
              <a:t>"The app is very easy to use and perfect for a modern bank. Much better than any big bank."</a:t>
            </a:r>
            <a:endParaRPr/>
          </a:p>
          <a:p>
            <a:pPr indent="-171450" lvl="0" marL="228600" marR="0" rtl="0" algn="l">
              <a:lnSpc>
                <a:spcPct val="100000"/>
              </a:lnSpc>
              <a:spcBef>
                <a:spcPts val="600"/>
              </a:spcBef>
              <a:spcAft>
                <a:spcPts val="0"/>
              </a:spcAft>
              <a:buClr>
                <a:srgbClr val="000000"/>
              </a:buClr>
              <a:buSzPts val="900"/>
              <a:buFont typeface="Poppins"/>
              <a:buChar char="•"/>
            </a:pPr>
            <a:r>
              <a:rPr b="1" i="0" lang="en-US" sz="900" u="none" cap="none" strike="noStrike">
                <a:solidFill>
                  <a:srgbClr val="000000"/>
                </a:solidFill>
                <a:latin typeface="Poppins"/>
                <a:ea typeface="Poppins"/>
                <a:cs typeface="Poppins"/>
                <a:sym typeface="Poppins"/>
              </a:rPr>
              <a:t>Modern Brand:</a:t>
            </a:r>
            <a:r>
              <a:rPr b="0" i="0" lang="en-US" sz="900" u="none" cap="none" strike="noStrike">
                <a:solidFill>
                  <a:srgbClr val="000000"/>
                </a:solidFill>
                <a:latin typeface="Poppins"/>
                <a:ea typeface="Poppins"/>
                <a:cs typeface="Poppins"/>
                <a:sym typeface="Poppins"/>
              </a:rPr>
              <a:t> </a:t>
            </a:r>
            <a:r>
              <a:rPr b="0" i="1" lang="en-US" sz="900" u="none" cap="none" strike="noStrike">
                <a:solidFill>
                  <a:srgbClr val="000000"/>
                </a:solidFill>
                <a:latin typeface="Poppins"/>
                <a:ea typeface="Poppins"/>
                <a:cs typeface="Poppins"/>
                <a:sym typeface="Poppins"/>
              </a:rPr>
              <a:t>"Strong brand identity that stands out with clean, minimalist aesthetic."</a:t>
            </a:r>
            <a:endParaRPr/>
          </a:p>
        </p:txBody>
      </p:sp>
      <p:sp>
        <p:nvSpPr>
          <p:cNvPr id="3971" name="Google Shape;3971;p339"/>
          <p:cNvSpPr txBox="1"/>
          <p:nvPr/>
        </p:nvSpPr>
        <p:spPr>
          <a:xfrm>
            <a:off x="70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3972" name="Google Shape;3972;p339"/>
          <p:cNvSpPr txBox="1"/>
          <p:nvPr/>
        </p:nvSpPr>
        <p:spPr>
          <a:xfrm>
            <a:off x="7180000" y="2817125"/>
            <a:ext cx="1689900" cy="1168500"/>
          </a:xfrm>
          <a:prstGeom prst="rect">
            <a:avLst/>
          </a:prstGeom>
          <a:noFill/>
          <a:ln>
            <a:noFill/>
          </a:ln>
        </p:spPr>
        <p:txBody>
          <a:bodyPr anchorCtr="0" anchor="t" bIns="45700" lIns="91425" spcFirstLastPara="1" rIns="91425" wrap="square" tIns="45700">
            <a:noAutofit/>
          </a:bodyPr>
          <a:lstStyle/>
          <a:p>
            <a:pPr indent="-171450" lvl="0" marL="228600" marR="0" rtl="0" algn="l">
              <a:lnSpc>
                <a:spcPct val="100000"/>
              </a:lnSpc>
              <a:spcBef>
                <a:spcPts val="0"/>
              </a:spcBef>
              <a:spcAft>
                <a:spcPts val="0"/>
              </a:spcAft>
              <a:buClr>
                <a:srgbClr val="000000"/>
              </a:buClr>
              <a:buSzPts val="900"/>
              <a:buFont typeface="Poppins"/>
              <a:buChar char="•"/>
            </a:pPr>
            <a:r>
              <a:rPr b="1" i="0" lang="en-US" sz="900" u="none" cap="none" strike="noStrike">
                <a:solidFill>
                  <a:srgbClr val="000000"/>
                </a:solidFill>
                <a:latin typeface="Poppins"/>
                <a:ea typeface="Poppins"/>
                <a:cs typeface="Poppins"/>
                <a:sym typeface="Poppins"/>
              </a:rPr>
              <a:t>Account Freezes:</a:t>
            </a:r>
            <a:r>
              <a:rPr b="0" i="0" lang="en-US" sz="900" u="none" cap="none" strike="noStrike">
                <a:solidFill>
                  <a:srgbClr val="000000"/>
                </a:solidFill>
                <a:latin typeface="Poppins"/>
                <a:ea typeface="Poppins"/>
                <a:cs typeface="Poppins"/>
                <a:sym typeface="Poppins"/>
              </a:rPr>
              <a:t> </a:t>
            </a:r>
            <a:r>
              <a:rPr b="0" i="1" lang="en-US" sz="900" u="none" cap="none" strike="noStrike">
                <a:solidFill>
                  <a:srgbClr val="000000"/>
                </a:solidFill>
                <a:latin typeface="Poppins"/>
                <a:ea typeface="Poppins"/>
                <a:cs typeface="Poppins"/>
                <a:sym typeface="Poppins"/>
              </a:rPr>
              <a:t>"They blocked my account in the middle of a trip to Japan. Left without account or card."</a:t>
            </a:r>
            <a:endParaRPr/>
          </a:p>
          <a:p>
            <a:pPr indent="-171450" lvl="0" marL="228600" marR="0" rtl="0" algn="l">
              <a:lnSpc>
                <a:spcPct val="100000"/>
              </a:lnSpc>
              <a:spcBef>
                <a:spcPts val="600"/>
              </a:spcBef>
              <a:spcAft>
                <a:spcPts val="0"/>
              </a:spcAft>
              <a:buClr>
                <a:srgbClr val="000000"/>
              </a:buClr>
              <a:buSzPts val="900"/>
              <a:buFont typeface="Poppins"/>
              <a:buChar char="•"/>
            </a:pPr>
            <a:r>
              <a:rPr b="1" i="0" lang="en-US" sz="900" u="none" cap="none" strike="noStrike">
                <a:solidFill>
                  <a:srgbClr val="000000"/>
                </a:solidFill>
                <a:latin typeface="Poppins"/>
                <a:ea typeface="Poppins"/>
                <a:cs typeface="Poppins"/>
                <a:sym typeface="Poppins"/>
              </a:rPr>
              <a:t>Robot Support:</a:t>
            </a:r>
            <a:r>
              <a:rPr b="0" i="0" lang="en-US" sz="900" u="none" cap="none" strike="noStrike">
                <a:solidFill>
                  <a:srgbClr val="000000"/>
                </a:solidFill>
                <a:latin typeface="Poppins"/>
                <a:ea typeface="Poppins"/>
                <a:cs typeface="Poppins"/>
                <a:sym typeface="Poppins"/>
              </a:rPr>
              <a:t> </a:t>
            </a:r>
            <a:r>
              <a:rPr b="0" i="1" lang="en-US" sz="900" u="none" cap="none" strike="noStrike">
                <a:solidFill>
                  <a:srgbClr val="000000"/>
                </a:solidFill>
                <a:latin typeface="Poppins"/>
                <a:ea typeface="Poppins"/>
                <a:cs typeface="Poppins"/>
                <a:sym typeface="Poppins"/>
              </a:rPr>
              <a:t>"Customer service is a robot that solves nothing. Trapped in loops with no human escalation."</a:t>
            </a:r>
            <a:endParaRPr/>
          </a:p>
        </p:txBody>
      </p:sp>
      <p:sp>
        <p:nvSpPr>
          <p:cNvPr id="3973" name="Google Shape;3973;p339"/>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3974" name="Google Shape;3974;p339"/>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75" name="Google Shape;3975;p339"/>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5"/>
              </a:rPr>
              <a:t>4.1/5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6"/>
              </a:rPr>
              <a:t>40K</a:t>
            </a:r>
            <a:endParaRPr sz="700">
              <a:solidFill>
                <a:srgbClr val="808080"/>
              </a:solidFill>
              <a:latin typeface="Poppins"/>
              <a:ea typeface="Poppins"/>
              <a:cs typeface="Poppins"/>
              <a:sym typeface="Poppins"/>
            </a:endParaRPr>
          </a:p>
        </p:txBody>
      </p:sp>
      <p:pic>
        <p:nvPicPr>
          <p:cNvPr id="3976" name="Google Shape;3976;p339"/>
          <p:cNvPicPr preferRelativeResize="0"/>
          <p:nvPr/>
        </p:nvPicPr>
        <p:blipFill>
          <a:blip r:embed="rId7">
            <a:alphaModFix/>
          </a:blip>
          <a:stretch>
            <a:fillRect/>
          </a:stretch>
        </p:blipFill>
        <p:spPr>
          <a:xfrm>
            <a:off x="5572929" y="4508200"/>
            <a:ext cx="500000" cy="125000"/>
          </a:xfrm>
          <a:prstGeom prst="rect">
            <a:avLst/>
          </a:prstGeom>
          <a:noFill/>
          <a:ln>
            <a:noFill/>
          </a:ln>
        </p:spPr>
      </p:pic>
      <p:sp>
        <p:nvSpPr>
          <p:cNvPr id="3977" name="Google Shape;3977;p339"/>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8"/>
              </a:rPr>
              <a:t>4.8/5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9"/>
              </a:rPr>
              <a:t>58K</a:t>
            </a:r>
            <a:endParaRPr sz="700">
              <a:solidFill>
                <a:srgbClr val="808080"/>
              </a:solidFill>
              <a:latin typeface="Poppins"/>
              <a:ea typeface="Poppins"/>
              <a:cs typeface="Poppins"/>
              <a:sym typeface="Poppins"/>
            </a:endParaRPr>
          </a:p>
        </p:txBody>
      </p:sp>
      <p:pic>
        <p:nvPicPr>
          <p:cNvPr id="3978" name="Google Shape;3978;p339"/>
          <p:cNvPicPr preferRelativeResize="0"/>
          <p:nvPr/>
        </p:nvPicPr>
        <p:blipFill>
          <a:blip r:embed="rId10">
            <a:alphaModFix/>
          </a:blip>
          <a:stretch>
            <a:fillRect/>
          </a:stretch>
        </p:blipFill>
        <p:spPr>
          <a:xfrm>
            <a:off x="6996261" y="4493200"/>
            <a:ext cx="140000" cy="140000"/>
          </a:xfrm>
          <a:prstGeom prst="rect">
            <a:avLst/>
          </a:prstGeom>
          <a:noFill/>
          <a:ln>
            <a:noFill/>
          </a:ln>
        </p:spPr>
      </p:pic>
      <p:sp>
        <p:nvSpPr>
          <p:cNvPr id="3979" name="Google Shape;3979;p339"/>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1"/>
              </a:rPr>
              <a:t>3.7/5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2"/>
              </a:rPr>
              <a:t>110K</a:t>
            </a:r>
            <a:endParaRPr sz="700">
              <a:solidFill>
                <a:srgbClr val="808080"/>
              </a:solidFill>
              <a:latin typeface="Poppins"/>
              <a:ea typeface="Poppins"/>
              <a:cs typeface="Poppins"/>
              <a:sym typeface="Poppins"/>
            </a:endParaRPr>
          </a:p>
        </p:txBody>
      </p:sp>
      <p:pic>
        <p:nvPicPr>
          <p:cNvPr id="3980" name="Google Shape;3980;p339"/>
          <p:cNvPicPr preferRelativeResize="0"/>
          <p:nvPr/>
        </p:nvPicPr>
        <p:blipFill>
          <a:blip r:embed="rId13">
            <a:alphaModFix/>
          </a:blip>
          <a:stretch>
            <a:fillRect/>
          </a:stretch>
        </p:blipFill>
        <p:spPr>
          <a:xfrm>
            <a:off x="8059595" y="4483200"/>
            <a:ext cx="500000" cy="150000"/>
          </a:xfrm>
          <a:prstGeom prst="rect">
            <a:avLst/>
          </a:prstGeom>
          <a:noFill/>
          <a:ln>
            <a:noFill/>
          </a:ln>
        </p:spPr>
      </p:pic>
      <p:sp>
        <p:nvSpPr>
          <p:cNvPr id="3981" name="Google Shape;3981;p339"/>
          <p:cNvSpPr/>
          <p:nvPr/>
        </p:nvSpPr>
        <p:spPr>
          <a:xfrm>
            <a:off x="5200000" y="1700950"/>
            <a:ext cx="3669900" cy="766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40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8M+ global, &gt;1.5M ES</a:t>
            </a:r>
            <a:r>
              <a:rPr lang="en-US" sz="700">
                <a:solidFill>
                  <a:schemeClr val="dk1"/>
                </a:solidFill>
                <a:uFill>
                  <a:noFill/>
                </a:uFill>
                <a:latin typeface="Poppins"/>
                <a:ea typeface="Poppins"/>
                <a:cs typeface="Poppins"/>
                <a:sym typeface="Poppins"/>
                <a:hlinkClick r:id="rId14">
                  <a:extLst>
                    <a:ext uri="{A12FA001-AC4F-418D-AE19-62706E023703}">
                      <ahyp:hlinkClr val="tx"/>
                    </a:ext>
                  </a:extLst>
                </a:hlinkClick>
              </a:rPr>
              <a:t> (1)</a:t>
            </a:r>
            <a:endParaRPr sz="700">
              <a:solidFill>
                <a:schemeClr val="dk1"/>
              </a:solidFill>
              <a:latin typeface="Poppins"/>
              <a:ea typeface="Poppins"/>
              <a:cs typeface="Poppins"/>
              <a:sym typeface="Poppins"/>
            </a:endParaRPr>
          </a:p>
          <a:p>
            <a:pPr indent="-304800" lvl="0" marL="228600" rtl="0" algn="l">
              <a:lnSpc>
                <a:spcPct val="140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Revenue</a:t>
            </a:r>
            <a:r>
              <a:rPr b="1" lang="en-US" sz="1200">
                <a:solidFill>
                  <a:schemeClr val="dk1"/>
                </a:solidFill>
                <a:latin typeface="Poppins"/>
                <a:ea typeface="Poppins"/>
                <a:cs typeface="Poppins"/>
                <a:sym typeface="Poppins"/>
              </a:rPr>
              <a:t>: ~€440M (2024)</a:t>
            </a:r>
            <a:r>
              <a:rPr lang="en-US" sz="700">
                <a:solidFill>
                  <a:schemeClr val="dk1"/>
                </a:solidFill>
                <a:uFill>
                  <a:noFill/>
                </a:uFill>
                <a:latin typeface="Poppins"/>
                <a:ea typeface="Poppins"/>
                <a:cs typeface="Poppins"/>
                <a:sym typeface="Poppins"/>
                <a:hlinkClick r:id="rId15">
                  <a:extLst>
                    <a:ext uri="{A12FA001-AC4F-418D-AE19-62706E023703}">
                      <ahyp:hlinkClr val="tx"/>
                    </a:ext>
                  </a:extLst>
                </a:hlinkClick>
              </a:rPr>
              <a:t> (2)</a:t>
            </a:r>
            <a:endParaRPr sz="700">
              <a:solidFill>
                <a:schemeClr val="dk1"/>
              </a:solidFill>
              <a:latin typeface="Poppins"/>
              <a:ea typeface="Poppins"/>
              <a:cs typeface="Poppins"/>
              <a:sym typeface="Poppins"/>
            </a:endParaRPr>
          </a:p>
          <a:p>
            <a:pPr indent="-304800" lvl="0" marL="228600" rtl="0" algn="l">
              <a:lnSpc>
                <a:spcPct val="140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Market</a:t>
            </a:r>
            <a:r>
              <a:rPr b="1" lang="en-US" sz="1200">
                <a:solidFill>
                  <a:schemeClr val="dk1"/>
                </a:solidFill>
                <a:latin typeface="Poppins"/>
                <a:ea typeface="Poppins"/>
                <a:cs typeface="Poppins"/>
                <a:sym typeface="Poppins"/>
              </a:rPr>
              <a:t>: 3.2% new accts ES</a:t>
            </a:r>
            <a:r>
              <a:rPr lang="en-US" sz="700">
                <a:solidFill>
                  <a:schemeClr val="dk1"/>
                </a:solidFill>
                <a:uFill>
                  <a:noFill/>
                </a:uFill>
                <a:latin typeface="Poppins"/>
                <a:ea typeface="Poppins"/>
                <a:cs typeface="Poppins"/>
                <a:sym typeface="Poppins"/>
                <a:hlinkClick r:id="rId16">
                  <a:extLst>
                    <a:ext uri="{A12FA001-AC4F-418D-AE19-62706E023703}">
                      <ahyp:hlinkClr val="tx"/>
                    </a:ext>
                  </a:extLst>
                </a:hlinkClick>
              </a:rPr>
              <a:t> (3)</a:t>
            </a:r>
            <a:endParaRPr sz="700">
              <a:solidFill>
                <a:schemeClr val="dk1"/>
              </a:solidFill>
              <a:latin typeface="Poppins"/>
              <a:ea typeface="Poppins"/>
              <a:cs typeface="Poppins"/>
              <a:sym typeface="Poppins"/>
            </a:endParaRPr>
          </a:p>
        </p:txBody>
      </p:sp>
      <p:sp>
        <p:nvSpPr>
          <p:cNvPr id="3982" name="Google Shape;3982;p339"/>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chemeClr val="hlink"/>
                </a:solidFill>
                <a:latin typeface="Poppins"/>
                <a:ea typeface="Poppins"/>
                <a:cs typeface="Poppins"/>
                <a:sym typeface="Poppins"/>
                <a:hlinkClick r:id="rId17"/>
              </a:rPr>
              <a:t>N26 docs</a:t>
            </a:r>
            <a:endParaRPr b="1" sz="900" u="sng">
              <a:solidFill>
                <a:srgbClr val="333333"/>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3986" name="Shape 3986"/>
        <p:cNvGrpSpPr/>
        <p:nvPr/>
      </p:nvGrpSpPr>
      <p:grpSpPr>
        <a:xfrm>
          <a:off x="0" y="0"/>
          <a:ext cx="0" cy="0"/>
          <a:chOff x="0" y="0"/>
          <a:chExt cx="0" cy="0"/>
        </a:xfrm>
      </p:grpSpPr>
      <p:sp>
        <p:nvSpPr>
          <p:cNvPr id="3987" name="Google Shape;3987;p340"/>
          <p:cNvSpPr/>
          <p:nvPr/>
        </p:nvSpPr>
        <p:spPr>
          <a:xfrm>
            <a:off x="120150" y="402300"/>
            <a:ext cx="8903700" cy="46317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88" name="Google Shape;3988;p340"/>
          <p:cNvSpPr/>
          <p:nvPr/>
        </p:nvSpPr>
        <p:spPr>
          <a:xfrm>
            <a:off x="5200000" y="2713901"/>
            <a:ext cx="1850100" cy="1752000"/>
          </a:xfrm>
          <a:prstGeom prst="roundRect">
            <a:avLst>
              <a:gd fmla="val 5000" name="adj"/>
            </a:avLst>
          </a:prstGeom>
          <a:solidFill>
            <a:srgbClr val="D6ED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9" name="Google Shape;3989;p340"/>
          <p:cNvSpPr/>
          <p:nvPr/>
        </p:nvSpPr>
        <p:spPr>
          <a:xfrm>
            <a:off x="7100000" y="2713901"/>
            <a:ext cx="1850100" cy="1752000"/>
          </a:xfrm>
          <a:prstGeom prst="roundRect">
            <a:avLst>
              <a:gd fmla="val 5000" name="adj"/>
            </a:avLst>
          </a:prstGeom>
          <a:solidFill>
            <a:srgbClr val="F5D0D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3990" name="Google Shape;3990;p340"/>
          <p:cNvPicPr preferRelativeResize="0"/>
          <p:nvPr/>
        </p:nvPicPr>
        <p:blipFill rotWithShape="1">
          <a:blip r:embed="rId3">
            <a:alphaModFix/>
          </a:blip>
          <a:srcRect b="0" l="0" r="0" t="0"/>
          <a:stretch/>
        </p:blipFill>
        <p:spPr>
          <a:xfrm>
            <a:off x="195182" y="467968"/>
            <a:ext cx="1394313" cy="355550"/>
          </a:xfrm>
          <a:prstGeom prst="rect">
            <a:avLst/>
          </a:prstGeom>
          <a:noFill/>
          <a:ln>
            <a:noFill/>
          </a:ln>
        </p:spPr>
      </p:pic>
      <p:sp>
        <p:nvSpPr>
          <p:cNvPr id="3991" name="Google Shape;3991;p340"/>
          <p:cNvSpPr txBox="1"/>
          <p:nvPr/>
        </p:nvSpPr>
        <p:spPr>
          <a:xfrm>
            <a:off x="1669495" y="430000"/>
            <a:ext cx="7374600" cy="6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900" u="none" cap="none" strike="noStrike">
                <a:solidFill>
                  <a:srgbClr val="000000"/>
                </a:solidFill>
                <a:latin typeface="Inter Tight Black"/>
                <a:ea typeface="Inter Tight Black"/>
                <a:cs typeface="Inter Tight Black"/>
                <a:sym typeface="Inter Tight Black"/>
              </a:rPr>
              <a:t>The Brittle Low-Cost Model, "No Fees" USP Meets Customer Support Collapse — The Perception Paradox</a:t>
            </a:r>
            <a:endParaRPr sz="1900"/>
          </a:p>
        </p:txBody>
      </p:sp>
      <p:pic>
        <p:nvPicPr>
          <p:cNvPr descr="medal_badge.png" id="3992" name="Google Shape;3992;p340"/>
          <p:cNvPicPr preferRelativeResize="0"/>
          <p:nvPr/>
        </p:nvPicPr>
        <p:blipFill rotWithShape="1">
          <a:blip r:embed="rId4">
            <a:alphaModFix/>
          </a:blip>
          <a:srcRect b="0" l="0" r="0" t="0"/>
          <a:stretch/>
        </p:blipFill>
        <p:spPr>
          <a:xfrm>
            <a:off x="147896" y="1043624"/>
            <a:ext cx="600300" cy="600300"/>
          </a:xfrm>
          <a:prstGeom prst="rect">
            <a:avLst/>
          </a:prstGeom>
          <a:noFill/>
          <a:ln>
            <a:noFill/>
          </a:ln>
        </p:spPr>
      </p:pic>
      <p:sp>
        <p:nvSpPr>
          <p:cNvPr id="3993" name="Google Shape;3993;p340"/>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Poppins"/>
                <a:ea typeface="Poppins"/>
                <a:cs typeface="Poppins"/>
                <a:sym typeface="Poppins"/>
              </a:rPr>
              <a:t>ING minimizes human support to offer "banking without fees." It acquires digitally comfortable, autonomous customers through its USP and a strong content ecosystem, weaponizing customer expectations as risk management. However, its significant vulnerability is a "Customer Service Collapse," leading to a "Perception Paradox" where it's seen as both an innovator and a source of intense frustration, failing as a "fair-weather friend" during complex issues like mortgages.</a:t>
            </a:r>
            <a:endParaRPr/>
          </a:p>
        </p:txBody>
      </p:sp>
      <p:sp>
        <p:nvSpPr>
          <p:cNvPr id="3994" name="Google Shape;3994;p340"/>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5" name="Google Shape;3995;p340"/>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Strengths</a:t>
            </a:r>
            <a:endParaRPr/>
          </a:p>
        </p:txBody>
      </p:sp>
      <p:sp>
        <p:nvSpPr>
          <p:cNvPr id="3996" name="Google Shape;3996;p340"/>
          <p:cNvSpPr txBox="1"/>
          <p:nvPr/>
        </p:nvSpPr>
        <p:spPr>
          <a:xfrm>
            <a:off x="545000" y="2088052"/>
            <a:ext cx="4440000" cy="9339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Strong Market Position:</a:t>
            </a:r>
            <a:r>
              <a:rPr b="0" i="0" lang="en-US" sz="800" u="none" cap="none" strike="noStrike">
                <a:solidFill>
                  <a:srgbClr val="333333"/>
                </a:solidFill>
                <a:latin typeface="Poppins"/>
                <a:ea typeface="Poppins"/>
                <a:cs typeface="Poppins"/>
                <a:sym typeface="Poppins"/>
              </a:rPr>
              <a:t> Spain's 6th largest bank by assets with a clear, problem-solution narrative as the antidote to traditional banking fees.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Innovative Acquisition:</a:t>
            </a:r>
            <a:r>
              <a:rPr b="0" i="0" lang="en-US" sz="800" u="none" cap="none" strike="noStrike">
                <a:solidFill>
                  <a:srgbClr val="333333"/>
                </a:solidFill>
                <a:latin typeface="Poppins"/>
                <a:ea typeface="Poppins"/>
                <a:cs typeface="Poppins"/>
                <a:sym typeface="Poppins"/>
              </a:rPr>
              <a:t> "Nomadas" campaign on Twitch reaches digitally native demographics. En Naranja blog builds organic authority.</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Top-Rated Apps:</a:t>
            </a:r>
            <a:r>
              <a:rPr b="0" i="0" lang="en-US" sz="800" u="none" cap="none" strike="noStrike">
                <a:solidFill>
                  <a:srgbClr val="333333"/>
                </a:solidFill>
                <a:latin typeface="Poppins"/>
                <a:ea typeface="Poppins"/>
                <a:cs typeface="Poppins"/>
                <a:sym typeface="Poppins"/>
              </a:rPr>
              <a:t> 4.7 stars Google Play / 4.9 stars App Store — strong digital product that attracts autonomous users.</a:t>
            </a:r>
            <a:endParaRPr/>
          </a:p>
        </p:txBody>
      </p:sp>
      <p:sp>
        <p:nvSpPr>
          <p:cNvPr id="3997" name="Google Shape;3997;p340"/>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8" name="Google Shape;3998;p340"/>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Weaknesses</a:t>
            </a:r>
            <a:endParaRPr/>
          </a:p>
        </p:txBody>
      </p:sp>
      <p:sp>
        <p:nvSpPr>
          <p:cNvPr id="3999" name="Google Shape;3999;p340"/>
          <p:cNvSpPr txBox="1"/>
          <p:nvPr/>
        </p:nvSpPr>
        <p:spPr>
          <a:xfrm>
            <a:off x="545000" y="3757825"/>
            <a:ext cx="4440000" cy="9339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Critical Service Failure:</a:t>
            </a:r>
            <a:r>
              <a:rPr b="0" i="0" lang="en-US" sz="800" u="none" cap="none" strike="noStrike">
                <a:solidFill>
                  <a:srgbClr val="333333"/>
                </a:solidFill>
                <a:latin typeface="Poppins"/>
                <a:ea typeface="Poppins"/>
                <a:cs typeface="Poppins"/>
                <a:sym typeface="Poppins"/>
              </a:rPr>
              <a:t> Dismal 1.3/5 on HelpMyCash from 4,800+ reviews. Creates a "support wall" for complex issues.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Non-Scalable Support:</a:t>
            </a:r>
            <a:r>
              <a:rPr b="0" i="0" lang="en-US" sz="800" u="none" cap="none" strike="noStrike">
                <a:solidFill>
                  <a:srgbClr val="333333"/>
                </a:solidFill>
                <a:latin typeface="Poppins"/>
                <a:ea typeface="Poppins"/>
                <a:cs typeface="Poppins"/>
                <a:sym typeface="Poppins"/>
              </a:rPr>
              <a:t> Low-cost model can't serve customers needing mortgage or complex product help — a sense of betrayal.</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Digital-Only Limits:</a:t>
            </a:r>
            <a:r>
              <a:rPr b="0" i="0" lang="en-US" sz="800" u="none" cap="none" strike="noStrike">
                <a:solidFill>
                  <a:srgbClr val="333333"/>
                </a:solidFill>
                <a:latin typeface="Poppins"/>
                <a:ea typeface="Poppins"/>
                <a:cs typeface="Poppins"/>
                <a:sym typeface="Poppins"/>
              </a:rPr>
              <a:t> Limited physical presence becomes a weakness when human interaction is unavoidable.</a:t>
            </a:r>
            <a:endParaRPr/>
          </a:p>
        </p:txBody>
      </p:sp>
      <p:sp>
        <p:nvSpPr>
          <p:cNvPr id="4000" name="Google Shape;4000;p340"/>
          <p:cNvSpPr txBox="1"/>
          <p:nvPr/>
        </p:nvSpPr>
        <p:spPr>
          <a:xfrm>
            <a:off x="5192500" y="2801354"/>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4001" name="Google Shape;4001;p340"/>
          <p:cNvSpPr txBox="1"/>
          <p:nvPr/>
        </p:nvSpPr>
        <p:spPr>
          <a:xfrm>
            <a:off x="5280000" y="3008854"/>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Content Authority:</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"Building authority with educational content. Mortgage simulators are best-in-class tools."</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Digital Product:</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"4.7/4.9 star app ratings — one of the best digital banking experiences in Spain."</a:t>
            </a:r>
            <a:endParaRPr sz="1300"/>
          </a:p>
        </p:txBody>
      </p:sp>
      <p:sp>
        <p:nvSpPr>
          <p:cNvPr id="4002" name="Google Shape;4002;p340"/>
          <p:cNvSpPr txBox="1"/>
          <p:nvPr/>
        </p:nvSpPr>
        <p:spPr>
          <a:xfrm>
            <a:off x="7092500" y="2801354"/>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4003" name="Google Shape;4003;p340"/>
          <p:cNvSpPr txBox="1"/>
          <p:nvPr/>
        </p:nvSpPr>
        <p:spPr>
          <a:xfrm>
            <a:off x="7180000" y="3008854"/>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Support Wall:</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"1.3/5 from 4,800 reviews. When you need real help with a mortgage, you're completely abandoned."</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Fair-Weather Friend:</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"Great until something goes wrong. Then it's a wall of silence and automated responses."</a:t>
            </a:r>
            <a:endParaRPr sz="1300"/>
          </a:p>
        </p:txBody>
      </p:sp>
      <p:sp>
        <p:nvSpPr>
          <p:cNvPr id="4004" name="Google Shape;4004;p340"/>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005" name="Google Shape;4005;p340"/>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06" name="Google Shape;4006;p340"/>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5"/>
              </a:rPr>
              <a:t>1.2/5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6"/>
              </a:rPr>
              <a:t>2K</a:t>
            </a:r>
            <a:endParaRPr sz="700">
              <a:solidFill>
                <a:srgbClr val="808080"/>
              </a:solidFill>
              <a:latin typeface="Poppins"/>
              <a:ea typeface="Poppins"/>
              <a:cs typeface="Poppins"/>
              <a:sym typeface="Poppins"/>
            </a:endParaRPr>
          </a:p>
        </p:txBody>
      </p:sp>
      <p:pic>
        <p:nvPicPr>
          <p:cNvPr id="4007" name="Google Shape;4007;p340"/>
          <p:cNvPicPr preferRelativeResize="0"/>
          <p:nvPr/>
        </p:nvPicPr>
        <p:blipFill>
          <a:blip r:embed="rId7">
            <a:alphaModFix/>
          </a:blip>
          <a:stretch>
            <a:fillRect/>
          </a:stretch>
        </p:blipFill>
        <p:spPr>
          <a:xfrm>
            <a:off x="5572929" y="4508200"/>
            <a:ext cx="734100" cy="183525"/>
          </a:xfrm>
          <a:prstGeom prst="rect">
            <a:avLst/>
          </a:prstGeom>
          <a:noFill/>
          <a:ln>
            <a:noFill/>
          </a:ln>
        </p:spPr>
      </p:pic>
      <p:sp>
        <p:nvSpPr>
          <p:cNvPr id="4008" name="Google Shape;4008;p340"/>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8"/>
              </a:rPr>
              <a:t>4.8/5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9"/>
              </a:rPr>
              <a:t>154K</a:t>
            </a:r>
            <a:endParaRPr sz="700">
              <a:solidFill>
                <a:srgbClr val="808080"/>
              </a:solidFill>
              <a:latin typeface="Poppins"/>
              <a:ea typeface="Poppins"/>
              <a:cs typeface="Poppins"/>
              <a:sym typeface="Poppins"/>
            </a:endParaRPr>
          </a:p>
        </p:txBody>
      </p:sp>
      <p:pic>
        <p:nvPicPr>
          <p:cNvPr id="4009" name="Google Shape;4009;p340"/>
          <p:cNvPicPr preferRelativeResize="0"/>
          <p:nvPr/>
        </p:nvPicPr>
        <p:blipFill>
          <a:blip r:embed="rId10">
            <a:alphaModFix/>
          </a:blip>
          <a:stretch>
            <a:fillRect/>
          </a:stretch>
        </p:blipFill>
        <p:spPr>
          <a:xfrm>
            <a:off x="6996262" y="4493200"/>
            <a:ext cx="200100" cy="200100"/>
          </a:xfrm>
          <a:prstGeom prst="rect">
            <a:avLst/>
          </a:prstGeom>
          <a:noFill/>
          <a:ln>
            <a:noFill/>
          </a:ln>
        </p:spPr>
      </p:pic>
      <p:sp>
        <p:nvSpPr>
          <p:cNvPr id="4010" name="Google Shape;4010;p340"/>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1"/>
              </a:rPr>
              <a:t>4.8/5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2"/>
              </a:rPr>
              <a:t>268K</a:t>
            </a:r>
            <a:endParaRPr sz="700">
              <a:solidFill>
                <a:srgbClr val="808080"/>
              </a:solidFill>
              <a:latin typeface="Poppins"/>
              <a:ea typeface="Poppins"/>
              <a:cs typeface="Poppins"/>
              <a:sym typeface="Poppins"/>
            </a:endParaRPr>
          </a:p>
        </p:txBody>
      </p:sp>
      <p:pic>
        <p:nvPicPr>
          <p:cNvPr id="4011" name="Google Shape;4011;p340"/>
          <p:cNvPicPr preferRelativeResize="0"/>
          <p:nvPr/>
        </p:nvPicPr>
        <p:blipFill>
          <a:blip r:embed="rId13">
            <a:alphaModFix/>
          </a:blip>
          <a:stretch>
            <a:fillRect/>
          </a:stretch>
        </p:blipFill>
        <p:spPr>
          <a:xfrm>
            <a:off x="8059595" y="4483200"/>
            <a:ext cx="500000" cy="150000"/>
          </a:xfrm>
          <a:prstGeom prst="rect">
            <a:avLst/>
          </a:prstGeom>
          <a:noFill/>
          <a:ln>
            <a:noFill/>
          </a:ln>
        </p:spPr>
      </p:pic>
      <p:sp>
        <p:nvSpPr>
          <p:cNvPr id="4012" name="Google Shape;4012;p340"/>
          <p:cNvSpPr/>
          <p:nvPr/>
        </p:nvSpPr>
        <p:spPr>
          <a:xfrm>
            <a:off x="5200000" y="1700950"/>
            <a:ext cx="3669900" cy="9339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4.6M (Spain)</a:t>
            </a:r>
            <a:r>
              <a:rPr lang="en-US" sz="1200">
                <a:solidFill>
                  <a:schemeClr val="dk1"/>
                </a:solidFill>
                <a:uFill>
                  <a:noFill/>
                </a:uFill>
                <a:latin typeface="Poppins"/>
                <a:ea typeface="Poppins"/>
                <a:cs typeface="Poppins"/>
                <a:sym typeface="Poppins"/>
                <a:hlinkClick r:id="rId14">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5">
                  <a:extLst>
                    <a:ext uri="{A12FA001-AC4F-418D-AE19-62706E023703}">
                      <ahyp:hlinkClr val="tx"/>
                    </a:ext>
                  </a:extLst>
                </a:hlinkClick>
              </a:rPr>
              <a:t>(1)</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Profit</a:t>
            </a:r>
            <a:r>
              <a:rPr b="1" lang="en-US" sz="1200">
                <a:solidFill>
                  <a:schemeClr val="dk1"/>
                </a:solidFill>
                <a:latin typeface="Poppins"/>
                <a:ea typeface="Poppins"/>
                <a:cs typeface="Poppins"/>
                <a:sym typeface="Poppins"/>
              </a:rPr>
              <a:t>: €355M (ES+PT, 2025)</a:t>
            </a:r>
            <a:r>
              <a:rPr lang="en-US" sz="1200">
                <a:solidFill>
                  <a:schemeClr val="dk1"/>
                </a:solidFill>
                <a:uFill>
                  <a:noFill/>
                </a:uFill>
                <a:latin typeface="Poppins"/>
                <a:ea typeface="Poppins"/>
                <a:cs typeface="Poppins"/>
                <a:sym typeface="Poppins"/>
                <a:hlinkClick r:id="rId16">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7">
                  <a:extLst>
                    <a:ext uri="{A12FA001-AC4F-418D-AE19-62706E023703}">
                      <ahyp:hlinkClr val="tx"/>
                    </a:ext>
                  </a:extLst>
                </a:hlinkClick>
              </a:rPr>
              <a:t>(2)</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Nomina</a:t>
            </a:r>
            <a:r>
              <a:rPr b="1" lang="en-US" sz="1200">
                <a:solidFill>
                  <a:schemeClr val="dk1"/>
                </a:solidFill>
                <a:latin typeface="Poppins"/>
                <a:ea typeface="Poppins"/>
                <a:cs typeface="Poppins"/>
                <a:sym typeface="Poppins"/>
              </a:rPr>
              <a:t>: 2.7M accounts</a:t>
            </a:r>
            <a:r>
              <a:rPr lang="en-US" sz="1200">
                <a:solidFill>
                  <a:schemeClr val="dk1"/>
                </a:solidFill>
                <a:uFill>
                  <a:noFill/>
                </a:uFill>
                <a:latin typeface="Poppins"/>
                <a:ea typeface="Poppins"/>
                <a:cs typeface="Poppins"/>
                <a:sym typeface="Poppins"/>
                <a:hlinkClick r:id="rId18">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9">
                  <a:extLst>
                    <a:ext uri="{A12FA001-AC4F-418D-AE19-62706E023703}">
                      <ahyp:hlinkClr val="tx"/>
                    </a:ext>
                  </a:extLst>
                </a:hlinkClick>
              </a:rPr>
              <a:t>(3)</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NPS</a:t>
            </a:r>
            <a:r>
              <a:rPr b="1" lang="en-US" sz="1200">
                <a:solidFill>
                  <a:schemeClr val="dk1"/>
                </a:solidFill>
                <a:latin typeface="Poppins"/>
                <a:ea typeface="Poppins"/>
                <a:cs typeface="Poppins"/>
                <a:sym typeface="Poppins"/>
              </a:rPr>
              <a:t>: #1 in Spain (17yr)</a:t>
            </a:r>
            <a:r>
              <a:rPr lang="en-US" sz="1200">
                <a:solidFill>
                  <a:schemeClr val="dk1"/>
                </a:solidFill>
                <a:uFill>
                  <a:noFill/>
                </a:uFill>
                <a:latin typeface="Poppins"/>
                <a:ea typeface="Poppins"/>
                <a:cs typeface="Poppins"/>
                <a:sym typeface="Poppins"/>
                <a:hlinkClick r:id="rId20">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21">
                  <a:extLst>
                    <a:ext uri="{A12FA001-AC4F-418D-AE19-62706E023703}">
                      <ahyp:hlinkClr val="tx"/>
                    </a:ext>
                  </a:extLst>
                </a:hlinkClick>
              </a:rPr>
              <a:t>(4)</a:t>
            </a:r>
            <a:endParaRPr sz="700">
              <a:solidFill>
                <a:schemeClr val="dk1"/>
              </a:solidFill>
              <a:latin typeface="Poppins"/>
              <a:ea typeface="Poppins"/>
              <a:cs typeface="Poppins"/>
              <a:sym typeface="Poppins"/>
            </a:endParaRPr>
          </a:p>
        </p:txBody>
      </p:sp>
      <p:sp>
        <p:nvSpPr>
          <p:cNvPr id="4013" name="Google Shape;4013;p340"/>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chemeClr val="hlink"/>
                </a:solidFill>
                <a:latin typeface="Poppins"/>
                <a:ea typeface="Poppins"/>
                <a:cs typeface="Poppins"/>
                <a:sym typeface="Poppins"/>
                <a:hlinkClick r:id="rId22"/>
              </a:rPr>
              <a:t>ING docs</a:t>
            </a:r>
            <a:endParaRPr b="1" sz="900" u="sng">
              <a:solidFill>
                <a:srgbClr val="333333"/>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017" name="Shape 4017"/>
        <p:cNvGrpSpPr/>
        <p:nvPr/>
      </p:nvGrpSpPr>
      <p:grpSpPr>
        <a:xfrm>
          <a:off x="0" y="0"/>
          <a:ext cx="0" cy="0"/>
          <a:chOff x="0" y="0"/>
          <a:chExt cx="0" cy="0"/>
        </a:xfrm>
      </p:grpSpPr>
      <p:sp>
        <p:nvSpPr>
          <p:cNvPr id="4018" name="Google Shape;4018;p341"/>
          <p:cNvSpPr/>
          <p:nvPr/>
        </p:nvSpPr>
        <p:spPr>
          <a:xfrm>
            <a:off x="120150" y="402300"/>
            <a:ext cx="8903700" cy="46317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19" name="Google Shape;4019;p341"/>
          <p:cNvSpPr/>
          <p:nvPr/>
        </p:nvSpPr>
        <p:spPr>
          <a:xfrm>
            <a:off x="5200000" y="2645112"/>
            <a:ext cx="1850100" cy="1813500"/>
          </a:xfrm>
          <a:prstGeom prst="roundRect">
            <a:avLst>
              <a:gd fmla="val 5000" name="adj"/>
            </a:avLst>
          </a:prstGeom>
          <a:solidFill>
            <a:srgbClr val="D6ED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0" name="Google Shape;4020;p341"/>
          <p:cNvSpPr/>
          <p:nvPr/>
        </p:nvSpPr>
        <p:spPr>
          <a:xfrm>
            <a:off x="7100000" y="2645112"/>
            <a:ext cx="1850100" cy="1813500"/>
          </a:xfrm>
          <a:prstGeom prst="roundRect">
            <a:avLst>
              <a:gd fmla="val 5000" name="adj"/>
            </a:avLst>
          </a:prstGeom>
          <a:solidFill>
            <a:srgbClr val="F5D0D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4021" name="Google Shape;4021;p341"/>
          <p:cNvPicPr preferRelativeResize="0"/>
          <p:nvPr/>
        </p:nvPicPr>
        <p:blipFill rotWithShape="1">
          <a:blip r:embed="rId3">
            <a:alphaModFix/>
          </a:blip>
          <a:srcRect b="0" l="0" r="0" t="0"/>
          <a:stretch/>
        </p:blipFill>
        <p:spPr>
          <a:xfrm>
            <a:off x="247500" y="552000"/>
            <a:ext cx="1356363" cy="320100"/>
          </a:xfrm>
          <a:prstGeom prst="rect">
            <a:avLst/>
          </a:prstGeom>
          <a:noFill/>
          <a:ln>
            <a:noFill/>
          </a:ln>
        </p:spPr>
      </p:pic>
      <p:sp>
        <p:nvSpPr>
          <p:cNvPr id="4022" name="Google Shape;4022;p341"/>
          <p:cNvSpPr txBox="1"/>
          <p:nvPr/>
        </p:nvSpPr>
        <p:spPr>
          <a:xfrm>
            <a:off x="1615325" y="377500"/>
            <a:ext cx="7376400" cy="6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900" u="none" cap="none" strike="noStrike">
                <a:solidFill>
                  <a:srgbClr val="000000"/>
                </a:solidFill>
                <a:latin typeface="Inter Tight Black"/>
                <a:ea typeface="Inter Tight Black"/>
                <a:cs typeface="Inter Tight Black"/>
                <a:sym typeface="Inter Tight Black"/>
              </a:rPr>
              <a:t>The Problem-First Bank, Utility Marketing and Feature Velocity Drive Growth, But Operational Flaws Create a Trust Chasm</a:t>
            </a:r>
            <a:endParaRPr sz="1900"/>
          </a:p>
        </p:txBody>
      </p:sp>
      <p:pic>
        <p:nvPicPr>
          <p:cNvPr descr="medal_badge.png" id="4023" name="Google Shape;4023;p341"/>
          <p:cNvPicPr preferRelativeResize="0"/>
          <p:nvPr/>
        </p:nvPicPr>
        <p:blipFill rotWithShape="1">
          <a:blip r:embed="rId4">
            <a:alphaModFix/>
          </a:blip>
          <a:srcRect b="0" l="0" r="0" t="0"/>
          <a:stretch/>
        </p:blipFill>
        <p:spPr>
          <a:xfrm>
            <a:off x="136673" y="1043624"/>
            <a:ext cx="600300" cy="600300"/>
          </a:xfrm>
          <a:prstGeom prst="rect">
            <a:avLst/>
          </a:prstGeom>
          <a:noFill/>
          <a:ln>
            <a:noFill/>
          </a:ln>
        </p:spPr>
      </p:pic>
      <p:sp>
        <p:nvSpPr>
          <p:cNvPr id="4024" name="Google Shape;4024;p341"/>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Poppins"/>
                <a:ea typeface="Poppins"/>
                <a:cs typeface="Poppins"/>
                <a:sym typeface="Poppins"/>
              </a:rPr>
              <a:t>Revolut's "Super App Flywheel" leverages free, high-performance tools and low-cost currency exchange to acquire "Global Nomad" customers. It then uses relentless feature velocity across various financial products to expand relationships. However, sudden and opaque account freezes, coupled with catastrophic, AI-run customer support, lead to a "Trust Chasm" where high average ratings mask severe one-star reviews, hindering users from trusting it as a primary bank.</a:t>
            </a:r>
            <a:endParaRPr/>
          </a:p>
        </p:txBody>
      </p:sp>
      <p:sp>
        <p:nvSpPr>
          <p:cNvPr id="4025" name="Google Shape;4025;p341"/>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6" name="Google Shape;4026;p341"/>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Strengths</a:t>
            </a:r>
            <a:endParaRPr/>
          </a:p>
        </p:txBody>
      </p:sp>
      <p:sp>
        <p:nvSpPr>
          <p:cNvPr id="4027" name="Google Shape;4027;p341"/>
          <p:cNvSpPr txBox="1"/>
          <p:nvPr/>
        </p:nvSpPr>
        <p:spPr>
          <a:xfrm>
            <a:off x="545000" y="1780000"/>
            <a:ext cx="4440000" cy="10569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Acquisition Engine:</a:t>
            </a:r>
            <a:r>
              <a:rPr b="0" i="0" lang="en-US" sz="800" u="none" cap="none" strike="noStrike">
                <a:solidFill>
                  <a:srgbClr val="333333"/>
                </a:solidFill>
                <a:latin typeface="Poppins"/>
                <a:ea typeface="Poppins"/>
                <a:cs typeface="Poppins"/>
                <a:sym typeface="Poppins"/>
              </a:rPr>
              <a:t> Dominates search with "utility marketing" — 6M+ Spanish users, 19.8% of new online bank accounts.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Superior UX + Feature Velocity:</a:t>
            </a:r>
            <a:r>
              <a:rPr b="0" i="0" lang="en-US" sz="800" u="none" cap="none" strike="noStrike">
                <a:solidFill>
                  <a:srgbClr val="333333"/>
                </a:solidFill>
                <a:latin typeface="Poppins"/>
                <a:ea typeface="Poppins"/>
                <a:cs typeface="Poppins"/>
                <a:sym typeface="Poppins"/>
              </a:rPr>
              <a:t> App described as "intuitive, fast, the best." Rapid deployment of innovative features like disposable virtual cards.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Full Localization:</a:t>
            </a:r>
            <a:r>
              <a:rPr b="0" i="0" lang="en-US" sz="800" u="none" cap="none" strike="noStrike">
                <a:solidFill>
                  <a:srgbClr val="333333"/>
                </a:solidFill>
                <a:latin typeface="Poppins"/>
                <a:ea typeface="Poppins"/>
                <a:cs typeface="Poppins"/>
                <a:sym typeface="Poppins"/>
              </a:rPr>
              <a:t> Spanish IBAN, payroll accounts, Bizum integration, and banking license (Jun 2024) converting users from "travel card" to primary bank.</a:t>
            </a:r>
            <a:endParaRPr/>
          </a:p>
        </p:txBody>
      </p:sp>
      <p:sp>
        <p:nvSpPr>
          <p:cNvPr id="4028" name="Google Shape;4028;p341"/>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9" name="Google Shape;4029;p341"/>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Weaknesses</a:t>
            </a:r>
            <a:endParaRPr/>
          </a:p>
        </p:txBody>
      </p:sp>
      <p:sp>
        <p:nvSpPr>
          <p:cNvPr id="4030" name="Google Shape;4030;p341"/>
          <p:cNvSpPr txBox="1"/>
          <p:nvPr/>
        </p:nvSpPr>
        <p:spPr>
          <a:xfrm>
            <a:off x="545000" y="3506111"/>
            <a:ext cx="4440000" cy="9339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Critical Trust Deficit:</a:t>
            </a:r>
            <a:r>
              <a:rPr b="0" i="0" lang="en-US" sz="800" u="none" cap="none" strike="noStrike">
                <a:solidFill>
                  <a:srgbClr val="333333"/>
                </a:solidFill>
                <a:latin typeface="Poppins"/>
                <a:ea typeface="Poppins"/>
                <a:cs typeface="Poppins"/>
                <a:sym typeface="Poppins"/>
              </a:rPr>
              <a:t> Customer service scores 2.9/5 on review sites. Turning operational issues into reputational crises.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Account Freeze Risk:</a:t>
            </a:r>
            <a:r>
              <a:rPr b="0" i="0" lang="en-US" sz="800" u="none" cap="none" strike="noStrike">
                <a:solidFill>
                  <a:srgbClr val="333333"/>
                </a:solidFill>
                <a:latin typeface="Poppins"/>
                <a:ea typeface="Poppins"/>
                <a:cs typeface="Poppins"/>
                <a:sym typeface="Poppins"/>
              </a:rPr>
              <a:t> Automated freezes without clear communication or human oversight — users locked out for weeks or months.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Brand Dissonance:</a:t>
            </a:r>
            <a:r>
              <a:rPr b="0" i="0" lang="en-US" sz="800" u="none" cap="none" strike="noStrike">
                <a:solidFill>
                  <a:srgbClr val="333333"/>
                </a:solidFill>
                <a:latin typeface="Poppins"/>
                <a:ea typeface="Poppins"/>
                <a:cs typeface="Poppins"/>
                <a:sym typeface="Poppins"/>
              </a:rPr>
              <a:t> Significant disconnect between aspirational, modern marketing and impersonal, robotic reality during crises.</a:t>
            </a:r>
            <a:endParaRPr/>
          </a:p>
        </p:txBody>
      </p:sp>
      <p:sp>
        <p:nvSpPr>
          <p:cNvPr id="4031" name="Google Shape;4031;p341"/>
          <p:cNvSpPr txBox="1"/>
          <p:nvPr/>
        </p:nvSpPr>
        <p:spPr>
          <a:xfrm>
            <a:off x="51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000" u="none" cap="none" strike="noStrike">
                <a:solidFill>
                  <a:srgbClr val="333333"/>
                </a:solidFill>
                <a:latin typeface="Inter Tight Black"/>
                <a:ea typeface="Inter Tight Black"/>
                <a:cs typeface="Inter Tight Black"/>
                <a:sym typeface="Inter Tight Black"/>
              </a:rPr>
              <a:t>Positive reviews</a:t>
            </a:r>
            <a:endParaRPr sz="900"/>
          </a:p>
        </p:txBody>
      </p:sp>
      <p:sp>
        <p:nvSpPr>
          <p:cNvPr id="4032" name="Google Shape;4032;p341"/>
          <p:cNvSpPr txBox="1"/>
          <p:nvPr/>
        </p:nvSpPr>
        <p:spPr>
          <a:xfrm>
            <a:off x="52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Superior UX:</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"The app is intuitive, fast, and the best I've used. Disposable virtual cards are brilliant."</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Feature Velocity:</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"Rapid deployment of innovative features creates a best-in-class product experience."</a:t>
            </a:r>
            <a:endParaRPr sz="1300"/>
          </a:p>
        </p:txBody>
      </p:sp>
      <p:sp>
        <p:nvSpPr>
          <p:cNvPr id="4033" name="Google Shape;4033;p341"/>
          <p:cNvSpPr txBox="1"/>
          <p:nvPr/>
        </p:nvSpPr>
        <p:spPr>
          <a:xfrm>
            <a:off x="70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000" u="none" cap="none" strike="noStrike">
                <a:solidFill>
                  <a:srgbClr val="333333"/>
                </a:solidFill>
                <a:latin typeface="Inter Tight Black"/>
                <a:ea typeface="Inter Tight Black"/>
                <a:cs typeface="Inter Tight Black"/>
                <a:sym typeface="Inter Tight Black"/>
              </a:rPr>
              <a:t>Negative reviews</a:t>
            </a:r>
            <a:endParaRPr sz="900"/>
          </a:p>
        </p:txBody>
      </p:sp>
      <p:sp>
        <p:nvSpPr>
          <p:cNvPr id="4034" name="Google Shape;4034;p341"/>
          <p:cNvSpPr txBox="1"/>
          <p:nvPr/>
        </p:nvSpPr>
        <p:spPr>
          <a:xfrm>
            <a:off x="71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Account Freezes:</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"Sudden freeze — locked out of my funds for 3 weeks with zero human communication."</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AI Support Loop:</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"The AI chatbot loops you endlessly. No way to reach a human when your money is blocked."</a:t>
            </a:r>
            <a:endParaRPr sz="1300"/>
          </a:p>
        </p:txBody>
      </p:sp>
      <p:sp>
        <p:nvSpPr>
          <p:cNvPr id="4035" name="Google Shape;4035;p341"/>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036" name="Google Shape;4036;p341"/>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7" name="Google Shape;4037;p341"/>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5"/>
              </a:rPr>
              <a:t>4.7/5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6"/>
              </a:rPr>
              <a:t>366K reviews</a:t>
            </a:r>
            <a:endParaRPr sz="700">
              <a:solidFill>
                <a:srgbClr val="808080"/>
              </a:solidFill>
              <a:latin typeface="Poppins"/>
              <a:ea typeface="Poppins"/>
              <a:cs typeface="Poppins"/>
              <a:sym typeface="Poppins"/>
            </a:endParaRPr>
          </a:p>
        </p:txBody>
      </p:sp>
      <p:pic>
        <p:nvPicPr>
          <p:cNvPr id="4038" name="Google Shape;4038;p341"/>
          <p:cNvPicPr preferRelativeResize="0"/>
          <p:nvPr/>
        </p:nvPicPr>
        <p:blipFill>
          <a:blip r:embed="rId7">
            <a:alphaModFix/>
          </a:blip>
          <a:stretch>
            <a:fillRect/>
          </a:stretch>
        </p:blipFill>
        <p:spPr>
          <a:xfrm>
            <a:off x="5572929" y="4508200"/>
            <a:ext cx="500000" cy="125000"/>
          </a:xfrm>
          <a:prstGeom prst="rect">
            <a:avLst/>
          </a:prstGeom>
          <a:noFill/>
          <a:ln>
            <a:noFill/>
          </a:ln>
        </p:spPr>
      </p:pic>
      <p:sp>
        <p:nvSpPr>
          <p:cNvPr id="4039" name="Google Shape;4039;p341"/>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8"/>
              </a:rPr>
              <a:t>4.8/5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9"/>
              </a:rPr>
              <a:t>166K ratings</a:t>
            </a:r>
            <a:endParaRPr sz="700">
              <a:solidFill>
                <a:srgbClr val="808080"/>
              </a:solidFill>
              <a:latin typeface="Poppins"/>
              <a:ea typeface="Poppins"/>
              <a:cs typeface="Poppins"/>
              <a:sym typeface="Poppins"/>
            </a:endParaRPr>
          </a:p>
        </p:txBody>
      </p:sp>
      <p:pic>
        <p:nvPicPr>
          <p:cNvPr id="4040" name="Google Shape;4040;p341"/>
          <p:cNvPicPr preferRelativeResize="0"/>
          <p:nvPr/>
        </p:nvPicPr>
        <p:blipFill>
          <a:blip r:embed="rId10">
            <a:alphaModFix/>
          </a:blip>
          <a:stretch>
            <a:fillRect/>
          </a:stretch>
        </p:blipFill>
        <p:spPr>
          <a:xfrm>
            <a:off x="6996261" y="4493200"/>
            <a:ext cx="140000" cy="140000"/>
          </a:xfrm>
          <a:prstGeom prst="rect">
            <a:avLst/>
          </a:prstGeom>
          <a:noFill/>
          <a:ln>
            <a:noFill/>
          </a:ln>
        </p:spPr>
      </p:pic>
      <p:sp>
        <p:nvSpPr>
          <p:cNvPr id="4041" name="Google Shape;4041;p341"/>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1"/>
              </a:rPr>
              <a:t>4.4/5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2"/>
              </a:rPr>
              <a:t>3.3M ratings</a:t>
            </a:r>
            <a:endParaRPr sz="700">
              <a:solidFill>
                <a:srgbClr val="808080"/>
              </a:solidFill>
              <a:latin typeface="Poppins"/>
              <a:ea typeface="Poppins"/>
              <a:cs typeface="Poppins"/>
              <a:sym typeface="Poppins"/>
            </a:endParaRPr>
          </a:p>
        </p:txBody>
      </p:sp>
      <p:pic>
        <p:nvPicPr>
          <p:cNvPr id="4042" name="Google Shape;4042;p341"/>
          <p:cNvPicPr preferRelativeResize="0"/>
          <p:nvPr/>
        </p:nvPicPr>
        <p:blipFill>
          <a:blip r:embed="rId13">
            <a:alphaModFix/>
          </a:blip>
          <a:stretch>
            <a:fillRect/>
          </a:stretch>
        </p:blipFill>
        <p:spPr>
          <a:xfrm>
            <a:off x="8059595" y="4483200"/>
            <a:ext cx="500000" cy="150000"/>
          </a:xfrm>
          <a:prstGeom prst="rect">
            <a:avLst/>
          </a:prstGeom>
          <a:noFill/>
          <a:ln>
            <a:noFill/>
          </a:ln>
        </p:spPr>
      </p:pic>
      <p:sp>
        <p:nvSpPr>
          <p:cNvPr id="4043" name="Google Shape;4043;p341"/>
          <p:cNvSpPr/>
          <p:nvPr/>
        </p:nvSpPr>
        <p:spPr>
          <a:xfrm>
            <a:off x="5200000" y="1780000"/>
            <a:ext cx="3669900" cy="8298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50M+ global, 6M ES</a:t>
            </a:r>
            <a:r>
              <a:rPr lang="en-US" sz="1200">
                <a:solidFill>
                  <a:schemeClr val="dk1"/>
                </a:solidFill>
                <a:uFill>
                  <a:noFill/>
                </a:uFill>
                <a:latin typeface="Poppins"/>
                <a:ea typeface="Poppins"/>
                <a:cs typeface="Poppins"/>
                <a:sym typeface="Poppins"/>
                <a:hlinkClick r:id="rId14">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5">
                  <a:extLst>
                    <a:ext uri="{A12FA001-AC4F-418D-AE19-62706E023703}">
                      <ahyp:hlinkClr val="tx"/>
                    </a:ext>
                  </a:extLst>
                </a:hlinkClick>
              </a:rPr>
              <a:t>(1)</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Revenue</a:t>
            </a:r>
            <a:r>
              <a:rPr b="1" lang="en-US" sz="1200">
                <a:solidFill>
                  <a:schemeClr val="dk1"/>
                </a:solidFill>
                <a:latin typeface="Poppins"/>
                <a:ea typeface="Poppins"/>
                <a:cs typeface="Poppins"/>
                <a:sym typeface="Poppins"/>
              </a:rPr>
              <a:t>: $4B+ (2024)</a:t>
            </a:r>
            <a:r>
              <a:rPr lang="en-US" sz="700">
                <a:solidFill>
                  <a:schemeClr val="dk1"/>
                </a:solidFill>
                <a:uFill>
                  <a:noFill/>
                </a:uFill>
                <a:latin typeface="Poppins"/>
                <a:ea typeface="Poppins"/>
                <a:cs typeface="Poppins"/>
                <a:sym typeface="Poppins"/>
                <a:hlinkClick r:id="rId16">
                  <a:extLst>
                    <a:ext uri="{A12FA001-AC4F-418D-AE19-62706E023703}">
                      <ahyp:hlinkClr val="tx"/>
                    </a:ext>
                  </a:extLst>
                </a:hlinkClick>
              </a:rPr>
              <a:t> (2)</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Market</a:t>
            </a:r>
            <a:r>
              <a:rPr b="1" lang="en-US" sz="1200">
                <a:solidFill>
                  <a:schemeClr val="dk1"/>
                </a:solidFill>
                <a:latin typeface="Poppins"/>
                <a:ea typeface="Poppins"/>
                <a:cs typeface="Poppins"/>
                <a:sym typeface="Poppins"/>
              </a:rPr>
              <a:t>: 19.8% new accts ES</a:t>
            </a:r>
            <a:r>
              <a:rPr lang="en-US" sz="1200">
                <a:solidFill>
                  <a:schemeClr val="dk1"/>
                </a:solidFill>
                <a:uFill>
                  <a:noFill/>
                </a:uFill>
                <a:latin typeface="Poppins"/>
                <a:ea typeface="Poppins"/>
                <a:cs typeface="Poppins"/>
                <a:sym typeface="Poppins"/>
                <a:hlinkClick r:id="rId17">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8">
                  <a:extLst>
                    <a:ext uri="{A12FA001-AC4F-418D-AE19-62706E023703}">
                      <ahyp:hlinkClr val="tx"/>
                    </a:ext>
                  </a:extLst>
                </a:hlinkClick>
              </a:rPr>
              <a:t>(3)</a:t>
            </a:r>
            <a:endParaRPr sz="700">
              <a:solidFill>
                <a:schemeClr val="dk1"/>
              </a:solidFill>
              <a:latin typeface="Poppins"/>
              <a:ea typeface="Poppins"/>
              <a:cs typeface="Poppins"/>
              <a:sym typeface="Poppins"/>
            </a:endParaRPr>
          </a:p>
        </p:txBody>
      </p:sp>
      <p:sp>
        <p:nvSpPr>
          <p:cNvPr id="4044" name="Google Shape;4044;p341"/>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chemeClr val="hlink"/>
                </a:solidFill>
                <a:latin typeface="Poppins"/>
                <a:ea typeface="Poppins"/>
                <a:cs typeface="Poppins"/>
                <a:sym typeface="Poppins"/>
                <a:hlinkClick r:id="rId19"/>
              </a:rPr>
              <a:t>Revolut docs</a:t>
            </a:r>
            <a:endParaRPr b="1" sz="900" u="sng">
              <a:solidFill>
                <a:srgbClr val="333333"/>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048" name="Shape 4048"/>
        <p:cNvGrpSpPr/>
        <p:nvPr/>
      </p:nvGrpSpPr>
      <p:grpSpPr>
        <a:xfrm>
          <a:off x="0" y="0"/>
          <a:ext cx="0" cy="0"/>
          <a:chOff x="0" y="0"/>
          <a:chExt cx="0" cy="0"/>
        </a:xfrm>
      </p:grpSpPr>
      <p:sp>
        <p:nvSpPr>
          <p:cNvPr id="4049" name="Google Shape;4049;p342"/>
          <p:cNvSpPr/>
          <p:nvPr/>
        </p:nvSpPr>
        <p:spPr>
          <a:xfrm>
            <a:off x="120150" y="402300"/>
            <a:ext cx="8903700" cy="46317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image.png" id="4050" name="Google Shape;4050;p342"/>
          <p:cNvPicPr preferRelativeResize="0"/>
          <p:nvPr/>
        </p:nvPicPr>
        <p:blipFill rotWithShape="1">
          <a:blip r:embed="rId3">
            <a:alphaModFix/>
          </a:blip>
          <a:srcRect b="0" l="0" r="0" t="0"/>
          <a:stretch/>
        </p:blipFill>
        <p:spPr>
          <a:xfrm>
            <a:off x="195000" y="600036"/>
            <a:ext cx="1987505" cy="174900"/>
          </a:xfrm>
          <a:prstGeom prst="rect">
            <a:avLst/>
          </a:prstGeom>
          <a:noFill/>
          <a:ln>
            <a:noFill/>
          </a:ln>
        </p:spPr>
      </p:pic>
      <p:sp>
        <p:nvSpPr>
          <p:cNvPr id="4051" name="Google Shape;4051;p342"/>
          <p:cNvSpPr txBox="1"/>
          <p:nvPr/>
        </p:nvSpPr>
        <p:spPr>
          <a:xfrm>
            <a:off x="2297875" y="430000"/>
            <a:ext cx="6543600" cy="6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900" u="none" cap="none" strike="noStrike">
                <a:solidFill>
                  <a:srgbClr val="000000"/>
                </a:solidFill>
                <a:latin typeface="Inter Tight Black"/>
                <a:ea typeface="Inter Tight Black"/>
                <a:cs typeface="Inter Tight Black"/>
                <a:sym typeface="Inter Tight Black"/>
              </a:rPr>
              <a:t>The Irresistible Offer, </a:t>
            </a:r>
            <a:r>
              <a:rPr i="0" lang="en-US" sz="1900" u="none" cap="none" strike="noStrike">
                <a:solidFill>
                  <a:srgbClr val="000000"/>
                </a:solidFill>
                <a:latin typeface="Inter Tight Black"/>
                <a:ea typeface="Inter Tight Black"/>
                <a:cs typeface="Inter Tight Black"/>
                <a:sym typeface="Inter Tight Black"/>
              </a:rPr>
              <a:t>Great Pricing Compels Users Despite Operational Weaknesses</a:t>
            </a:r>
            <a:r>
              <a:rPr lang="en-US" sz="1900">
                <a:latin typeface="Inter Tight Black"/>
                <a:ea typeface="Inter Tight Black"/>
                <a:cs typeface="Inter Tight Black"/>
                <a:sym typeface="Inter Tight Black"/>
              </a:rPr>
              <a:t>.</a:t>
            </a:r>
            <a:endParaRPr i="0" sz="1900" u="none" cap="none" strike="noStrike">
              <a:solidFill>
                <a:srgbClr val="000000"/>
              </a:solidFill>
              <a:latin typeface="Inter Tight Black"/>
              <a:ea typeface="Inter Tight Black"/>
              <a:cs typeface="Inter Tight Black"/>
              <a:sym typeface="Inter Tight Black"/>
            </a:endParaRPr>
          </a:p>
          <a:p>
            <a:pPr indent="0" lvl="0" marL="0" marR="0" rtl="0" algn="l">
              <a:lnSpc>
                <a:spcPct val="100000"/>
              </a:lnSpc>
              <a:spcBef>
                <a:spcPts val="0"/>
              </a:spcBef>
              <a:spcAft>
                <a:spcPts val="0"/>
              </a:spcAft>
              <a:buNone/>
            </a:pPr>
            <a:r>
              <a:t/>
            </a:r>
            <a:endParaRPr sz="1900">
              <a:latin typeface="Inter Tight Black"/>
              <a:ea typeface="Inter Tight Black"/>
              <a:cs typeface="Inter Tight Black"/>
              <a:sym typeface="Inter Tight Black"/>
            </a:endParaRPr>
          </a:p>
        </p:txBody>
      </p:sp>
      <p:pic>
        <p:nvPicPr>
          <p:cNvPr descr="medal_badge.png" id="4052" name="Google Shape;4052;p342"/>
          <p:cNvPicPr preferRelativeResize="0"/>
          <p:nvPr/>
        </p:nvPicPr>
        <p:blipFill rotWithShape="1">
          <a:blip r:embed="rId4">
            <a:alphaModFix/>
          </a:blip>
          <a:srcRect b="0" l="0" r="0" t="0"/>
          <a:stretch/>
        </p:blipFill>
        <p:spPr>
          <a:xfrm>
            <a:off x="136137" y="1048376"/>
            <a:ext cx="610187" cy="610188"/>
          </a:xfrm>
          <a:prstGeom prst="rect">
            <a:avLst/>
          </a:prstGeom>
          <a:noFill/>
          <a:ln>
            <a:noFill/>
          </a:ln>
        </p:spPr>
      </p:pic>
      <p:sp>
        <p:nvSpPr>
          <p:cNvPr id="4053" name="Google Shape;4053;p342"/>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Poppins"/>
                <a:ea typeface="Poppins"/>
                <a:cs typeface="Poppins"/>
                <a:sym typeface="Poppins"/>
              </a:rPr>
              <a:t>Trade Republic uses powerful financial incentives like market-leading interest rates (2.02% APR) and a flat 1 EUR trading fee, combined with hyper-localization, to attract "Aspirational Wealth Builders." However, it suffers from a "Systemic Operational Collapse" in customer service, leading to users being trapped in auto-generated response loops. This results in "Mercenary Loyalty" where customer allegiance is purely transactional and highly vulnerable to competitors.</a:t>
            </a:r>
            <a:endParaRPr/>
          </a:p>
        </p:txBody>
      </p:sp>
      <p:sp>
        <p:nvSpPr>
          <p:cNvPr id="4054" name="Google Shape;4054;p342"/>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5" name="Google Shape;4055;p342"/>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Strengths</a:t>
            </a:r>
            <a:endParaRPr/>
          </a:p>
        </p:txBody>
      </p:sp>
      <p:sp>
        <p:nvSpPr>
          <p:cNvPr id="4056" name="Google Shape;4056;p342"/>
          <p:cNvSpPr txBox="1"/>
          <p:nvPr/>
        </p:nvSpPr>
        <p:spPr>
          <a:xfrm>
            <a:off x="545000" y="1780000"/>
            <a:ext cx="4440000" cy="12315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Aggressive Hyper-Localized Offer:</a:t>
            </a:r>
            <a:r>
              <a:rPr b="0" i="0" lang="en-US" sz="800" u="none" cap="none" strike="noStrike">
                <a:solidFill>
                  <a:srgbClr val="333333"/>
                </a:solidFill>
                <a:latin typeface="Poppins"/>
                <a:ea typeface="Poppins"/>
                <a:cs typeface="Poppins"/>
                <a:sym typeface="Poppins"/>
              </a:rPr>
              <a:t> 2.02% APR on unlimited cash + Spanish IBAN + Bizum integration addresses key user needs directly.</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Low Transparent Costs:</a:t>
            </a:r>
            <a:r>
              <a:rPr b="0" i="0" lang="en-US" sz="800" u="none" cap="none" strike="noStrike">
                <a:solidFill>
                  <a:srgbClr val="333333"/>
                </a:solidFill>
                <a:latin typeface="Poppins"/>
                <a:ea typeface="Poppins"/>
                <a:cs typeface="Poppins"/>
                <a:sym typeface="Poppins"/>
              </a:rPr>
              <a:t> Simple 1 EUR per trade and free savings plans democratize access to investing for new users.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Intuitive UX:</a:t>
            </a:r>
            <a:r>
              <a:rPr b="0" i="0" lang="en-US" sz="800" u="none" cap="none" strike="noStrike">
                <a:solidFill>
                  <a:srgbClr val="333333"/>
                </a:solidFill>
                <a:latin typeface="Poppins"/>
                <a:ea typeface="Poppins"/>
                <a:cs typeface="Poppins"/>
                <a:sym typeface="Poppins"/>
              </a:rPr>
              <a:t> Mobile app widely praised for simplicity, significantly lowering the barrier to entry for first-time investors.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Strong Regulatory Foundation:</a:t>
            </a:r>
            <a:r>
              <a:rPr b="0" i="0" lang="en-US" sz="800" u="none" cap="none" strike="noStrike">
                <a:solidFill>
                  <a:srgbClr val="333333"/>
                </a:solidFill>
                <a:latin typeface="Poppins"/>
                <a:ea typeface="Poppins"/>
                <a:cs typeface="Poppins"/>
                <a:sym typeface="Poppins"/>
              </a:rPr>
              <a:t> Licensed German bank under BaFin and ECB supervision provides legitimacy and security.</a:t>
            </a:r>
            <a:endParaRPr/>
          </a:p>
        </p:txBody>
      </p:sp>
      <p:sp>
        <p:nvSpPr>
          <p:cNvPr id="4057" name="Google Shape;4057;p342"/>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8" name="Google Shape;4058;p342"/>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Weaknesses</a:t>
            </a:r>
            <a:endParaRPr/>
          </a:p>
        </p:txBody>
      </p:sp>
      <p:sp>
        <p:nvSpPr>
          <p:cNvPr id="4059" name="Google Shape;4059;p342"/>
          <p:cNvSpPr txBox="1"/>
          <p:nvPr/>
        </p:nvSpPr>
        <p:spPr>
          <a:xfrm>
            <a:off x="545000" y="3450000"/>
            <a:ext cx="4440000" cy="12315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Systematically Deficient Support:</a:t>
            </a:r>
            <a:r>
              <a:rPr b="0" i="0" lang="en-US" sz="800" u="none" cap="none" strike="noStrike">
                <a:solidFill>
                  <a:srgbClr val="333333"/>
                </a:solidFill>
                <a:latin typeface="Poppins"/>
                <a:ea typeface="Poppins"/>
                <a:cs typeface="Poppins"/>
                <a:sym typeface="Poppins"/>
              </a:rPr>
              <a:t> Most cited weakness — described as "the worst thing in the history of service."</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High Reputational Risk:</a:t>
            </a:r>
            <a:r>
              <a:rPr b="0" i="0" lang="en-US" sz="800" u="none" cap="none" strike="noStrike">
                <a:solidFill>
                  <a:srgbClr val="333333"/>
                </a:solidFill>
                <a:latin typeface="Poppins"/>
                <a:ea typeface="Poppins"/>
                <a:cs typeface="Poppins"/>
                <a:sym typeface="Poppins"/>
              </a:rPr>
              <a:t> Large volume of "horror stories" on Reddit actively deter new users. Polarized brand sentiment.</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Technical Failures:</a:t>
            </a:r>
            <a:r>
              <a:rPr b="0" i="0" lang="en-US" sz="800" u="none" cap="none" strike="noStrike">
                <a:solidFill>
                  <a:srgbClr val="333333"/>
                </a:solidFill>
                <a:latin typeface="Poppins"/>
                <a:ea typeface="Poppins"/>
                <a:cs typeface="Poppins"/>
                <a:sym typeface="Poppins"/>
              </a:rPr>
              <a:t> Frequent reports of frozen funds, failed transfers, and critical operational issues.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Vulnerable Business Model:</a:t>
            </a:r>
            <a:r>
              <a:rPr b="0" i="0" lang="en-US" sz="800" u="none" cap="none" strike="noStrike">
                <a:solidFill>
                  <a:srgbClr val="333333"/>
                </a:solidFill>
                <a:latin typeface="Poppins"/>
                <a:ea typeface="Poppins"/>
                <a:cs typeface="Poppins"/>
                <a:sym typeface="Poppins"/>
              </a:rPr>
              <a:t> Reliance on PFOF faces regulatory threat with potential EU ban.</a:t>
            </a:r>
            <a:endParaRPr/>
          </a:p>
        </p:txBody>
      </p:sp>
      <p:sp>
        <p:nvSpPr>
          <p:cNvPr id="4060" name="Google Shape;4060;p342"/>
          <p:cNvSpPr/>
          <p:nvPr/>
        </p:nvSpPr>
        <p:spPr>
          <a:xfrm>
            <a:off x="5200000" y="2527125"/>
            <a:ext cx="1850100" cy="1813500"/>
          </a:xfrm>
          <a:prstGeom prst="roundRect">
            <a:avLst>
              <a:gd fmla="val 5000" name="adj"/>
            </a:avLst>
          </a:prstGeom>
          <a:solidFill>
            <a:srgbClr val="D6ED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1" name="Google Shape;4061;p342"/>
          <p:cNvSpPr txBox="1"/>
          <p:nvPr/>
        </p:nvSpPr>
        <p:spPr>
          <a:xfrm>
            <a:off x="51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4062" name="Google Shape;4062;p342"/>
          <p:cNvSpPr txBox="1"/>
          <p:nvPr/>
        </p:nvSpPr>
        <p:spPr>
          <a:xfrm>
            <a:off x="52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Value Offer:</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"2.02% APR, flat 1 EUR trades, Spanish IBAN with Bizum — unmatched combination for new investors."</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Simplicity:</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"The app is incredibly simple. Lowered the barrier for me to start investing."</a:t>
            </a:r>
            <a:endParaRPr sz="1300"/>
          </a:p>
        </p:txBody>
      </p:sp>
      <p:sp>
        <p:nvSpPr>
          <p:cNvPr id="4063" name="Google Shape;4063;p342"/>
          <p:cNvSpPr/>
          <p:nvPr/>
        </p:nvSpPr>
        <p:spPr>
          <a:xfrm>
            <a:off x="7100000" y="2527125"/>
            <a:ext cx="1850100" cy="1813500"/>
          </a:xfrm>
          <a:prstGeom prst="roundRect">
            <a:avLst>
              <a:gd fmla="val 5000" name="adj"/>
            </a:avLst>
          </a:prstGeom>
          <a:solidFill>
            <a:srgbClr val="F5D0D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4" name="Google Shape;4064;p342"/>
          <p:cNvSpPr txBox="1"/>
          <p:nvPr/>
        </p:nvSpPr>
        <p:spPr>
          <a:xfrm>
            <a:off x="70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4065" name="Google Shape;4065;p342"/>
          <p:cNvSpPr txBox="1"/>
          <p:nvPr/>
        </p:nvSpPr>
        <p:spPr>
          <a:xfrm>
            <a:off x="71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Worst Service:</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"The worst service in history. Trapped in automated loops with no human escalation."</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Horror Stories:</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"Reddit is full of frozen fund horror stories. I'm scared to deposit more money."</a:t>
            </a:r>
            <a:endParaRPr sz="1300"/>
          </a:p>
        </p:txBody>
      </p:sp>
      <p:sp>
        <p:nvSpPr>
          <p:cNvPr id="4066" name="Google Shape;4066;p342"/>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067" name="Google Shape;4067;p342"/>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8" name="Google Shape;4068;p342"/>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5"/>
              </a:rPr>
              <a:t>3.3/5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6"/>
              </a:rPr>
              <a:t>33K</a:t>
            </a:r>
            <a:endParaRPr sz="700">
              <a:solidFill>
                <a:srgbClr val="808080"/>
              </a:solidFill>
              <a:latin typeface="Poppins"/>
              <a:ea typeface="Poppins"/>
              <a:cs typeface="Poppins"/>
              <a:sym typeface="Poppins"/>
            </a:endParaRPr>
          </a:p>
        </p:txBody>
      </p:sp>
      <p:pic>
        <p:nvPicPr>
          <p:cNvPr id="4069" name="Google Shape;4069;p342"/>
          <p:cNvPicPr preferRelativeResize="0"/>
          <p:nvPr/>
        </p:nvPicPr>
        <p:blipFill>
          <a:blip r:embed="rId7">
            <a:alphaModFix/>
          </a:blip>
          <a:stretch>
            <a:fillRect/>
          </a:stretch>
        </p:blipFill>
        <p:spPr>
          <a:xfrm>
            <a:off x="5572929" y="4508200"/>
            <a:ext cx="500000" cy="125000"/>
          </a:xfrm>
          <a:prstGeom prst="rect">
            <a:avLst/>
          </a:prstGeom>
          <a:noFill/>
          <a:ln>
            <a:noFill/>
          </a:ln>
        </p:spPr>
      </p:pic>
      <p:sp>
        <p:nvSpPr>
          <p:cNvPr id="4070" name="Google Shape;4070;p342"/>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8"/>
              </a:rPr>
              <a:t>4.8/5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9"/>
              </a:rPr>
              <a:t>53K</a:t>
            </a:r>
            <a:endParaRPr sz="700">
              <a:solidFill>
                <a:srgbClr val="808080"/>
              </a:solidFill>
              <a:latin typeface="Poppins"/>
              <a:ea typeface="Poppins"/>
              <a:cs typeface="Poppins"/>
              <a:sym typeface="Poppins"/>
            </a:endParaRPr>
          </a:p>
        </p:txBody>
      </p:sp>
      <p:pic>
        <p:nvPicPr>
          <p:cNvPr id="4071" name="Google Shape;4071;p342"/>
          <p:cNvPicPr preferRelativeResize="0"/>
          <p:nvPr/>
        </p:nvPicPr>
        <p:blipFill>
          <a:blip r:embed="rId10">
            <a:alphaModFix/>
          </a:blip>
          <a:stretch>
            <a:fillRect/>
          </a:stretch>
        </p:blipFill>
        <p:spPr>
          <a:xfrm>
            <a:off x="6996261" y="4493200"/>
            <a:ext cx="140000" cy="140000"/>
          </a:xfrm>
          <a:prstGeom prst="rect">
            <a:avLst/>
          </a:prstGeom>
          <a:noFill/>
          <a:ln>
            <a:noFill/>
          </a:ln>
        </p:spPr>
      </p:pic>
      <p:sp>
        <p:nvSpPr>
          <p:cNvPr id="4072" name="Google Shape;4072;p342"/>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1"/>
              </a:rPr>
              <a:t>2.2/5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2"/>
              </a:rPr>
              <a:t>107K</a:t>
            </a:r>
            <a:endParaRPr sz="700">
              <a:solidFill>
                <a:srgbClr val="808080"/>
              </a:solidFill>
              <a:latin typeface="Poppins"/>
              <a:ea typeface="Poppins"/>
              <a:cs typeface="Poppins"/>
              <a:sym typeface="Poppins"/>
            </a:endParaRPr>
          </a:p>
        </p:txBody>
      </p:sp>
      <p:pic>
        <p:nvPicPr>
          <p:cNvPr id="4073" name="Google Shape;4073;p342"/>
          <p:cNvPicPr preferRelativeResize="0"/>
          <p:nvPr/>
        </p:nvPicPr>
        <p:blipFill>
          <a:blip r:embed="rId13">
            <a:alphaModFix/>
          </a:blip>
          <a:stretch>
            <a:fillRect/>
          </a:stretch>
        </p:blipFill>
        <p:spPr>
          <a:xfrm>
            <a:off x="8059595" y="4483200"/>
            <a:ext cx="500000" cy="150000"/>
          </a:xfrm>
          <a:prstGeom prst="rect">
            <a:avLst/>
          </a:prstGeom>
          <a:noFill/>
          <a:ln>
            <a:noFill/>
          </a:ln>
        </p:spPr>
      </p:pic>
      <p:sp>
        <p:nvSpPr>
          <p:cNvPr id="4074" name="Google Shape;4074;p342"/>
          <p:cNvSpPr/>
          <p:nvPr/>
        </p:nvSpPr>
        <p:spPr>
          <a:xfrm>
            <a:off x="5200000" y="1700950"/>
            <a:ext cx="3669900" cy="766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8M+ global, &gt;1M ES</a:t>
            </a:r>
            <a:r>
              <a:rPr lang="en-US" sz="700" u="sng">
                <a:solidFill>
                  <a:schemeClr val="dk1"/>
                </a:solidFill>
                <a:latin typeface="Poppins"/>
                <a:ea typeface="Poppins"/>
                <a:cs typeface="Poppins"/>
                <a:sym typeface="Poppins"/>
                <a:hlinkClick r:id="rId14">
                  <a:extLst>
                    <a:ext uri="{A12FA001-AC4F-418D-AE19-62706E023703}">
                      <ahyp:hlinkClr val="tx"/>
                    </a:ext>
                  </a:extLst>
                </a:hlinkClick>
              </a:rPr>
              <a:t> (1)</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Revenue</a:t>
            </a:r>
            <a:r>
              <a:rPr b="1" lang="en-US" sz="1200">
                <a:solidFill>
                  <a:schemeClr val="dk1"/>
                </a:solidFill>
                <a:latin typeface="Poppins"/>
                <a:ea typeface="Poppins"/>
                <a:cs typeface="Poppins"/>
                <a:sym typeface="Poppins"/>
              </a:rPr>
              <a:t>: €272M (2024)</a:t>
            </a:r>
            <a:r>
              <a:rPr lang="en-US" sz="700" u="sng">
                <a:solidFill>
                  <a:schemeClr val="dk1"/>
                </a:solidFill>
                <a:latin typeface="Poppins"/>
                <a:ea typeface="Poppins"/>
                <a:cs typeface="Poppins"/>
                <a:sym typeface="Poppins"/>
                <a:hlinkClick r:id="rId15">
                  <a:extLst>
                    <a:ext uri="{A12FA001-AC4F-418D-AE19-62706E023703}">
                      <ahyp:hlinkClr val="tx"/>
                    </a:ext>
                  </a:extLst>
                </a:hlinkClick>
              </a:rPr>
              <a:t> (2)</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Market</a:t>
            </a:r>
            <a:r>
              <a:rPr b="1" lang="en-US" sz="1200">
                <a:solidFill>
                  <a:schemeClr val="dk1"/>
                </a:solidFill>
                <a:latin typeface="Poppins"/>
                <a:ea typeface="Poppins"/>
                <a:cs typeface="Poppins"/>
                <a:sym typeface="Poppins"/>
              </a:rPr>
              <a:t>: Emerging (Spain)</a:t>
            </a:r>
            <a:r>
              <a:rPr lang="en-US" sz="700" u="sng">
                <a:solidFill>
                  <a:schemeClr val="dk1"/>
                </a:solidFill>
                <a:latin typeface="Poppins"/>
                <a:ea typeface="Poppins"/>
                <a:cs typeface="Poppins"/>
                <a:sym typeface="Poppins"/>
                <a:hlinkClick r:id="rId16">
                  <a:extLst>
                    <a:ext uri="{A12FA001-AC4F-418D-AE19-62706E023703}">
                      <ahyp:hlinkClr val="tx"/>
                    </a:ext>
                  </a:extLst>
                </a:hlinkClick>
              </a:rPr>
              <a:t> (3)</a:t>
            </a:r>
            <a:endParaRPr sz="700" u="sng">
              <a:solidFill>
                <a:schemeClr val="dk1"/>
              </a:solidFill>
              <a:latin typeface="Poppins"/>
              <a:ea typeface="Poppins"/>
              <a:cs typeface="Poppins"/>
              <a:sym typeface="Poppins"/>
            </a:endParaRPr>
          </a:p>
        </p:txBody>
      </p:sp>
      <p:sp>
        <p:nvSpPr>
          <p:cNvPr id="4075" name="Google Shape;4075;p342"/>
          <p:cNvSpPr txBox="1"/>
          <p:nvPr/>
        </p:nvSpPr>
        <p:spPr>
          <a:xfrm>
            <a:off x="6393397" y="96700"/>
            <a:ext cx="15558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chemeClr val="hlink"/>
                </a:solidFill>
                <a:latin typeface="Poppins"/>
                <a:ea typeface="Poppins"/>
                <a:cs typeface="Poppins"/>
                <a:sym typeface="Poppins"/>
                <a:hlinkClick r:id="rId17"/>
              </a:rPr>
              <a:t>Trade Republic docs</a:t>
            </a:r>
            <a:endParaRPr b="1" sz="900" u="sng">
              <a:solidFill>
                <a:srgbClr val="333333"/>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079" name="Shape 4079"/>
        <p:cNvGrpSpPr/>
        <p:nvPr/>
      </p:nvGrpSpPr>
      <p:grpSpPr>
        <a:xfrm>
          <a:off x="0" y="0"/>
          <a:ext cx="0" cy="0"/>
          <a:chOff x="0" y="0"/>
          <a:chExt cx="0" cy="0"/>
        </a:xfrm>
      </p:grpSpPr>
      <p:sp>
        <p:nvSpPr>
          <p:cNvPr id="4080" name="Google Shape;4080;p343"/>
          <p:cNvSpPr/>
          <p:nvPr/>
        </p:nvSpPr>
        <p:spPr>
          <a:xfrm>
            <a:off x="120150" y="402300"/>
            <a:ext cx="8903700" cy="46317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1" name="Google Shape;4081;p343"/>
          <p:cNvSpPr/>
          <p:nvPr/>
        </p:nvSpPr>
        <p:spPr>
          <a:xfrm>
            <a:off x="5200000" y="2651238"/>
            <a:ext cx="1850100" cy="1689300"/>
          </a:xfrm>
          <a:prstGeom prst="roundRect">
            <a:avLst>
              <a:gd fmla="val 5000" name="adj"/>
            </a:avLst>
          </a:prstGeom>
          <a:solidFill>
            <a:srgbClr val="D6ED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2" name="Google Shape;4082;p343"/>
          <p:cNvSpPr/>
          <p:nvPr/>
        </p:nvSpPr>
        <p:spPr>
          <a:xfrm>
            <a:off x="7100000" y="2651238"/>
            <a:ext cx="1850100" cy="1689300"/>
          </a:xfrm>
          <a:prstGeom prst="roundRect">
            <a:avLst>
              <a:gd fmla="val 5000" name="adj"/>
            </a:avLst>
          </a:prstGeom>
          <a:solidFill>
            <a:srgbClr val="F5D0D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4083" name="Google Shape;4083;p343"/>
          <p:cNvPicPr preferRelativeResize="0"/>
          <p:nvPr/>
        </p:nvPicPr>
        <p:blipFill rotWithShape="1">
          <a:blip r:embed="rId3">
            <a:alphaModFix/>
          </a:blip>
          <a:srcRect b="0" l="0" r="0" t="0"/>
          <a:stretch/>
        </p:blipFill>
        <p:spPr>
          <a:xfrm>
            <a:off x="195182" y="467968"/>
            <a:ext cx="1185166" cy="355550"/>
          </a:xfrm>
          <a:prstGeom prst="rect">
            <a:avLst/>
          </a:prstGeom>
          <a:noFill/>
          <a:ln>
            <a:noFill/>
          </a:ln>
        </p:spPr>
      </p:pic>
      <p:sp>
        <p:nvSpPr>
          <p:cNvPr id="4084" name="Google Shape;4084;p343"/>
          <p:cNvSpPr txBox="1"/>
          <p:nvPr/>
        </p:nvSpPr>
        <p:spPr>
          <a:xfrm>
            <a:off x="1460348" y="430000"/>
            <a:ext cx="7583700" cy="6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900" u="none" cap="none" strike="noStrike">
                <a:solidFill>
                  <a:srgbClr val="000000"/>
                </a:solidFill>
                <a:latin typeface="Inter Tight Black"/>
                <a:ea typeface="Inter Tight Black"/>
                <a:cs typeface="Inter Tight Black"/>
                <a:sym typeface="Inter Tight Black"/>
              </a:rPr>
              <a:t>The Strategic Dual Identity, Global Institution and Digital Ally with a Superior App</a:t>
            </a:r>
            <a:r>
              <a:rPr lang="en-US" sz="1900">
                <a:latin typeface="Inter Tight Black"/>
                <a:ea typeface="Inter Tight Black"/>
                <a:cs typeface="Inter Tight Black"/>
                <a:sym typeface="Inter Tight Black"/>
              </a:rPr>
              <a:t> (</a:t>
            </a:r>
            <a:r>
              <a:rPr b="0" i="0" lang="en-US" sz="1900" u="none" cap="none" strike="noStrike">
                <a:solidFill>
                  <a:srgbClr val="000000"/>
                </a:solidFill>
                <a:latin typeface="Inter Tight Black"/>
                <a:ea typeface="Inter Tight Black"/>
                <a:cs typeface="Inter Tight Black"/>
                <a:sym typeface="Inter Tight Black"/>
              </a:rPr>
              <a:t> Now Its Biggest Liability)</a:t>
            </a:r>
            <a:endParaRPr sz="1900"/>
          </a:p>
        </p:txBody>
      </p:sp>
      <p:pic>
        <p:nvPicPr>
          <p:cNvPr descr="medal_badge.png" id="4085" name="Google Shape;4085;p343"/>
          <p:cNvPicPr preferRelativeResize="0"/>
          <p:nvPr/>
        </p:nvPicPr>
        <p:blipFill rotWithShape="1">
          <a:blip r:embed="rId4">
            <a:alphaModFix/>
          </a:blip>
          <a:srcRect b="0" l="0" r="0" t="0"/>
          <a:stretch/>
        </p:blipFill>
        <p:spPr>
          <a:xfrm>
            <a:off x="270000" y="1043624"/>
            <a:ext cx="380000" cy="380000"/>
          </a:xfrm>
          <a:prstGeom prst="rect">
            <a:avLst/>
          </a:prstGeom>
          <a:noFill/>
          <a:ln>
            <a:noFill/>
          </a:ln>
        </p:spPr>
      </p:pic>
      <p:sp>
        <p:nvSpPr>
          <p:cNvPr id="4086" name="Google Shape;4086;p343"/>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Poppins"/>
                <a:ea typeface="Poppins"/>
                <a:cs typeface="Poppins"/>
                <a:sym typeface="Poppins"/>
              </a:rPr>
              <a:t>BBVA operates as both a global institution for corporate audiences and a technological ally for digital-first customers. Its "Digital Welcome Package" — zero-fee online account, superior mobile app, and security features like the Aqua Card — drives acquisition. It employs a "Dual Funnel" blending direct marketing with brand building. However, its "Support Vacuum" and a disastrous app update have created a significant promise-reality gap.</a:t>
            </a:r>
            <a:endParaRPr/>
          </a:p>
        </p:txBody>
      </p:sp>
      <p:sp>
        <p:nvSpPr>
          <p:cNvPr id="4087" name="Google Shape;4087;p343"/>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8" name="Google Shape;4088;p343"/>
          <p:cNvSpPr txBox="1"/>
          <p:nvPr/>
        </p:nvSpPr>
        <p:spPr>
          <a:xfrm rot="-5400000">
            <a:off x="-451500" y="2366600"/>
            <a:ext cx="1569900" cy="276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Strengths</a:t>
            </a:r>
            <a:endParaRPr/>
          </a:p>
        </p:txBody>
      </p:sp>
      <p:sp>
        <p:nvSpPr>
          <p:cNvPr id="4089" name="Google Shape;4089;p343"/>
          <p:cNvSpPr txBox="1"/>
          <p:nvPr/>
        </p:nvSpPr>
        <p:spPr>
          <a:xfrm>
            <a:off x="545000" y="1780000"/>
            <a:ext cx="4440000" cy="1231500"/>
          </a:xfrm>
          <a:prstGeom prst="rect">
            <a:avLst/>
          </a:prstGeom>
          <a:noFill/>
          <a:ln>
            <a:noFill/>
          </a:ln>
        </p:spPr>
        <p:txBody>
          <a:bodyPr anchorCtr="0" anchor="t" bIns="45700" lIns="91425" spcFirstLastPara="1" rIns="91425" wrap="square" tIns="45700">
            <a:no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Historic Digital Leadership:</a:t>
            </a:r>
            <a:r>
              <a:rPr b="0" i="0" lang="en-US" sz="800" u="none" cap="none" strike="noStrike">
                <a:solidFill>
                  <a:srgbClr val="333333"/>
                </a:solidFill>
                <a:latin typeface="Poppins"/>
                <a:ea typeface="Poppins"/>
                <a:cs typeface="Poppins"/>
                <a:sym typeface="Poppins"/>
              </a:rPr>
              <a:t> App recognized 5 consecutive years as best in Europe by Forrester. Built a powerful innovative brand image.</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Powerful Acquisition Engine:</a:t>
            </a:r>
            <a:r>
              <a:rPr b="0" i="0" lang="en-US" sz="800" u="none" cap="none" strike="noStrike">
                <a:solidFill>
                  <a:srgbClr val="333333"/>
                </a:solidFill>
                <a:latin typeface="Poppins"/>
                <a:ea typeface="Poppins"/>
                <a:cs typeface="Poppins"/>
                <a:sym typeface="Poppins"/>
              </a:rPr>
              <a:t> 11M new customers in 2024 (66% digital). Strongest brand in Spain with "Aprendemos Juntos" (+1.8B views).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Proactive Cybersecurity:</a:t>
            </a:r>
            <a:r>
              <a:rPr b="0" i="0" lang="en-US" sz="800" u="none" cap="none" strike="noStrike">
                <a:solidFill>
                  <a:srgbClr val="333333"/>
                </a:solidFill>
                <a:latin typeface="Poppins"/>
                <a:ea typeface="Poppins"/>
                <a:cs typeface="Poppins"/>
                <a:sym typeface="Poppins"/>
              </a:rPr>
              <a:t> The area most consistently praised by users — fraud prevention builds deep institutional trust.</a:t>
            </a:r>
            <a:endParaRPr/>
          </a:p>
        </p:txBody>
      </p:sp>
      <p:sp>
        <p:nvSpPr>
          <p:cNvPr id="4090" name="Google Shape;4090;p343"/>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1" name="Google Shape;4091;p343"/>
          <p:cNvSpPr txBox="1"/>
          <p:nvPr/>
        </p:nvSpPr>
        <p:spPr>
          <a:xfrm rot="-5400000">
            <a:off x="-451500" y="4036600"/>
            <a:ext cx="1569900" cy="276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Weaknesses</a:t>
            </a:r>
            <a:endParaRPr/>
          </a:p>
        </p:txBody>
      </p:sp>
      <p:sp>
        <p:nvSpPr>
          <p:cNvPr id="4092" name="Google Shape;4092;p343"/>
          <p:cNvSpPr txBox="1"/>
          <p:nvPr/>
        </p:nvSpPr>
        <p:spPr>
          <a:xfrm>
            <a:off x="545000" y="3450000"/>
            <a:ext cx="4440000" cy="1231500"/>
          </a:xfrm>
          <a:prstGeom prst="rect">
            <a:avLst/>
          </a:prstGeom>
          <a:noFill/>
          <a:ln>
            <a:noFill/>
          </a:ln>
        </p:spPr>
        <p:txBody>
          <a:bodyPr anchorCtr="0" anchor="t" bIns="45700" lIns="91425" spcFirstLastPara="1" rIns="91425" wrap="square" tIns="45700">
            <a:no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Digital Experience Collapse:</a:t>
            </a:r>
            <a:r>
              <a:rPr b="0" i="0" lang="en-US" sz="800" u="none" cap="none" strike="noStrike">
                <a:solidFill>
                  <a:srgbClr val="333333"/>
                </a:solidFill>
                <a:latin typeface="Poppins"/>
                <a:ea typeface="Poppins"/>
                <a:cs typeface="Poppins"/>
                <a:sym typeface="Poppins"/>
              </a:rPr>
              <a:t> A disastrous app update turned its main asset into its biggest liability overnight.</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Systemic Service Failure:</a:t>
            </a:r>
            <a:r>
              <a:rPr b="0" i="0" lang="en-US" sz="800" u="none" cap="none" strike="noStrike">
                <a:solidFill>
                  <a:srgbClr val="333333"/>
                </a:solidFill>
                <a:latin typeface="Poppins"/>
                <a:ea typeface="Poppins"/>
                <a:cs typeface="Poppins"/>
                <a:sym typeface="Poppins"/>
              </a:rPr>
              <a:t> Service across traditional and remote channels is perceived as inaccessible and ineffective.</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Fee Erosion:</a:t>
            </a:r>
            <a:r>
              <a:rPr b="0" i="0" lang="en-US" sz="800" u="none" cap="none" strike="noStrike">
                <a:solidFill>
                  <a:srgbClr val="333333"/>
                </a:solidFill>
                <a:latin typeface="Poppins"/>
                <a:ea typeface="Poppins"/>
                <a:cs typeface="Poppins"/>
                <a:sym typeface="Poppins"/>
              </a:rPr>
              <a:t> Strong perception of "abusive" and non-transparent fees — the 40 EUR quarterly charge drives loyalty erosion.</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Uncompetitive Savings:</a:t>
            </a:r>
            <a:r>
              <a:rPr b="0" i="0" lang="en-US" sz="800" u="none" cap="none" strike="noStrike">
                <a:solidFill>
                  <a:srgbClr val="333333"/>
                </a:solidFill>
                <a:latin typeface="Poppins"/>
                <a:ea typeface="Poppins"/>
                <a:cs typeface="Poppins"/>
                <a:sym typeface="Poppins"/>
              </a:rPr>
              <a:t> Interest-bearing savings products considered "ridiculous" and "insulting" by customers.</a:t>
            </a:r>
            <a:endParaRPr/>
          </a:p>
        </p:txBody>
      </p:sp>
      <p:sp>
        <p:nvSpPr>
          <p:cNvPr id="4093" name="Google Shape;4093;p343"/>
          <p:cNvSpPr txBox="1"/>
          <p:nvPr/>
        </p:nvSpPr>
        <p:spPr>
          <a:xfrm>
            <a:off x="51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4094" name="Google Shape;4094;p343"/>
          <p:cNvSpPr txBox="1"/>
          <p:nvPr/>
        </p:nvSpPr>
        <p:spPr>
          <a:xfrm>
            <a:off x="52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Security:</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"They saved me from a cyberattack via SMS. In 5 minutes BBVA blocked my card and returned my money."</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Professionalism:</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"The person managing my procedures has done an excellent, fast, and cordial job."</a:t>
            </a:r>
            <a:endParaRPr sz="1300"/>
          </a:p>
        </p:txBody>
      </p:sp>
      <p:sp>
        <p:nvSpPr>
          <p:cNvPr id="4095" name="Google Shape;4095;p343"/>
          <p:cNvSpPr txBox="1"/>
          <p:nvPr/>
        </p:nvSpPr>
        <p:spPr>
          <a:xfrm>
            <a:off x="70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4096" name="Google Shape;4096;p343"/>
          <p:cNvSpPr txBox="1"/>
          <p:nvPr/>
        </p:nvSpPr>
        <p:spPr>
          <a:xfrm>
            <a:off x="71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App Disaster:</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"How to ruin one of the best apps? Ask BBVA. Before it was wonderful, now the most horrendous."</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Abandonment:</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"Blocking my money for 2 months for no reason, without explanations, without answers."</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Abuse:</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"160 EUR/year for existing customers, 0 EUR for new ones. I'm literally switching banks."</a:t>
            </a:r>
            <a:endParaRPr sz="1300"/>
          </a:p>
        </p:txBody>
      </p:sp>
      <p:sp>
        <p:nvSpPr>
          <p:cNvPr id="4097" name="Google Shape;4097;p343"/>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098" name="Google Shape;4098;p343"/>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9" name="Google Shape;4099;p343"/>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5"/>
              </a:rPr>
              <a:t>1.3/5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6"/>
              </a:rPr>
              <a:t>2.2K</a:t>
            </a:r>
            <a:endParaRPr sz="700">
              <a:solidFill>
                <a:srgbClr val="808080"/>
              </a:solidFill>
              <a:latin typeface="Poppins"/>
              <a:ea typeface="Poppins"/>
              <a:cs typeface="Poppins"/>
              <a:sym typeface="Poppins"/>
            </a:endParaRPr>
          </a:p>
        </p:txBody>
      </p:sp>
      <p:pic>
        <p:nvPicPr>
          <p:cNvPr id="4100" name="Google Shape;4100;p343"/>
          <p:cNvPicPr preferRelativeResize="0"/>
          <p:nvPr/>
        </p:nvPicPr>
        <p:blipFill>
          <a:blip r:embed="rId7">
            <a:alphaModFix/>
          </a:blip>
          <a:stretch>
            <a:fillRect/>
          </a:stretch>
        </p:blipFill>
        <p:spPr>
          <a:xfrm>
            <a:off x="5572929" y="4508200"/>
            <a:ext cx="500000" cy="125000"/>
          </a:xfrm>
          <a:prstGeom prst="rect">
            <a:avLst/>
          </a:prstGeom>
          <a:noFill/>
          <a:ln>
            <a:noFill/>
          </a:ln>
        </p:spPr>
      </p:pic>
      <p:sp>
        <p:nvSpPr>
          <p:cNvPr id="4101" name="Google Shape;4101;p343"/>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8"/>
              </a:rPr>
              <a:t>4.8/5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9"/>
              </a:rPr>
              <a:t>158K</a:t>
            </a:r>
            <a:endParaRPr sz="700">
              <a:solidFill>
                <a:srgbClr val="808080"/>
              </a:solidFill>
              <a:latin typeface="Poppins"/>
              <a:ea typeface="Poppins"/>
              <a:cs typeface="Poppins"/>
              <a:sym typeface="Poppins"/>
            </a:endParaRPr>
          </a:p>
        </p:txBody>
      </p:sp>
      <p:pic>
        <p:nvPicPr>
          <p:cNvPr id="4102" name="Google Shape;4102;p343"/>
          <p:cNvPicPr preferRelativeResize="0"/>
          <p:nvPr/>
        </p:nvPicPr>
        <p:blipFill>
          <a:blip r:embed="rId10">
            <a:alphaModFix/>
          </a:blip>
          <a:stretch>
            <a:fillRect/>
          </a:stretch>
        </p:blipFill>
        <p:spPr>
          <a:xfrm>
            <a:off x="6996261" y="4493200"/>
            <a:ext cx="140000" cy="140000"/>
          </a:xfrm>
          <a:prstGeom prst="rect">
            <a:avLst/>
          </a:prstGeom>
          <a:noFill/>
          <a:ln>
            <a:noFill/>
          </a:ln>
        </p:spPr>
      </p:pic>
      <p:sp>
        <p:nvSpPr>
          <p:cNvPr id="4103" name="Google Shape;4103;p343"/>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1"/>
              </a:rPr>
              <a:t>4.7/5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2"/>
              </a:rPr>
              <a:t>289K</a:t>
            </a:r>
            <a:endParaRPr sz="700">
              <a:solidFill>
                <a:srgbClr val="808080"/>
              </a:solidFill>
              <a:latin typeface="Poppins"/>
              <a:ea typeface="Poppins"/>
              <a:cs typeface="Poppins"/>
              <a:sym typeface="Poppins"/>
            </a:endParaRPr>
          </a:p>
        </p:txBody>
      </p:sp>
      <p:pic>
        <p:nvPicPr>
          <p:cNvPr id="4104" name="Google Shape;4104;p343"/>
          <p:cNvPicPr preferRelativeResize="0"/>
          <p:nvPr/>
        </p:nvPicPr>
        <p:blipFill>
          <a:blip r:embed="rId13">
            <a:alphaModFix/>
          </a:blip>
          <a:stretch>
            <a:fillRect/>
          </a:stretch>
        </p:blipFill>
        <p:spPr>
          <a:xfrm>
            <a:off x="8059595" y="4483200"/>
            <a:ext cx="500000" cy="150000"/>
          </a:xfrm>
          <a:prstGeom prst="rect">
            <a:avLst/>
          </a:prstGeom>
          <a:noFill/>
          <a:ln>
            <a:noFill/>
          </a:ln>
        </p:spPr>
      </p:pic>
      <p:sp>
        <p:nvSpPr>
          <p:cNvPr id="4105" name="Google Shape;4105;p343"/>
          <p:cNvSpPr/>
          <p:nvPr/>
        </p:nvSpPr>
        <p:spPr>
          <a:xfrm>
            <a:off x="5200000" y="1700950"/>
            <a:ext cx="3669900" cy="9504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77M global, ~11M ES</a:t>
            </a:r>
            <a:r>
              <a:rPr lang="en-US" sz="700" u="sng">
                <a:solidFill>
                  <a:schemeClr val="dk1"/>
                </a:solidFill>
                <a:latin typeface="Poppins"/>
                <a:ea typeface="Poppins"/>
                <a:cs typeface="Poppins"/>
                <a:sym typeface="Poppins"/>
                <a:hlinkClick r:id="rId14">
                  <a:extLst>
                    <a:ext uri="{A12FA001-AC4F-418D-AE19-62706E023703}">
                      <ahyp:hlinkClr val="tx"/>
                    </a:ext>
                  </a:extLst>
                </a:hlinkClick>
              </a:rPr>
              <a:t> (1)</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Profit</a:t>
            </a:r>
            <a:r>
              <a:rPr b="1" lang="en-US" sz="1200">
                <a:solidFill>
                  <a:schemeClr val="dk1"/>
                </a:solidFill>
                <a:latin typeface="Poppins"/>
                <a:ea typeface="Poppins"/>
                <a:cs typeface="Poppins"/>
                <a:sym typeface="Poppins"/>
              </a:rPr>
              <a:t> </a:t>
            </a:r>
            <a:r>
              <a:rPr lang="en-US" sz="1200">
                <a:solidFill>
                  <a:schemeClr val="dk1"/>
                </a:solidFill>
                <a:latin typeface="Poppins"/>
                <a:ea typeface="Poppins"/>
                <a:cs typeface="Poppins"/>
                <a:sym typeface="Poppins"/>
              </a:rPr>
              <a:t>ES</a:t>
            </a:r>
            <a:r>
              <a:rPr b="1" lang="en-US" sz="1200">
                <a:solidFill>
                  <a:schemeClr val="dk1"/>
                </a:solidFill>
                <a:latin typeface="Poppins"/>
                <a:ea typeface="Poppins"/>
                <a:cs typeface="Poppins"/>
                <a:sym typeface="Poppins"/>
              </a:rPr>
              <a:t>: €4,180M (2025)</a:t>
            </a:r>
            <a:r>
              <a:rPr lang="en-US" sz="700" u="sng">
                <a:solidFill>
                  <a:schemeClr val="dk1"/>
                </a:solidFill>
                <a:latin typeface="Poppins"/>
                <a:ea typeface="Poppins"/>
                <a:cs typeface="Poppins"/>
                <a:sym typeface="Poppins"/>
                <a:hlinkClick r:id="rId15">
                  <a:extLst>
                    <a:ext uri="{A12FA001-AC4F-418D-AE19-62706E023703}">
                      <ahyp:hlinkClr val="tx"/>
                    </a:ext>
                  </a:extLst>
                </a:hlinkClick>
              </a:rPr>
              <a:t> (2)</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Market</a:t>
            </a:r>
            <a:r>
              <a:rPr b="1" lang="en-US" sz="1200">
                <a:solidFill>
                  <a:schemeClr val="dk1"/>
                </a:solidFill>
                <a:latin typeface="Poppins"/>
                <a:ea typeface="Poppins"/>
                <a:cs typeface="Poppins"/>
                <a:sym typeface="Poppins"/>
              </a:rPr>
              <a:t>: ~15–16% credit</a:t>
            </a:r>
            <a:r>
              <a:rPr lang="en-US" sz="700" u="sng">
                <a:solidFill>
                  <a:schemeClr val="dk1"/>
                </a:solidFill>
                <a:latin typeface="Poppins"/>
                <a:ea typeface="Poppins"/>
                <a:cs typeface="Poppins"/>
                <a:sym typeface="Poppins"/>
                <a:hlinkClick r:id="rId16">
                  <a:extLst>
                    <a:ext uri="{A12FA001-AC4F-418D-AE19-62706E023703}">
                      <ahyp:hlinkClr val="tx"/>
                    </a:ext>
                  </a:extLst>
                </a:hlinkClick>
              </a:rPr>
              <a:t> (3)</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NPS</a:t>
            </a:r>
            <a:r>
              <a:rPr b="1" lang="en-US" sz="1200">
                <a:solidFill>
                  <a:schemeClr val="dk1"/>
                </a:solidFill>
                <a:latin typeface="Poppins"/>
                <a:ea typeface="Poppins"/>
                <a:cs typeface="Poppins"/>
                <a:sym typeface="Poppins"/>
              </a:rPr>
              <a:t>: 32 (global)</a:t>
            </a:r>
            <a:r>
              <a:rPr lang="en-US" sz="700" u="sng">
                <a:solidFill>
                  <a:schemeClr val="dk1"/>
                </a:solidFill>
                <a:latin typeface="Poppins"/>
                <a:ea typeface="Poppins"/>
                <a:cs typeface="Poppins"/>
                <a:sym typeface="Poppins"/>
                <a:hlinkClick r:id="rId17">
                  <a:extLst>
                    <a:ext uri="{A12FA001-AC4F-418D-AE19-62706E023703}">
                      <ahyp:hlinkClr val="tx"/>
                    </a:ext>
                  </a:extLst>
                </a:hlinkClick>
              </a:rPr>
              <a:t> (4)</a:t>
            </a:r>
            <a:endParaRPr sz="700" u="sng">
              <a:solidFill>
                <a:schemeClr val="dk1"/>
              </a:solidFill>
              <a:latin typeface="Poppins"/>
              <a:ea typeface="Poppins"/>
              <a:cs typeface="Poppins"/>
              <a:sym typeface="Poppins"/>
            </a:endParaRPr>
          </a:p>
        </p:txBody>
      </p:sp>
      <p:sp>
        <p:nvSpPr>
          <p:cNvPr id="4106" name="Google Shape;4106;p343"/>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chemeClr val="hlink"/>
                </a:solidFill>
                <a:latin typeface="Poppins"/>
                <a:ea typeface="Poppins"/>
                <a:cs typeface="Poppins"/>
                <a:sym typeface="Poppins"/>
                <a:hlinkClick r:id="rId18"/>
              </a:rPr>
              <a:t>BBVA docs</a:t>
            </a:r>
            <a:endParaRPr b="1" sz="900" u="sng">
              <a:solidFill>
                <a:srgbClr val="333333"/>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110" name="Shape 4110"/>
        <p:cNvGrpSpPr/>
        <p:nvPr/>
      </p:nvGrpSpPr>
      <p:grpSpPr>
        <a:xfrm>
          <a:off x="0" y="0"/>
          <a:ext cx="0" cy="0"/>
          <a:chOff x="0" y="0"/>
          <a:chExt cx="0" cy="0"/>
        </a:xfrm>
      </p:grpSpPr>
      <p:sp>
        <p:nvSpPr>
          <p:cNvPr id="4111" name="Google Shape;4111;p344"/>
          <p:cNvSpPr/>
          <p:nvPr/>
        </p:nvSpPr>
        <p:spPr>
          <a:xfrm>
            <a:off x="120150" y="402300"/>
            <a:ext cx="8903700" cy="46317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2" name="Google Shape;4112;p344"/>
          <p:cNvSpPr/>
          <p:nvPr/>
        </p:nvSpPr>
        <p:spPr>
          <a:xfrm>
            <a:off x="5200000" y="2527125"/>
            <a:ext cx="1850100" cy="1813500"/>
          </a:xfrm>
          <a:prstGeom prst="roundRect">
            <a:avLst>
              <a:gd fmla="val 5000" name="adj"/>
            </a:avLst>
          </a:prstGeom>
          <a:solidFill>
            <a:srgbClr val="D6ED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4113" name="Google Shape;4113;p344"/>
          <p:cNvPicPr preferRelativeResize="0"/>
          <p:nvPr/>
        </p:nvPicPr>
        <p:blipFill rotWithShape="1">
          <a:blip r:embed="rId3">
            <a:alphaModFix/>
          </a:blip>
          <a:srcRect b="0" l="0" r="0" t="0"/>
          <a:stretch/>
        </p:blipFill>
        <p:spPr>
          <a:xfrm>
            <a:off x="195182" y="467968"/>
            <a:ext cx="1457173" cy="355550"/>
          </a:xfrm>
          <a:prstGeom prst="rect">
            <a:avLst/>
          </a:prstGeom>
          <a:noFill/>
          <a:ln>
            <a:noFill/>
          </a:ln>
        </p:spPr>
      </p:pic>
      <p:sp>
        <p:nvSpPr>
          <p:cNvPr id="4114" name="Google Shape;4114;p344"/>
          <p:cNvSpPr txBox="1"/>
          <p:nvPr/>
        </p:nvSpPr>
        <p:spPr>
          <a:xfrm>
            <a:off x="1732354" y="430000"/>
            <a:ext cx="7311600" cy="6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900" u="none" cap="none" strike="noStrike">
                <a:solidFill>
                  <a:srgbClr val="000000"/>
                </a:solidFill>
                <a:latin typeface="Inter Tight Black"/>
                <a:ea typeface="Inter Tight Black"/>
                <a:cs typeface="Inter Tight Black"/>
                <a:sym typeface="Inter Tight Black"/>
              </a:rPr>
              <a:t>Radical Transparency and Cost Leadership, Consumer Advocacy in Cross-Border Finance with Efficient Acquisition</a:t>
            </a:r>
            <a:endParaRPr sz="1900"/>
          </a:p>
        </p:txBody>
      </p:sp>
      <p:pic>
        <p:nvPicPr>
          <p:cNvPr descr="medal_badge.png" id="4115" name="Google Shape;4115;p344"/>
          <p:cNvPicPr preferRelativeResize="0"/>
          <p:nvPr/>
        </p:nvPicPr>
        <p:blipFill rotWithShape="1">
          <a:blip r:embed="rId4">
            <a:alphaModFix/>
          </a:blip>
          <a:srcRect b="0" l="0" r="0" t="0"/>
          <a:stretch/>
        </p:blipFill>
        <p:spPr>
          <a:xfrm>
            <a:off x="270000" y="1043624"/>
            <a:ext cx="380000" cy="380000"/>
          </a:xfrm>
          <a:prstGeom prst="rect">
            <a:avLst/>
          </a:prstGeom>
          <a:noFill/>
          <a:ln>
            <a:noFill/>
          </a:ln>
        </p:spPr>
      </p:pic>
      <p:sp>
        <p:nvSpPr>
          <p:cNvPr id="4116" name="Google Shape;4116;p344"/>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Poppins"/>
                <a:ea typeface="Poppins"/>
                <a:cs typeface="Poppins"/>
                <a:sym typeface="Poppins"/>
              </a:rPr>
              <a:t>Wise's focus is cross-border finance, advocating for consumers by using the "real mid-market exchange rate." Its acquisition driver is proven cost leadership (8x cheaper) and efficient inbound marketing targeting "Persons in Motion" through hyper-localized SEO. However, a critical "Ghost Bank Nightmare" of no human support, account blocking and fund retention without recourse threatens its growth beyond the niche.</a:t>
            </a:r>
            <a:endParaRPr/>
          </a:p>
        </p:txBody>
      </p:sp>
      <p:sp>
        <p:nvSpPr>
          <p:cNvPr id="4117" name="Google Shape;4117;p344"/>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8" name="Google Shape;4118;p344"/>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Strengths</a:t>
            </a:r>
            <a:endParaRPr/>
          </a:p>
        </p:txBody>
      </p:sp>
      <p:sp>
        <p:nvSpPr>
          <p:cNvPr id="4119" name="Google Shape;4119;p344"/>
          <p:cNvSpPr txBox="1"/>
          <p:nvPr/>
        </p:nvSpPr>
        <p:spPr>
          <a:xfrm>
            <a:off x="545000" y="1780000"/>
            <a:ext cx="4440000" cy="12315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Aggressive Cost Leadership:</a:t>
            </a:r>
            <a:r>
              <a:rPr b="0" i="0" lang="en-US" sz="800" u="none" cap="none" strike="noStrike">
                <a:solidFill>
                  <a:srgbClr val="333333"/>
                </a:solidFill>
                <a:latin typeface="Poppins"/>
                <a:ea typeface="Poppins"/>
                <a:cs typeface="Poppins"/>
                <a:sym typeface="Poppins"/>
              </a:rPr>
              <a:t> Proven to be 8x cheaper for international transfers vs. major Spanish banks and fintech rivals like PayPal.</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Transparent Value Prop:</a:t>
            </a:r>
            <a:r>
              <a:rPr b="0" i="0" lang="en-US" sz="800" u="none" cap="none" strike="noStrike">
                <a:solidFill>
                  <a:srgbClr val="333333"/>
                </a:solidFill>
                <a:latin typeface="Poppins"/>
                <a:ea typeface="Poppins"/>
                <a:cs typeface="Poppins"/>
                <a:sym typeface="Poppins"/>
              </a:rPr>
              <a:t> The "mid-market exchange rate" promise is a powerful, easy-to-understand differentiator that builds trust.</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Strong Niche PMF:</a:t>
            </a:r>
            <a:r>
              <a:rPr b="0" i="0" lang="en-US" sz="800" u="none" cap="none" strike="noStrike">
                <a:solidFill>
                  <a:srgbClr val="333333"/>
                </a:solidFill>
                <a:latin typeface="Poppins"/>
                <a:ea typeface="Poppins"/>
                <a:cs typeface="Poppins"/>
                <a:sym typeface="Poppins"/>
              </a:rPr>
              <a:t> Integrated ecosystem perfectly meets the needs of expats, digital nomads, and auxiliares de conversacion.</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Efficient Inbound Engine:</a:t>
            </a:r>
            <a:r>
              <a:rPr b="0" i="0" lang="en-US" sz="800" u="none" cap="none" strike="noStrike">
                <a:solidFill>
                  <a:srgbClr val="333333"/>
                </a:solidFill>
                <a:latin typeface="Poppins"/>
                <a:ea typeface="Poppins"/>
                <a:cs typeface="Poppins"/>
                <a:sym typeface="Poppins"/>
              </a:rPr>
              <a:t> 12.8M customers acquired at low cost through sophisticated SEO content strategy.</a:t>
            </a:r>
            <a:endParaRPr/>
          </a:p>
        </p:txBody>
      </p:sp>
      <p:sp>
        <p:nvSpPr>
          <p:cNvPr id="4120" name="Google Shape;4120;p344"/>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1" name="Google Shape;4121;p344"/>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Weaknesses</a:t>
            </a:r>
            <a:endParaRPr/>
          </a:p>
        </p:txBody>
      </p:sp>
      <p:sp>
        <p:nvSpPr>
          <p:cNvPr id="4122" name="Google Shape;4122;p344"/>
          <p:cNvSpPr txBox="1"/>
          <p:nvPr/>
        </p:nvSpPr>
        <p:spPr>
          <a:xfrm>
            <a:off x="545000" y="3450000"/>
            <a:ext cx="4440000" cy="12315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Critical Support Failures:</a:t>
            </a:r>
            <a:r>
              <a:rPr b="0" i="0" lang="en-US" sz="800" u="none" cap="none" strike="noStrike">
                <a:solidFill>
                  <a:srgbClr val="333333"/>
                </a:solidFill>
                <a:latin typeface="Poppins"/>
                <a:ea typeface="Poppins"/>
                <a:cs typeface="Poppins"/>
                <a:sym typeface="Poppins"/>
              </a:rPr>
              <a:t> Significant gap between marketing promise of 24/7 support and user-reported reality of only automated responses.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Account Blocking:</a:t>
            </a:r>
            <a:r>
              <a:rPr b="0" i="0" lang="en-US" sz="800" u="none" cap="none" strike="noStrike">
                <a:solidFill>
                  <a:srgbClr val="333333"/>
                </a:solidFill>
                <a:latin typeface="Poppins"/>
                <a:ea typeface="Poppins"/>
                <a:cs typeface="Poppins"/>
                <a:sym typeface="Poppins"/>
              </a:rPr>
              <a:t> Recurring problem of frozen accounts without explanation or recourse — existential threat to user trust.</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Product Gaps:</a:t>
            </a:r>
            <a:r>
              <a:rPr b="0" i="0" lang="en-US" sz="800" u="none" cap="none" strike="noStrike">
                <a:solidFill>
                  <a:srgbClr val="333333"/>
                </a:solidFill>
                <a:latin typeface="Poppins"/>
                <a:ea typeface="Poppins"/>
                <a:cs typeface="Poppins"/>
                <a:sym typeface="Poppins"/>
              </a:rPr>
              <a:t> No credit products (loans, mortgages) limits ability to serve as primary bank for long-term residents.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Card Reliability:</a:t>
            </a:r>
            <a:r>
              <a:rPr b="0" i="0" lang="en-US" sz="800" u="none" cap="none" strike="noStrike">
                <a:solidFill>
                  <a:srgbClr val="333333"/>
                </a:solidFill>
                <a:latin typeface="Poppins"/>
                <a:ea typeface="Poppins"/>
                <a:cs typeface="Poppins"/>
                <a:sym typeface="Poppins"/>
              </a:rPr>
              <a:t> Users report the Wise debit card is denied 80% of the time in Spain, contactless payments broken.</a:t>
            </a:r>
            <a:endParaRPr/>
          </a:p>
        </p:txBody>
      </p:sp>
      <p:sp>
        <p:nvSpPr>
          <p:cNvPr id="4123" name="Google Shape;4123;p344"/>
          <p:cNvSpPr txBox="1"/>
          <p:nvPr/>
        </p:nvSpPr>
        <p:spPr>
          <a:xfrm>
            <a:off x="51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4124" name="Google Shape;4124;p344"/>
          <p:cNvSpPr txBox="1"/>
          <p:nvPr/>
        </p:nvSpPr>
        <p:spPr>
          <a:xfrm>
            <a:off x="52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Savings:</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"Saved well over 60% on my usual monthly bank fees while living abroad."</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Speed:</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"Super-fast transfers arrive in seconds. Smooth and fast transaction process."</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Simplicity:</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"Simple, useful, and clear. Remarkably streamlined and easy to use."</a:t>
            </a:r>
            <a:endParaRPr sz="1300"/>
          </a:p>
        </p:txBody>
      </p:sp>
      <p:sp>
        <p:nvSpPr>
          <p:cNvPr id="4125" name="Google Shape;4125;p344"/>
          <p:cNvSpPr/>
          <p:nvPr/>
        </p:nvSpPr>
        <p:spPr>
          <a:xfrm>
            <a:off x="7100000" y="2527125"/>
            <a:ext cx="1850100" cy="1813500"/>
          </a:xfrm>
          <a:prstGeom prst="roundRect">
            <a:avLst>
              <a:gd fmla="val 5000" name="adj"/>
            </a:avLst>
          </a:prstGeom>
          <a:solidFill>
            <a:srgbClr val="F5D0D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6" name="Google Shape;4126;p344"/>
          <p:cNvSpPr txBox="1"/>
          <p:nvPr/>
        </p:nvSpPr>
        <p:spPr>
          <a:xfrm>
            <a:off x="70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4127" name="Google Shape;4127;p344"/>
          <p:cNvSpPr txBox="1"/>
          <p:nvPr/>
        </p:nvSpPr>
        <p:spPr>
          <a:xfrm>
            <a:off x="71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Ghost Bank:</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"A ghost bank — blatant disregard for customers by blocking access to their funds."</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Unreliable Card:</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"Card denied 80% of the time in Spain. Problems with contactless and ATM withdrawals."</a:t>
            </a:r>
            <a:endParaRPr sz="1300"/>
          </a:p>
        </p:txBody>
      </p:sp>
      <p:sp>
        <p:nvSpPr>
          <p:cNvPr id="4128" name="Google Shape;4128;p344"/>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129" name="Google Shape;4129;p344"/>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0" name="Google Shape;4130;p344"/>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5"/>
              </a:rPr>
              <a:t>4.3/5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6"/>
              </a:rPr>
              <a:t>281K</a:t>
            </a:r>
            <a:endParaRPr sz="700">
              <a:solidFill>
                <a:srgbClr val="808080"/>
              </a:solidFill>
              <a:latin typeface="Poppins"/>
              <a:ea typeface="Poppins"/>
              <a:cs typeface="Poppins"/>
              <a:sym typeface="Poppins"/>
            </a:endParaRPr>
          </a:p>
        </p:txBody>
      </p:sp>
      <p:pic>
        <p:nvPicPr>
          <p:cNvPr id="4131" name="Google Shape;4131;p344"/>
          <p:cNvPicPr preferRelativeResize="0"/>
          <p:nvPr/>
        </p:nvPicPr>
        <p:blipFill>
          <a:blip r:embed="rId7">
            <a:alphaModFix/>
          </a:blip>
          <a:stretch>
            <a:fillRect/>
          </a:stretch>
        </p:blipFill>
        <p:spPr>
          <a:xfrm>
            <a:off x="5572929" y="4508200"/>
            <a:ext cx="500000" cy="125000"/>
          </a:xfrm>
          <a:prstGeom prst="rect">
            <a:avLst/>
          </a:prstGeom>
          <a:noFill/>
          <a:ln>
            <a:noFill/>
          </a:ln>
        </p:spPr>
      </p:pic>
      <p:sp>
        <p:nvSpPr>
          <p:cNvPr id="4132" name="Google Shape;4132;p344"/>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8"/>
              </a:rPr>
              <a:t>4.8/5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9"/>
              </a:rPr>
              <a:t>40K</a:t>
            </a:r>
            <a:endParaRPr sz="700">
              <a:solidFill>
                <a:srgbClr val="808080"/>
              </a:solidFill>
              <a:latin typeface="Poppins"/>
              <a:ea typeface="Poppins"/>
              <a:cs typeface="Poppins"/>
              <a:sym typeface="Poppins"/>
            </a:endParaRPr>
          </a:p>
        </p:txBody>
      </p:sp>
      <p:pic>
        <p:nvPicPr>
          <p:cNvPr id="4133" name="Google Shape;4133;p344"/>
          <p:cNvPicPr preferRelativeResize="0"/>
          <p:nvPr/>
        </p:nvPicPr>
        <p:blipFill>
          <a:blip r:embed="rId10">
            <a:alphaModFix/>
          </a:blip>
          <a:stretch>
            <a:fillRect/>
          </a:stretch>
        </p:blipFill>
        <p:spPr>
          <a:xfrm>
            <a:off x="6996261" y="4493200"/>
            <a:ext cx="140000" cy="140000"/>
          </a:xfrm>
          <a:prstGeom prst="rect">
            <a:avLst/>
          </a:prstGeom>
          <a:noFill/>
          <a:ln>
            <a:noFill/>
          </a:ln>
        </p:spPr>
      </p:pic>
      <p:sp>
        <p:nvSpPr>
          <p:cNvPr id="4134" name="Google Shape;4134;p344"/>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1"/>
              </a:rPr>
              <a:t>4.2/5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2"/>
              </a:rPr>
              <a:t>N/A</a:t>
            </a:r>
            <a:endParaRPr sz="700">
              <a:solidFill>
                <a:srgbClr val="808080"/>
              </a:solidFill>
              <a:latin typeface="Poppins"/>
              <a:ea typeface="Poppins"/>
              <a:cs typeface="Poppins"/>
              <a:sym typeface="Poppins"/>
            </a:endParaRPr>
          </a:p>
        </p:txBody>
      </p:sp>
      <p:pic>
        <p:nvPicPr>
          <p:cNvPr id="4135" name="Google Shape;4135;p344"/>
          <p:cNvPicPr preferRelativeResize="0"/>
          <p:nvPr/>
        </p:nvPicPr>
        <p:blipFill>
          <a:blip r:embed="rId13">
            <a:alphaModFix/>
          </a:blip>
          <a:stretch>
            <a:fillRect/>
          </a:stretch>
        </p:blipFill>
        <p:spPr>
          <a:xfrm>
            <a:off x="8059595" y="4483200"/>
            <a:ext cx="500000" cy="150000"/>
          </a:xfrm>
          <a:prstGeom prst="rect">
            <a:avLst/>
          </a:prstGeom>
          <a:noFill/>
          <a:ln>
            <a:noFill/>
          </a:ln>
        </p:spPr>
      </p:pic>
      <p:sp>
        <p:nvSpPr>
          <p:cNvPr id="4136" name="Google Shape;4136;p344"/>
          <p:cNvSpPr/>
          <p:nvPr/>
        </p:nvSpPr>
        <p:spPr>
          <a:xfrm>
            <a:off x="5200000" y="1700950"/>
            <a:ext cx="3669900" cy="766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40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15.6M global (2025)</a:t>
            </a:r>
            <a:r>
              <a:rPr lang="en-US" sz="700" u="sng">
                <a:solidFill>
                  <a:schemeClr val="dk1"/>
                </a:solidFill>
                <a:latin typeface="Poppins"/>
                <a:ea typeface="Poppins"/>
                <a:cs typeface="Poppins"/>
                <a:sym typeface="Poppins"/>
                <a:hlinkClick r:id="rId14">
                  <a:extLst>
                    <a:ext uri="{A12FA001-AC4F-418D-AE19-62706E023703}">
                      <ahyp:hlinkClr val="tx"/>
                    </a:ext>
                  </a:extLst>
                </a:hlinkClick>
              </a:rPr>
              <a:t> (1)</a:t>
            </a:r>
            <a:endParaRPr sz="700" u="sng">
              <a:solidFill>
                <a:schemeClr val="dk1"/>
              </a:solidFill>
              <a:latin typeface="Poppins"/>
              <a:ea typeface="Poppins"/>
              <a:cs typeface="Poppins"/>
              <a:sym typeface="Poppins"/>
            </a:endParaRPr>
          </a:p>
          <a:p>
            <a:pPr indent="-304800" lvl="0" marL="228600" rtl="0" algn="l">
              <a:lnSpc>
                <a:spcPct val="140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Revenue</a:t>
            </a:r>
            <a:r>
              <a:rPr b="1" lang="en-US" sz="1200">
                <a:solidFill>
                  <a:schemeClr val="dk1"/>
                </a:solidFill>
                <a:latin typeface="Poppins"/>
                <a:ea typeface="Poppins"/>
                <a:cs typeface="Poppins"/>
                <a:sym typeface="Poppins"/>
              </a:rPr>
              <a:t>: £1.2B (FY2025)</a:t>
            </a:r>
            <a:r>
              <a:rPr lang="en-US" sz="700" u="sng">
                <a:solidFill>
                  <a:schemeClr val="dk1"/>
                </a:solidFill>
                <a:latin typeface="Poppins"/>
                <a:ea typeface="Poppins"/>
                <a:cs typeface="Poppins"/>
                <a:sym typeface="Poppins"/>
                <a:hlinkClick r:id="rId15">
                  <a:extLst>
                    <a:ext uri="{A12FA001-AC4F-418D-AE19-62706E023703}">
                      <ahyp:hlinkClr val="tx"/>
                    </a:ext>
                  </a:extLst>
                </a:hlinkClick>
              </a:rPr>
              <a:t> (2)</a:t>
            </a:r>
            <a:endParaRPr sz="700" u="sng">
              <a:solidFill>
                <a:schemeClr val="dk1"/>
              </a:solidFill>
              <a:latin typeface="Poppins"/>
              <a:ea typeface="Poppins"/>
              <a:cs typeface="Poppins"/>
              <a:sym typeface="Poppins"/>
            </a:endParaRPr>
          </a:p>
          <a:p>
            <a:pPr indent="-304800" lvl="0" marL="228600" rtl="0" algn="l">
              <a:lnSpc>
                <a:spcPct val="140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Market</a:t>
            </a:r>
            <a:r>
              <a:rPr b="1" lang="en-US" sz="1200">
                <a:solidFill>
                  <a:schemeClr val="dk1"/>
                </a:solidFill>
                <a:latin typeface="Poppins"/>
                <a:ea typeface="Poppins"/>
                <a:cs typeface="Poppins"/>
                <a:sym typeface="Poppins"/>
              </a:rPr>
              <a:t>: Leading intl. transfers</a:t>
            </a:r>
            <a:r>
              <a:rPr lang="en-US" sz="700" u="sng">
                <a:solidFill>
                  <a:schemeClr val="dk1"/>
                </a:solidFill>
                <a:latin typeface="Poppins"/>
                <a:ea typeface="Poppins"/>
                <a:cs typeface="Poppins"/>
                <a:sym typeface="Poppins"/>
                <a:hlinkClick r:id="rId16">
                  <a:extLst>
                    <a:ext uri="{A12FA001-AC4F-418D-AE19-62706E023703}">
                      <ahyp:hlinkClr val="tx"/>
                    </a:ext>
                  </a:extLst>
                </a:hlinkClick>
              </a:rPr>
              <a:t> (3)</a:t>
            </a:r>
            <a:endParaRPr sz="700" u="sng">
              <a:solidFill>
                <a:schemeClr val="dk1"/>
              </a:solidFill>
              <a:latin typeface="Poppins"/>
              <a:ea typeface="Poppins"/>
              <a:cs typeface="Poppins"/>
              <a:sym typeface="Poppins"/>
            </a:endParaRPr>
          </a:p>
        </p:txBody>
      </p:sp>
      <p:sp>
        <p:nvSpPr>
          <p:cNvPr id="4137" name="Google Shape;4137;p344"/>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chemeClr val="hlink"/>
                </a:solidFill>
                <a:latin typeface="Poppins"/>
                <a:ea typeface="Poppins"/>
                <a:cs typeface="Poppins"/>
                <a:sym typeface="Poppins"/>
                <a:hlinkClick r:id="rId17"/>
              </a:rPr>
              <a:t>Wise docs</a:t>
            </a:r>
            <a:endParaRPr b="1" sz="900" u="sng">
              <a:solidFill>
                <a:srgbClr val="333333"/>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141" name="Shape 4141"/>
        <p:cNvGrpSpPr/>
        <p:nvPr/>
      </p:nvGrpSpPr>
      <p:grpSpPr>
        <a:xfrm>
          <a:off x="0" y="0"/>
          <a:ext cx="0" cy="0"/>
          <a:chOff x="0" y="0"/>
          <a:chExt cx="0" cy="0"/>
        </a:xfrm>
      </p:grpSpPr>
      <p:sp>
        <p:nvSpPr>
          <p:cNvPr id="4142" name="Google Shape;4142;p345"/>
          <p:cNvSpPr/>
          <p:nvPr/>
        </p:nvSpPr>
        <p:spPr>
          <a:xfrm>
            <a:off x="120150" y="402300"/>
            <a:ext cx="8903700" cy="46317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3" name="Google Shape;4143;p345"/>
          <p:cNvSpPr/>
          <p:nvPr/>
        </p:nvSpPr>
        <p:spPr>
          <a:xfrm>
            <a:off x="5200000" y="2527125"/>
            <a:ext cx="1850100" cy="1813500"/>
          </a:xfrm>
          <a:prstGeom prst="roundRect">
            <a:avLst>
              <a:gd fmla="val 5000" name="adj"/>
            </a:avLst>
          </a:prstGeom>
          <a:solidFill>
            <a:srgbClr val="D6ED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4" name="Google Shape;4144;p345"/>
          <p:cNvSpPr/>
          <p:nvPr/>
        </p:nvSpPr>
        <p:spPr>
          <a:xfrm>
            <a:off x="7100000" y="2527125"/>
            <a:ext cx="1850100" cy="1813500"/>
          </a:xfrm>
          <a:prstGeom prst="roundRect">
            <a:avLst>
              <a:gd fmla="val 5000" name="adj"/>
            </a:avLst>
          </a:prstGeom>
          <a:solidFill>
            <a:srgbClr val="F5D0D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4145" name="Google Shape;4145;p345"/>
          <p:cNvPicPr preferRelativeResize="0"/>
          <p:nvPr/>
        </p:nvPicPr>
        <p:blipFill rotWithShape="1">
          <a:blip r:embed="rId3">
            <a:alphaModFix/>
          </a:blip>
          <a:srcRect b="0" l="0" r="0" t="0"/>
          <a:stretch/>
        </p:blipFill>
        <p:spPr>
          <a:xfrm>
            <a:off x="195172" y="467978"/>
            <a:ext cx="524825" cy="524825"/>
          </a:xfrm>
          <a:prstGeom prst="rect">
            <a:avLst/>
          </a:prstGeom>
          <a:noFill/>
          <a:ln>
            <a:noFill/>
          </a:ln>
        </p:spPr>
      </p:pic>
      <p:sp>
        <p:nvSpPr>
          <p:cNvPr id="4146" name="Google Shape;4146;p345"/>
          <p:cNvSpPr txBox="1"/>
          <p:nvPr/>
        </p:nvSpPr>
        <p:spPr>
          <a:xfrm>
            <a:off x="743825" y="430000"/>
            <a:ext cx="8300100" cy="6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900" u="none" cap="none" strike="noStrike">
                <a:solidFill>
                  <a:srgbClr val="000000"/>
                </a:solidFill>
                <a:latin typeface="Inter Tight Black"/>
                <a:ea typeface="Inter Tight Black"/>
                <a:cs typeface="Inter Tight Black"/>
                <a:sym typeface="Inter Tight Black"/>
              </a:rPr>
              <a:t>Surgical Strike on the Expat Niche, Frictionless Onboarding and Lifestyle Ecosystem for Expats and Digital Nomads</a:t>
            </a:r>
            <a:endParaRPr sz="1900"/>
          </a:p>
        </p:txBody>
      </p:sp>
      <p:pic>
        <p:nvPicPr>
          <p:cNvPr descr="medal_badge.png" id="4147" name="Google Shape;4147;p345"/>
          <p:cNvPicPr preferRelativeResize="0"/>
          <p:nvPr/>
        </p:nvPicPr>
        <p:blipFill rotWithShape="1">
          <a:blip r:embed="rId4">
            <a:alphaModFix/>
          </a:blip>
          <a:srcRect b="0" l="0" r="0" t="0"/>
          <a:stretch/>
        </p:blipFill>
        <p:spPr>
          <a:xfrm>
            <a:off x="156028" y="1043625"/>
            <a:ext cx="600300" cy="600300"/>
          </a:xfrm>
          <a:prstGeom prst="rect">
            <a:avLst/>
          </a:prstGeom>
          <a:noFill/>
          <a:ln>
            <a:noFill/>
          </a:ln>
        </p:spPr>
      </p:pic>
      <p:sp>
        <p:nvSpPr>
          <p:cNvPr id="4148" name="Google Shape;4148;p345"/>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Poppins"/>
                <a:ea typeface="Poppins"/>
                <a:cs typeface="Poppins"/>
                <a:sym typeface="Poppins"/>
              </a:rPr>
              <a:t>Bunq targets expats, digital nomads, and international students by eliminating bureaucratic pain points like the need for an NIE for account opening. Its acquisition is driven by frictionless onboarding and localization. Bunq maintains engagement through a sticky "All-in-One Lifestyle Ecosystem" with advanced budgeting, travel features, and ethical branding. However, severe support failures create a "Promise-Reality Gap" that contradicts its marketing.</a:t>
            </a:r>
            <a:endParaRPr/>
          </a:p>
        </p:txBody>
      </p:sp>
      <p:sp>
        <p:nvSpPr>
          <p:cNvPr id="4149" name="Google Shape;4149;p345"/>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0" name="Google Shape;4150;p345"/>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Strengths</a:t>
            </a:r>
            <a:endParaRPr/>
          </a:p>
        </p:txBody>
      </p:sp>
      <p:sp>
        <p:nvSpPr>
          <p:cNvPr id="4151" name="Google Shape;4151;p345"/>
          <p:cNvSpPr txBox="1"/>
          <p:nvPr/>
        </p:nvSpPr>
        <p:spPr>
          <a:xfrm>
            <a:off x="545000" y="1780000"/>
            <a:ext cx="4440000" cy="12315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Hyper-Focused Niche Strategy:</a:t>
            </a:r>
            <a:r>
              <a:rPr b="0" i="0" lang="en-US" sz="800" u="none" cap="none" strike="noStrike">
                <a:solidFill>
                  <a:srgbClr val="333333"/>
                </a:solidFill>
                <a:latin typeface="Poppins"/>
                <a:ea typeface="Poppins"/>
                <a:cs typeface="Poppins"/>
                <a:sym typeface="Poppins"/>
              </a:rPr>
              <a:t> Laser focus on expats, digital nomads, and international students allows for precise product and marketing.</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Frictionless Onboarding:</a:t>
            </a:r>
            <a:r>
              <a:rPr b="0" i="0" lang="en-US" sz="800" u="none" cap="none" strike="noStrike">
                <a:solidFill>
                  <a:srgbClr val="333333"/>
                </a:solidFill>
                <a:latin typeface="Poppins"/>
                <a:ea typeface="Poppins"/>
                <a:cs typeface="Poppins"/>
                <a:sym typeface="Poppins"/>
              </a:rPr>
              <a:t> Account in minutes without NIE — passport only. A powerful competitive advantage in Spain.</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Strong Localized PMF:</a:t>
            </a:r>
            <a:r>
              <a:rPr b="0" i="0" lang="en-US" sz="800" u="none" cap="none" strike="noStrike">
                <a:solidFill>
                  <a:srgbClr val="333333"/>
                </a:solidFill>
                <a:latin typeface="Poppins"/>
                <a:ea typeface="Poppins"/>
                <a:cs typeface="Poppins"/>
                <a:sym typeface="Poppins"/>
              </a:rPr>
              <a:t> Spanish IBAN + Bizum + multilingual support + 25 sub-accounts + ZeroFX travel features.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Ethical Branding:</a:t>
            </a:r>
            <a:r>
              <a:rPr b="0" i="0" lang="en-US" sz="800" u="none" cap="none" strike="noStrike">
                <a:solidFill>
                  <a:srgbClr val="333333"/>
                </a:solidFill>
                <a:latin typeface="Poppins"/>
                <a:ea typeface="Poppins"/>
                <a:cs typeface="Poppins"/>
                <a:sym typeface="Poppins"/>
              </a:rPr>
              <a:t> Tree planting and "Freedom of Choice" investment resonate with values-driven users.</a:t>
            </a:r>
            <a:endParaRPr/>
          </a:p>
        </p:txBody>
      </p:sp>
      <p:sp>
        <p:nvSpPr>
          <p:cNvPr id="4152" name="Google Shape;4152;p345"/>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3" name="Google Shape;4153;p345"/>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333333"/>
                </a:solidFill>
                <a:latin typeface="Poppins"/>
                <a:ea typeface="Poppins"/>
                <a:cs typeface="Poppins"/>
                <a:sym typeface="Poppins"/>
              </a:rPr>
              <a:t>Weaknesses</a:t>
            </a:r>
            <a:endParaRPr/>
          </a:p>
        </p:txBody>
      </p:sp>
      <p:sp>
        <p:nvSpPr>
          <p:cNvPr id="4154" name="Google Shape;4154;p345"/>
          <p:cNvSpPr txBox="1"/>
          <p:nvPr/>
        </p:nvSpPr>
        <p:spPr>
          <a:xfrm>
            <a:off x="545000" y="3450000"/>
            <a:ext cx="4440000" cy="1231500"/>
          </a:xfrm>
          <a:prstGeom prst="rect">
            <a:avLst/>
          </a:prstGeom>
          <a:noFill/>
          <a:ln>
            <a:noFill/>
          </a:ln>
        </p:spPr>
        <p:txBody>
          <a:bodyPr anchorCtr="0" anchor="t" bIns="45700" lIns="91425" spcFirstLastPara="1" rIns="91425" wrap="square" tIns="45700">
            <a:spAutoFit/>
          </a:bodyPr>
          <a:lstStyle/>
          <a:p>
            <a:pPr indent="-285750" lvl="0" marL="4572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Customer Support Issues:</a:t>
            </a:r>
            <a:r>
              <a:rPr b="0" i="0" lang="en-US" sz="800" u="none" cap="none" strike="noStrike">
                <a:solidFill>
                  <a:srgbClr val="333333"/>
                </a:solidFill>
                <a:latin typeface="Poppins"/>
                <a:ea typeface="Poppins"/>
                <a:cs typeface="Poppins"/>
                <a:sym typeface="Poppins"/>
              </a:rPr>
              <a:t> Stark contradiction between "24/7 support" promise and widespread complaints of slow, unhelpful responses.</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Account Stability:</a:t>
            </a:r>
            <a:r>
              <a:rPr b="0" i="0" lang="en-US" sz="800" u="none" cap="none" strike="noStrike">
                <a:solidFill>
                  <a:srgbClr val="333333"/>
                </a:solidFill>
                <a:latin typeface="Poppins"/>
                <a:ea typeface="Poppins"/>
                <a:cs typeface="Poppins"/>
                <a:sym typeface="Poppins"/>
              </a:rPr>
              <a:t> Multiple reports of accounts suddenly frozen or closed with no clear warning or explanation.</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Inconsistent UX:</a:t>
            </a:r>
            <a:r>
              <a:rPr b="0" i="0" lang="en-US" sz="800" u="none" cap="none" strike="noStrike">
                <a:solidFill>
                  <a:srgbClr val="333333"/>
                </a:solidFill>
                <a:latin typeface="Poppins"/>
                <a:ea typeface="Poppins"/>
                <a:cs typeface="Poppins"/>
                <a:sym typeface="Poppins"/>
              </a:rPr>
              <a:t> Vocal segment finds the app complex, "bloated," and confusing after the "V3" update.</a:t>
            </a:r>
            <a:endParaRPr/>
          </a:p>
          <a:p>
            <a:pPr indent="-285750" lvl="0" marL="457200" marR="0" rtl="0" algn="l">
              <a:lnSpc>
                <a:spcPct val="100000"/>
              </a:lnSpc>
              <a:spcBef>
                <a:spcPts val="400"/>
              </a:spcBef>
              <a:spcAft>
                <a:spcPts val="0"/>
              </a:spcAft>
              <a:buClr>
                <a:srgbClr val="000000"/>
              </a:buClr>
              <a:buSzPts val="800"/>
              <a:buFont typeface="Poppins"/>
              <a:buChar char="•"/>
            </a:pPr>
            <a:r>
              <a:rPr b="1" i="0" lang="en-US" sz="800" u="none" cap="none" strike="noStrike">
                <a:solidFill>
                  <a:srgbClr val="333333"/>
                </a:solidFill>
                <a:latin typeface="Poppins"/>
                <a:ea typeface="Poppins"/>
                <a:cs typeface="Poppins"/>
                <a:sym typeface="Poppins"/>
              </a:rPr>
              <a:t>Premium Pricing:</a:t>
            </a:r>
            <a:r>
              <a:rPr b="0" i="0" lang="en-US" sz="800" u="none" cap="none" strike="noStrike">
                <a:solidFill>
                  <a:srgbClr val="333333"/>
                </a:solidFill>
                <a:latin typeface="Poppins"/>
                <a:ea typeface="Poppins"/>
                <a:cs typeface="Poppins"/>
                <a:sym typeface="Poppins"/>
              </a:rPr>
              <a:t> Pro at 9.99/mo and Elite at 18.99/mo limits mass-market adoption potential.</a:t>
            </a:r>
            <a:endParaRPr/>
          </a:p>
        </p:txBody>
      </p:sp>
      <p:sp>
        <p:nvSpPr>
          <p:cNvPr id="4155" name="Google Shape;4155;p345"/>
          <p:cNvSpPr txBox="1"/>
          <p:nvPr/>
        </p:nvSpPr>
        <p:spPr>
          <a:xfrm>
            <a:off x="51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4156" name="Google Shape;4156;p345"/>
          <p:cNvSpPr txBox="1"/>
          <p:nvPr/>
        </p:nvSpPr>
        <p:spPr>
          <a:xfrm>
            <a:off x="52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Empowerment:</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"I stopped stressing about finances. No longer worry about how to survive until the next salary."</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Frictionless:</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"Spanish IBAN and functioning account in minutes without needing an NIE — why I chose Bunq."</a:t>
            </a:r>
            <a:endParaRPr sz="1300"/>
          </a:p>
        </p:txBody>
      </p:sp>
      <p:sp>
        <p:nvSpPr>
          <p:cNvPr id="4157" name="Google Shape;4157;p345"/>
          <p:cNvSpPr txBox="1"/>
          <p:nvPr/>
        </p:nvSpPr>
        <p:spPr>
          <a:xfrm>
            <a:off x="7092500" y="2609625"/>
            <a:ext cx="1850100" cy="32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000" u="none" cap="none" strike="noStrike">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4158" name="Google Shape;4158;p345"/>
          <p:cNvSpPr txBox="1"/>
          <p:nvPr/>
        </p:nvSpPr>
        <p:spPr>
          <a:xfrm>
            <a:off x="7180000" y="2817125"/>
            <a:ext cx="1689900" cy="1168500"/>
          </a:xfrm>
          <a:prstGeom prst="rect">
            <a:avLst/>
          </a:prstGeom>
          <a:noFill/>
          <a:ln>
            <a:noFill/>
          </a:ln>
        </p:spPr>
        <p:txBody>
          <a:bodyPr anchorCtr="0" anchor="t" bIns="45700" lIns="91425" spcFirstLastPara="1" rIns="91425" wrap="square" tIns="45700">
            <a:noAutofit/>
          </a:bodyPr>
          <a:lstStyle/>
          <a:p>
            <a:pPr indent="-165100" lvl="0" marL="228600" marR="0" rtl="0" algn="l">
              <a:lnSpc>
                <a:spcPct val="100000"/>
              </a:lnSpc>
              <a:spcBef>
                <a:spcPts val="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Unsupported:</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"Extremely slow responses, unhelpful chatbot, issues that remain unresolved. Enormous frustration."</a:t>
            </a:r>
            <a:endParaRPr sz="1300"/>
          </a:p>
          <a:p>
            <a:pPr indent="-165100" lvl="0" marL="228600" marR="0" rtl="0" algn="l">
              <a:lnSpc>
                <a:spcPct val="100000"/>
              </a:lnSpc>
              <a:spcBef>
                <a:spcPts val="600"/>
              </a:spcBef>
              <a:spcAft>
                <a:spcPts val="0"/>
              </a:spcAft>
              <a:buClr>
                <a:srgbClr val="000000"/>
              </a:buClr>
              <a:buSzPts val="800"/>
              <a:buFont typeface="Poppins"/>
              <a:buChar char="•"/>
            </a:pPr>
            <a:r>
              <a:rPr b="1" i="0" lang="en-US" sz="800" u="none" cap="none" strike="noStrike">
                <a:solidFill>
                  <a:srgbClr val="000000"/>
                </a:solidFill>
                <a:latin typeface="Poppins"/>
                <a:ea typeface="Poppins"/>
                <a:cs typeface="Poppins"/>
                <a:sym typeface="Poppins"/>
              </a:rPr>
              <a:t>Instability:</a:t>
            </a:r>
            <a:r>
              <a:rPr b="0" i="0" lang="en-US" sz="800" u="none" cap="none" strike="noStrike">
                <a:solidFill>
                  <a:srgbClr val="000000"/>
                </a:solidFill>
                <a:latin typeface="Poppins"/>
                <a:ea typeface="Poppins"/>
                <a:cs typeface="Poppins"/>
                <a:sym typeface="Poppins"/>
              </a:rPr>
              <a:t> </a:t>
            </a:r>
            <a:r>
              <a:rPr b="0" i="1" lang="en-US" sz="800" u="none" cap="none" strike="noStrike">
                <a:solidFill>
                  <a:srgbClr val="000000"/>
                </a:solidFill>
                <a:latin typeface="Poppins"/>
                <a:ea typeface="Poppins"/>
                <a:cs typeface="Poppins"/>
                <a:sym typeface="Poppins"/>
              </a:rPr>
              <a:t>"Account suddenly frozen with no clear warning. Funds held for long periods without explanation."</a:t>
            </a:r>
            <a:endParaRPr sz="1300"/>
          </a:p>
        </p:txBody>
      </p:sp>
      <p:sp>
        <p:nvSpPr>
          <p:cNvPr id="4159" name="Google Shape;4159;p345"/>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160" name="Google Shape;4160;p345"/>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61" name="Google Shape;4161;p345"/>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5"/>
              </a:rPr>
              <a:t>4.2/5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6"/>
              </a:rPr>
              <a:t>21K</a:t>
            </a:r>
            <a:endParaRPr sz="700">
              <a:solidFill>
                <a:srgbClr val="808080"/>
              </a:solidFill>
              <a:latin typeface="Poppins"/>
              <a:ea typeface="Poppins"/>
              <a:cs typeface="Poppins"/>
              <a:sym typeface="Poppins"/>
            </a:endParaRPr>
          </a:p>
        </p:txBody>
      </p:sp>
      <p:pic>
        <p:nvPicPr>
          <p:cNvPr id="4162" name="Google Shape;4162;p345"/>
          <p:cNvPicPr preferRelativeResize="0"/>
          <p:nvPr/>
        </p:nvPicPr>
        <p:blipFill>
          <a:blip r:embed="rId7">
            <a:alphaModFix/>
          </a:blip>
          <a:stretch>
            <a:fillRect/>
          </a:stretch>
        </p:blipFill>
        <p:spPr>
          <a:xfrm>
            <a:off x="5572929" y="4508200"/>
            <a:ext cx="500000" cy="125000"/>
          </a:xfrm>
          <a:prstGeom prst="rect">
            <a:avLst/>
          </a:prstGeom>
          <a:noFill/>
          <a:ln>
            <a:noFill/>
          </a:ln>
        </p:spPr>
      </p:pic>
      <p:sp>
        <p:nvSpPr>
          <p:cNvPr id="4163" name="Google Shape;4163;p345"/>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8"/>
              </a:rPr>
              <a:t>4.6/5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9"/>
              </a:rPr>
              <a:t>3.8K</a:t>
            </a:r>
            <a:endParaRPr sz="700">
              <a:solidFill>
                <a:srgbClr val="808080"/>
              </a:solidFill>
              <a:latin typeface="Poppins"/>
              <a:ea typeface="Poppins"/>
              <a:cs typeface="Poppins"/>
              <a:sym typeface="Poppins"/>
            </a:endParaRPr>
          </a:p>
        </p:txBody>
      </p:sp>
      <p:pic>
        <p:nvPicPr>
          <p:cNvPr id="4164" name="Google Shape;4164;p345"/>
          <p:cNvPicPr preferRelativeResize="0"/>
          <p:nvPr/>
        </p:nvPicPr>
        <p:blipFill>
          <a:blip r:embed="rId10">
            <a:alphaModFix/>
          </a:blip>
          <a:stretch>
            <a:fillRect/>
          </a:stretch>
        </p:blipFill>
        <p:spPr>
          <a:xfrm>
            <a:off x="6996261" y="4493200"/>
            <a:ext cx="140000" cy="140000"/>
          </a:xfrm>
          <a:prstGeom prst="rect">
            <a:avLst/>
          </a:prstGeom>
          <a:noFill/>
          <a:ln>
            <a:noFill/>
          </a:ln>
        </p:spPr>
      </p:pic>
      <p:sp>
        <p:nvSpPr>
          <p:cNvPr id="4165" name="Google Shape;4165;p345"/>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1"/>
              </a:rPr>
              <a:t>3.4/5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2"/>
              </a:rPr>
              <a:t>26K</a:t>
            </a:r>
            <a:endParaRPr sz="700">
              <a:solidFill>
                <a:srgbClr val="808080"/>
              </a:solidFill>
              <a:latin typeface="Poppins"/>
              <a:ea typeface="Poppins"/>
              <a:cs typeface="Poppins"/>
              <a:sym typeface="Poppins"/>
            </a:endParaRPr>
          </a:p>
        </p:txBody>
      </p:sp>
      <p:pic>
        <p:nvPicPr>
          <p:cNvPr id="4166" name="Google Shape;4166;p345"/>
          <p:cNvPicPr preferRelativeResize="0"/>
          <p:nvPr/>
        </p:nvPicPr>
        <p:blipFill>
          <a:blip r:embed="rId13">
            <a:alphaModFix/>
          </a:blip>
          <a:stretch>
            <a:fillRect/>
          </a:stretch>
        </p:blipFill>
        <p:spPr>
          <a:xfrm>
            <a:off x="8059595" y="4483200"/>
            <a:ext cx="500000" cy="150000"/>
          </a:xfrm>
          <a:prstGeom prst="rect">
            <a:avLst/>
          </a:prstGeom>
          <a:noFill/>
          <a:ln>
            <a:noFill/>
          </a:ln>
        </p:spPr>
      </p:pic>
      <p:sp>
        <p:nvSpPr>
          <p:cNvPr id="4167" name="Google Shape;4167;p345"/>
          <p:cNvSpPr/>
          <p:nvPr/>
        </p:nvSpPr>
        <p:spPr>
          <a:xfrm>
            <a:off x="5200000" y="1700950"/>
            <a:ext cx="3669900" cy="766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40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20M+ global (2025)</a:t>
            </a:r>
            <a:r>
              <a:rPr lang="en-US" sz="700" u="sng">
                <a:solidFill>
                  <a:schemeClr val="dk1"/>
                </a:solidFill>
                <a:latin typeface="Poppins"/>
                <a:ea typeface="Poppins"/>
                <a:cs typeface="Poppins"/>
                <a:sym typeface="Poppins"/>
                <a:hlinkClick r:id="rId14">
                  <a:extLst>
                    <a:ext uri="{A12FA001-AC4F-418D-AE19-62706E023703}">
                      <ahyp:hlinkClr val="tx"/>
                    </a:ext>
                  </a:extLst>
                </a:hlinkClick>
              </a:rPr>
              <a:t> (1)</a:t>
            </a:r>
            <a:endParaRPr sz="700" u="sng">
              <a:solidFill>
                <a:schemeClr val="dk1"/>
              </a:solidFill>
              <a:latin typeface="Poppins"/>
              <a:ea typeface="Poppins"/>
              <a:cs typeface="Poppins"/>
              <a:sym typeface="Poppins"/>
            </a:endParaRPr>
          </a:p>
          <a:p>
            <a:pPr indent="-304800" lvl="0" marL="228600" rtl="0" algn="l">
              <a:lnSpc>
                <a:spcPct val="140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Revenue</a:t>
            </a:r>
            <a:r>
              <a:rPr b="1" lang="en-US" sz="1200">
                <a:solidFill>
                  <a:schemeClr val="dk1"/>
                </a:solidFill>
                <a:latin typeface="Poppins"/>
                <a:ea typeface="Poppins"/>
                <a:cs typeface="Poppins"/>
                <a:sym typeface="Poppins"/>
              </a:rPr>
              <a:t>: €245M (2024)</a:t>
            </a:r>
            <a:r>
              <a:rPr lang="en-US" sz="700" u="sng">
                <a:solidFill>
                  <a:schemeClr val="dk1"/>
                </a:solidFill>
                <a:latin typeface="Poppins"/>
                <a:ea typeface="Poppins"/>
                <a:cs typeface="Poppins"/>
                <a:sym typeface="Poppins"/>
                <a:hlinkClick r:id="rId15">
                  <a:extLst>
                    <a:ext uri="{A12FA001-AC4F-418D-AE19-62706E023703}">
                      <ahyp:hlinkClr val="tx"/>
                    </a:ext>
                  </a:extLst>
                </a:hlinkClick>
              </a:rPr>
              <a:t> (2)</a:t>
            </a:r>
            <a:endParaRPr sz="700" u="sng">
              <a:solidFill>
                <a:schemeClr val="dk1"/>
              </a:solidFill>
              <a:latin typeface="Poppins"/>
              <a:ea typeface="Poppins"/>
              <a:cs typeface="Poppins"/>
              <a:sym typeface="Poppins"/>
            </a:endParaRPr>
          </a:p>
          <a:p>
            <a:pPr indent="-304800" lvl="0" marL="228600" rtl="0" algn="l">
              <a:lnSpc>
                <a:spcPct val="140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Market</a:t>
            </a:r>
            <a:r>
              <a:rPr b="1" lang="en-US" sz="1200">
                <a:solidFill>
                  <a:schemeClr val="dk1"/>
                </a:solidFill>
                <a:latin typeface="Poppins"/>
                <a:ea typeface="Poppins"/>
                <a:cs typeface="Poppins"/>
                <a:sym typeface="Poppins"/>
              </a:rPr>
              <a:t>: Emerging in Spain</a:t>
            </a:r>
            <a:r>
              <a:rPr lang="en-US" sz="700" u="sng">
                <a:solidFill>
                  <a:schemeClr val="dk1"/>
                </a:solidFill>
                <a:latin typeface="Poppins"/>
                <a:ea typeface="Poppins"/>
                <a:cs typeface="Poppins"/>
                <a:sym typeface="Poppins"/>
                <a:hlinkClick r:id="rId16">
                  <a:extLst>
                    <a:ext uri="{A12FA001-AC4F-418D-AE19-62706E023703}">
                      <ahyp:hlinkClr val="tx"/>
                    </a:ext>
                  </a:extLst>
                </a:hlinkClick>
              </a:rPr>
              <a:t> (3)</a:t>
            </a:r>
            <a:endParaRPr sz="700" u="sng">
              <a:solidFill>
                <a:schemeClr val="dk1"/>
              </a:solidFill>
              <a:latin typeface="Poppins"/>
              <a:ea typeface="Poppins"/>
              <a:cs typeface="Poppins"/>
              <a:sym typeface="Poppins"/>
            </a:endParaRPr>
          </a:p>
        </p:txBody>
      </p:sp>
      <p:sp>
        <p:nvSpPr>
          <p:cNvPr id="4168" name="Google Shape;4168;p345">
            <a:hlinkClick r:id="rId17"/>
          </p:cNvPr>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chemeClr val="hlink"/>
                </a:solidFill>
                <a:latin typeface="Poppins"/>
                <a:ea typeface="Poppins"/>
                <a:cs typeface="Poppins"/>
                <a:sym typeface="Poppins"/>
                <a:hlinkClick r:id="rId18"/>
              </a:rPr>
              <a:t>Bunq docs</a:t>
            </a:r>
            <a:endParaRPr b="1" sz="900" u="sng">
              <a:solidFill>
                <a:srgbClr val="333333"/>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33C"/>
        </a:solidFill>
      </p:bgPr>
    </p:bg>
    <p:spTree>
      <p:nvGrpSpPr>
        <p:cNvPr id="4173" name="Shape 4173"/>
        <p:cNvGrpSpPr/>
        <p:nvPr/>
      </p:nvGrpSpPr>
      <p:grpSpPr>
        <a:xfrm>
          <a:off x="0" y="0"/>
          <a:ext cx="0" cy="0"/>
          <a:chOff x="0" y="0"/>
          <a:chExt cx="0" cy="0"/>
        </a:xfrm>
      </p:grpSpPr>
      <p:sp>
        <p:nvSpPr>
          <p:cNvPr id="4174" name="Google Shape;4174;p346"/>
          <p:cNvSpPr/>
          <p:nvPr/>
        </p:nvSpPr>
        <p:spPr>
          <a:xfrm>
            <a:off x="2885925" y="1787249"/>
            <a:ext cx="3265500" cy="1569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Poppins"/>
              <a:buNone/>
            </a:pPr>
            <a:r>
              <a:rPr b="1" lang="en-US" sz="3600">
                <a:solidFill>
                  <a:srgbClr val="FFFFFF"/>
                </a:solidFill>
                <a:latin typeface="Poppins"/>
                <a:ea typeface="Poppins"/>
                <a:cs typeface="Poppins"/>
                <a:sym typeface="Poppins"/>
              </a:rPr>
              <a:t>Business</a:t>
            </a:r>
            <a:r>
              <a:rPr b="1" lang="en-US" sz="3600">
                <a:solidFill>
                  <a:srgbClr val="FFFFFF"/>
                </a:solidFill>
                <a:latin typeface="Poppins"/>
                <a:ea typeface="Poppins"/>
                <a:cs typeface="Poppins"/>
                <a:sym typeface="Poppins"/>
              </a:rPr>
              <a:t> Banking</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33C"/>
        </a:solidFill>
      </p:bgPr>
    </p:bg>
    <p:spTree>
      <p:nvGrpSpPr>
        <p:cNvPr id="4179" name="Shape 4179"/>
        <p:cNvGrpSpPr/>
        <p:nvPr/>
      </p:nvGrpSpPr>
      <p:grpSpPr>
        <a:xfrm>
          <a:off x="0" y="0"/>
          <a:ext cx="0" cy="0"/>
          <a:chOff x="0" y="0"/>
          <a:chExt cx="0" cy="0"/>
        </a:xfrm>
      </p:grpSpPr>
      <p:sp>
        <p:nvSpPr>
          <p:cNvPr id="4180" name="Google Shape;4180;p347"/>
          <p:cNvSpPr/>
          <p:nvPr/>
        </p:nvSpPr>
        <p:spPr>
          <a:xfrm>
            <a:off x="2939189" y="2128838"/>
            <a:ext cx="3265500" cy="209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B4D3F"/>
              </a:buClr>
              <a:buSzPts val="1400"/>
              <a:buFont typeface="Poppins"/>
              <a:buNone/>
            </a:pPr>
            <a:r>
              <a:rPr b="1" i="0" lang="en-US" sz="1400" u="none" cap="none" strike="noStrike">
                <a:solidFill>
                  <a:srgbClr val="FB4D3F"/>
                </a:solidFill>
                <a:latin typeface="Poppins"/>
                <a:ea typeface="Poppins"/>
                <a:cs typeface="Poppins"/>
                <a:sym typeface="Poppins"/>
              </a:rPr>
              <a:t>SECTION 01</a:t>
            </a:r>
            <a:endParaRPr b="0" i="0" sz="1400" u="none" cap="none" strike="noStrike">
              <a:solidFill>
                <a:schemeClr val="dk1"/>
              </a:solidFill>
              <a:latin typeface="Calibri"/>
              <a:ea typeface="Calibri"/>
              <a:cs typeface="Calibri"/>
              <a:sym typeface="Calibri"/>
            </a:endParaRPr>
          </a:p>
        </p:txBody>
      </p:sp>
      <p:sp>
        <p:nvSpPr>
          <p:cNvPr id="4181" name="Google Shape;4181;p347"/>
          <p:cNvSpPr/>
          <p:nvPr/>
        </p:nvSpPr>
        <p:spPr>
          <a:xfrm>
            <a:off x="2939189" y="2490788"/>
            <a:ext cx="3265500" cy="523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3600"/>
              <a:buFont typeface="Poppins"/>
              <a:buNone/>
            </a:pPr>
            <a:r>
              <a:rPr b="1" i="0" lang="en-US" sz="3600" u="none" cap="none" strike="noStrike">
                <a:solidFill>
                  <a:srgbClr val="FFFFFF"/>
                </a:solidFill>
                <a:latin typeface="Poppins"/>
                <a:ea typeface="Poppins"/>
                <a:cs typeface="Poppins"/>
                <a:sym typeface="Poppins"/>
              </a:rPr>
              <a:t>Market &amp; Gaps</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186" name="Shape 4186"/>
        <p:cNvGrpSpPr/>
        <p:nvPr/>
      </p:nvGrpSpPr>
      <p:grpSpPr>
        <a:xfrm>
          <a:off x="0" y="0"/>
          <a:ext cx="0" cy="0"/>
          <a:chOff x="0" y="0"/>
          <a:chExt cx="0" cy="0"/>
        </a:xfrm>
      </p:grpSpPr>
      <p:sp>
        <p:nvSpPr>
          <p:cNvPr id="4187" name="Google Shape;4187;p348"/>
          <p:cNvSpPr/>
          <p:nvPr/>
        </p:nvSpPr>
        <p:spPr>
          <a:xfrm>
            <a:off x="120150" y="402300"/>
            <a:ext cx="8903700" cy="4631700"/>
          </a:xfrm>
          <a:prstGeom prst="roundRect">
            <a:avLst>
              <a:gd fmla="val 3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188" name="Google Shape;4188;p348"/>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4189" name="Google Shape;4189;p348"/>
          <p:cNvSpPr txBox="1"/>
          <p:nvPr/>
        </p:nvSpPr>
        <p:spPr>
          <a:xfrm>
            <a:off x="220000" y="450000"/>
            <a:ext cx="8600100" cy="3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222222"/>
                </a:solidFill>
                <a:latin typeface="Inter Tight"/>
                <a:ea typeface="Inter Tight"/>
                <a:cs typeface="Inter Tight"/>
                <a:sym typeface="Inter Tight"/>
              </a:rPr>
              <a:t>Spain's BB Market: Underserved SMEs and Growing Autonomos</a:t>
            </a:r>
            <a:endParaRPr b="1" sz="1600">
              <a:solidFill>
                <a:srgbClr val="222222"/>
              </a:solidFill>
              <a:latin typeface="Inter Tight"/>
              <a:ea typeface="Inter Tight"/>
              <a:cs typeface="Inter Tight"/>
              <a:sym typeface="Inter Tight"/>
            </a:endParaRPr>
          </a:p>
        </p:txBody>
      </p:sp>
      <p:sp>
        <p:nvSpPr>
          <p:cNvPr id="4190" name="Google Shape;4190;p348"/>
          <p:cNvSpPr txBox="1"/>
          <p:nvPr/>
        </p:nvSpPr>
        <p:spPr>
          <a:xfrm>
            <a:off x="220000" y="760000"/>
            <a:ext cx="8600100" cy="2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rgbClr val="999999"/>
                </a:solidFill>
                <a:latin typeface="Poppins"/>
                <a:ea typeface="Poppins"/>
                <a:cs typeface="Poppins"/>
                <a:sym typeface="Poppins"/>
              </a:rPr>
              <a:t>Four structural trends reshaping the competitive landscape for business banking in Spain</a:t>
            </a:r>
            <a:endParaRPr sz="900">
              <a:solidFill>
                <a:srgbClr val="999999"/>
              </a:solidFill>
              <a:latin typeface="Poppins"/>
              <a:ea typeface="Poppins"/>
              <a:cs typeface="Poppins"/>
              <a:sym typeface="Poppins"/>
            </a:endParaRPr>
          </a:p>
        </p:txBody>
      </p:sp>
      <p:sp>
        <p:nvSpPr>
          <p:cNvPr id="4191" name="Google Shape;4191;p348"/>
          <p:cNvSpPr/>
          <p:nvPr/>
        </p:nvSpPr>
        <p:spPr>
          <a:xfrm>
            <a:off x="4677875" y="1045750"/>
            <a:ext cx="4305000" cy="750000"/>
          </a:xfrm>
          <a:prstGeom prst="roundRect">
            <a:avLst>
              <a:gd fmla="val 16667" name="adj"/>
            </a:avLst>
          </a:prstGeom>
          <a:solidFill>
            <a:srgbClr val="F2F3F4"/>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2" name="Google Shape;4192;p348"/>
          <p:cNvSpPr/>
          <p:nvPr/>
        </p:nvSpPr>
        <p:spPr>
          <a:xfrm>
            <a:off x="4727875" y="1095750"/>
            <a:ext cx="260100" cy="260100"/>
          </a:xfrm>
          <a:prstGeom prst="roundRect">
            <a:avLst>
              <a:gd fmla="val 16667" name="adj"/>
            </a:avLst>
          </a:prstGeom>
          <a:solidFill>
            <a:srgbClr val="FE4F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3" name="Google Shape;4193;p348"/>
          <p:cNvSpPr txBox="1"/>
          <p:nvPr/>
        </p:nvSpPr>
        <p:spPr>
          <a:xfrm>
            <a:off x="4727875" y="1095750"/>
            <a:ext cx="260100" cy="26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rgbClr val="FFFFFF"/>
                </a:solidFill>
                <a:latin typeface="Inter Tight"/>
                <a:ea typeface="Inter Tight"/>
                <a:cs typeface="Inter Tight"/>
                <a:sym typeface="Inter Tight"/>
              </a:rPr>
              <a:t>1</a:t>
            </a:r>
            <a:endParaRPr b="1" sz="1600">
              <a:solidFill>
                <a:srgbClr val="FFFFFF"/>
              </a:solidFill>
              <a:latin typeface="Inter Tight"/>
              <a:ea typeface="Inter Tight"/>
              <a:cs typeface="Inter Tight"/>
              <a:sym typeface="Inter Tight"/>
            </a:endParaRPr>
          </a:p>
        </p:txBody>
      </p:sp>
      <p:sp>
        <p:nvSpPr>
          <p:cNvPr id="4194" name="Google Shape;4194;p348"/>
          <p:cNvSpPr txBox="1"/>
          <p:nvPr/>
        </p:nvSpPr>
        <p:spPr>
          <a:xfrm>
            <a:off x="5037875" y="1085750"/>
            <a:ext cx="3885000" cy="2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222222"/>
                </a:solidFill>
                <a:latin typeface="Inter Tight"/>
                <a:ea typeface="Inter Tight"/>
                <a:cs typeface="Inter Tight"/>
                <a:sym typeface="Inter Tight"/>
              </a:rPr>
              <a:t>The SME Financing Gap</a:t>
            </a:r>
            <a:endParaRPr b="1" sz="1100">
              <a:solidFill>
                <a:srgbClr val="222222"/>
              </a:solidFill>
              <a:latin typeface="Inter Tight"/>
              <a:ea typeface="Inter Tight"/>
              <a:cs typeface="Inter Tight"/>
              <a:sym typeface="Inter Tight"/>
            </a:endParaRPr>
          </a:p>
        </p:txBody>
      </p:sp>
      <p:sp>
        <p:nvSpPr>
          <p:cNvPr id="4195" name="Google Shape;4195;p348"/>
          <p:cNvSpPr txBox="1"/>
          <p:nvPr/>
        </p:nvSpPr>
        <p:spPr>
          <a:xfrm>
            <a:off x="5037875" y="1285750"/>
            <a:ext cx="3885000" cy="47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750">
                <a:solidFill>
                  <a:srgbClr val="333333"/>
                </a:solidFill>
                <a:latin typeface="Poppins"/>
                <a:ea typeface="Poppins"/>
                <a:cs typeface="Poppins"/>
                <a:sym typeface="Poppins"/>
              </a:rPr>
              <a:t>In 2024, 60% of SMEs seeking credit faced difficulties or rejections. Collateral-centric risk models are out of step with digital companies.</a:t>
            </a:r>
            <a:endParaRPr sz="750">
              <a:solidFill>
                <a:srgbClr val="333333"/>
              </a:solidFill>
              <a:latin typeface="Poppins"/>
              <a:ea typeface="Poppins"/>
              <a:cs typeface="Poppins"/>
              <a:sym typeface="Poppins"/>
            </a:endParaRPr>
          </a:p>
        </p:txBody>
      </p:sp>
      <p:sp>
        <p:nvSpPr>
          <p:cNvPr id="4196" name="Google Shape;4196;p348"/>
          <p:cNvSpPr/>
          <p:nvPr/>
        </p:nvSpPr>
        <p:spPr>
          <a:xfrm>
            <a:off x="4677875" y="1777475"/>
            <a:ext cx="4305000" cy="750000"/>
          </a:xfrm>
          <a:prstGeom prst="roundRect">
            <a:avLst>
              <a:gd fmla="val 16667" name="adj"/>
            </a:avLst>
          </a:prstGeom>
          <a:solidFill>
            <a:srgbClr val="F2F3F4"/>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7" name="Google Shape;4197;p348"/>
          <p:cNvSpPr/>
          <p:nvPr/>
        </p:nvSpPr>
        <p:spPr>
          <a:xfrm>
            <a:off x="4727875" y="1827475"/>
            <a:ext cx="260100" cy="260100"/>
          </a:xfrm>
          <a:prstGeom prst="roundRect">
            <a:avLst>
              <a:gd fmla="val 16667" name="adj"/>
            </a:avLst>
          </a:prstGeom>
          <a:solidFill>
            <a:srgbClr val="96D4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8" name="Google Shape;4198;p348"/>
          <p:cNvSpPr txBox="1"/>
          <p:nvPr/>
        </p:nvSpPr>
        <p:spPr>
          <a:xfrm>
            <a:off x="4727875" y="1827475"/>
            <a:ext cx="260100" cy="26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rgbClr val="FFFFFF"/>
                </a:solidFill>
                <a:latin typeface="Inter Tight"/>
                <a:ea typeface="Inter Tight"/>
                <a:cs typeface="Inter Tight"/>
                <a:sym typeface="Inter Tight"/>
              </a:rPr>
              <a:t>2</a:t>
            </a:r>
            <a:endParaRPr b="1" sz="1600">
              <a:solidFill>
                <a:srgbClr val="FFFFFF"/>
              </a:solidFill>
              <a:latin typeface="Inter Tight"/>
              <a:ea typeface="Inter Tight"/>
              <a:cs typeface="Inter Tight"/>
              <a:sym typeface="Inter Tight"/>
            </a:endParaRPr>
          </a:p>
        </p:txBody>
      </p:sp>
      <p:sp>
        <p:nvSpPr>
          <p:cNvPr id="4199" name="Google Shape;4199;p348"/>
          <p:cNvSpPr txBox="1"/>
          <p:nvPr/>
        </p:nvSpPr>
        <p:spPr>
          <a:xfrm>
            <a:off x="5037875" y="1817475"/>
            <a:ext cx="3885000" cy="2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222222"/>
                </a:solidFill>
                <a:latin typeface="Inter Tight"/>
                <a:ea typeface="Inter Tight"/>
                <a:cs typeface="Inter Tight"/>
                <a:sym typeface="Inter Tight"/>
              </a:rPr>
              <a:t>Bank-Fintech Collaboration</a:t>
            </a:r>
            <a:endParaRPr b="1" sz="1100">
              <a:solidFill>
                <a:srgbClr val="222222"/>
              </a:solidFill>
              <a:latin typeface="Inter Tight"/>
              <a:ea typeface="Inter Tight"/>
              <a:cs typeface="Inter Tight"/>
              <a:sym typeface="Inter Tight"/>
            </a:endParaRPr>
          </a:p>
        </p:txBody>
      </p:sp>
      <p:sp>
        <p:nvSpPr>
          <p:cNvPr id="4200" name="Google Shape;4200;p348"/>
          <p:cNvSpPr txBox="1"/>
          <p:nvPr/>
        </p:nvSpPr>
        <p:spPr>
          <a:xfrm>
            <a:off x="5037875" y="2017475"/>
            <a:ext cx="3885000" cy="47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750">
                <a:solidFill>
                  <a:srgbClr val="333333"/>
                </a:solidFill>
                <a:latin typeface="Poppins"/>
                <a:ea typeface="Poppins"/>
                <a:cs typeface="Poppins"/>
                <a:sym typeface="Poppins"/>
              </a:rPr>
              <a:t>6x fintech growth since 2015. Relationship evolved from competitive to collaborative. Banks partner on innovative projects and integrate agile, customer-centric solutions.</a:t>
            </a:r>
            <a:endParaRPr sz="750">
              <a:solidFill>
                <a:srgbClr val="333333"/>
              </a:solidFill>
              <a:latin typeface="Poppins"/>
              <a:ea typeface="Poppins"/>
              <a:cs typeface="Poppins"/>
              <a:sym typeface="Poppins"/>
            </a:endParaRPr>
          </a:p>
        </p:txBody>
      </p:sp>
      <p:sp>
        <p:nvSpPr>
          <p:cNvPr id="4201" name="Google Shape;4201;p348"/>
          <p:cNvSpPr/>
          <p:nvPr/>
        </p:nvSpPr>
        <p:spPr>
          <a:xfrm>
            <a:off x="4677875" y="2607025"/>
            <a:ext cx="4305000" cy="750000"/>
          </a:xfrm>
          <a:prstGeom prst="roundRect">
            <a:avLst>
              <a:gd fmla="val 16667" name="adj"/>
            </a:avLst>
          </a:prstGeom>
          <a:solidFill>
            <a:srgbClr val="F2F3F4"/>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2" name="Google Shape;4202;p348"/>
          <p:cNvSpPr/>
          <p:nvPr/>
        </p:nvSpPr>
        <p:spPr>
          <a:xfrm>
            <a:off x="4727875" y="2657025"/>
            <a:ext cx="260100" cy="260100"/>
          </a:xfrm>
          <a:prstGeom prst="roundRect">
            <a:avLst>
              <a:gd fmla="val 16667" name="adj"/>
            </a:avLst>
          </a:prstGeom>
          <a:solidFill>
            <a:srgbClr val="A8E0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3" name="Google Shape;4203;p348"/>
          <p:cNvSpPr txBox="1"/>
          <p:nvPr/>
        </p:nvSpPr>
        <p:spPr>
          <a:xfrm>
            <a:off x="4727875" y="2657025"/>
            <a:ext cx="260100" cy="26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rgbClr val="FFFFFF"/>
                </a:solidFill>
                <a:latin typeface="Inter Tight"/>
                <a:ea typeface="Inter Tight"/>
                <a:cs typeface="Inter Tight"/>
                <a:sym typeface="Inter Tight"/>
              </a:rPr>
              <a:t>3</a:t>
            </a:r>
            <a:endParaRPr b="1" sz="1600">
              <a:solidFill>
                <a:srgbClr val="FFFFFF"/>
              </a:solidFill>
              <a:latin typeface="Inter Tight"/>
              <a:ea typeface="Inter Tight"/>
              <a:cs typeface="Inter Tight"/>
              <a:sym typeface="Inter Tight"/>
            </a:endParaRPr>
          </a:p>
        </p:txBody>
      </p:sp>
      <p:sp>
        <p:nvSpPr>
          <p:cNvPr id="4204" name="Google Shape;4204;p348"/>
          <p:cNvSpPr txBox="1"/>
          <p:nvPr/>
        </p:nvSpPr>
        <p:spPr>
          <a:xfrm>
            <a:off x="5037875" y="2647025"/>
            <a:ext cx="3885000" cy="2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222222"/>
                </a:solidFill>
                <a:latin typeface="Inter Tight"/>
                <a:ea typeface="Inter Tight"/>
                <a:cs typeface="Inter Tight"/>
                <a:sym typeface="Inter Tight"/>
              </a:rPr>
              <a:t>Data-Driven Ecosystems</a:t>
            </a:r>
            <a:endParaRPr b="1" sz="1100">
              <a:solidFill>
                <a:srgbClr val="222222"/>
              </a:solidFill>
              <a:latin typeface="Inter Tight"/>
              <a:ea typeface="Inter Tight"/>
              <a:cs typeface="Inter Tight"/>
              <a:sym typeface="Inter Tight"/>
            </a:endParaRPr>
          </a:p>
        </p:txBody>
      </p:sp>
      <p:sp>
        <p:nvSpPr>
          <p:cNvPr id="4205" name="Google Shape;4205;p348"/>
          <p:cNvSpPr txBox="1"/>
          <p:nvPr/>
        </p:nvSpPr>
        <p:spPr>
          <a:xfrm>
            <a:off x="5037875" y="2847025"/>
            <a:ext cx="3885000" cy="47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750">
                <a:solidFill>
                  <a:srgbClr val="333333"/>
                </a:solidFill>
                <a:latin typeface="Poppins"/>
                <a:ea typeface="Poppins"/>
                <a:cs typeface="Poppins"/>
                <a:sym typeface="Poppins"/>
              </a:rPr>
              <a:t>Market moving toward unified digital platforms over siloed products. BBVA's 'Sharing Knowledge' achieved 43.5M views by fostering a business community.</a:t>
            </a:r>
            <a:endParaRPr sz="750">
              <a:solidFill>
                <a:srgbClr val="333333"/>
              </a:solidFill>
              <a:latin typeface="Poppins"/>
              <a:ea typeface="Poppins"/>
              <a:cs typeface="Poppins"/>
              <a:sym typeface="Poppins"/>
            </a:endParaRPr>
          </a:p>
        </p:txBody>
      </p:sp>
      <p:sp>
        <p:nvSpPr>
          <p:cNvPr id="4206" name="Google Shape;4206;p348"/>
          <p:cNvSpPr/>
          <p:nvPr/>
        </p:nvSpPr>
        <p:spPr>
          <a:xfrm>
            <a:off x="4677875" y="3386575"/>
            <a:ext cx="4305000" cy="750000"/>
          </a:xfrm>
          <a:prstGeom prst="roundRect">
            <a:avLst>
              <a:gd fmla="val 16667" name="adj"/>
            </a:avLst>
          </a:prstGeom>
          <a:solidFill>
            <a:srgbClr val="F2F3F4"/>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7" name="Google Shape;4207;p348"/>
          <p:cNvSpPr/>
          <p:nvPr/>
        </p:nvSpPr>
        <p:spPr>
          <a:xfrm>
            <a:off x="4727875" y="3436575"/>
            <a:ext cx="260100" cy="260100"/>
          </a:xfrm>
          <a:prstGeom prst="roundRect">
            <a:avLst>
              <a:gd fmla="val 16667" name="adj"/>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8" name="Google Shape;4208;p348"/>
          <p:cNvSpPr txBox="1"/>
          <p:nvPr/>
        </p:nvSpPr>
        <p:spPr>
          <a:xfrm>
            <a:off x="4727875" y="3436575"/>
            <a:ext cx="260100" cy="26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rgbClr val="FFFFFF"/>
                </a:solidFill>
                <a:latin typeface="Inter Tight"/>
                <a:ea typeface="Inter Tight"/>
                <a:cs typeface="Inter Tight"/>
                <a:sym typeface="Inter Tight"/>
              </a:rPr>
              <a:t>4</a:t>
            </a:r>
            <a:endParaRPr b="1" sz="1600">
              <a:solidFill>
                <a:srgbClr val="FFFFFF"/>
              </a:solidFill>
              <a:latin typeface="Inter Tight"/>
              <a:ea typeface="Inter Tight"/>
              <a:cs typeface="Inter Tight"/>
              <a:sym typeface="Inter Tight"/>
            </a:endParaRPr>
          </a:p>
        </p:txBody>
      </p:sp>
      <p:sp>
        <p:nvSpPr>
          <p:cNvPr id="4209" name="Google Shape;4209;p348"/>
          <p:cNvSpPr txBox="1"/>
          <p:nvPr/>
        </p:nvSpPr>
        <p:spPr>
          <a:xfrm>
            <a:off x="5037875" y="3426575"/>
            <a:ext cx="3885000" cy="2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222222"/>
                </a:solidFill>
                <a:latin typeface="Inter Tight"/>
                <a:ea typeface="Inter Tight"/>
                <a:cs typeface="Inter Tight"/>
                <a:sym typeface="Inter Tight"/>
              </a:rPr>
              <a:t>AI Adoption in Corporate Finance</a:t>
            </a:r>
            <a:endParaRPr b="1" sz="1100">
              <a:solidFill>
                <a:srgbClr val="222222"/>
              </a:solidFill>
              <a:latin typeface="Inter Tight"/>
              <a:ea typeface="Inter Tight"/>
              <a:cs typeface="Inter Tight"/>
              <a:sym typeface="Inter Tight"/>
            </a:endParaRPr>
          </a:p>
        </p:txBody>
      </p:sp>
      <p:sp>
        <p:nvSpPr>
          <p:cNvPr id="4210" name="Google Shape;4210;p348"/>
          <p:cNvSpPr txBox="1"/>
          <p:nvPr/>
        </p:nvSpPr>
        <p:spPr>
          <a:xfrm>
            <a:off x="5037875" y="3626575"/>
            <a:ext cx="3885000" cy="47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750">
                <a:solidFill>
                  <a:srgbClr val="333333"/>
                </a:solidFill>
                <a:latin typeface="Poppins"/>
                <a:ea typeface="Poppins"/>
                <a:cs typeface="Poppins"/>
                <a:sym typeface="Poppins"/>
              </a:rPr>
              <a:t>20% of Spanish companies now use AI. BNP Paribas reduced loan processing time by 80%. AI shifting from experimental to core infrastructure.</a:t>
            </a:r>
            <a:endParaRPr sz="750">
              <a:solidFill>
                <a:srgbClr val="333333"/>
              </a:solidFill>
              <a:latin typeface="Poppins"/>
              <a:ea typeface="Poppins"/>
              <a:cs typeface="Poppins"/>
              <a:sym typeface="Poppins"/>
            </a:endParaRPr>
          </a:p>
        </p:txBody>
      </p:sp>
      <p:pic>
        <p:nvPicPr>
          <p:cNvPr id="4211" name="Google Shape;4211;p348"/>
          <p:cNvPicPr preferRelativeResize="0"/>
          <p:nvPr/>
        </p:nvPicPr>
        <p:blipFill rotWithShape="1">
          <a:blip r:embed="rId4">
            <a:alphaModFix/>
          </a:blip>
          <a:srcRect b="15476" l="0" r="15476" t="0"/>
          <a:stretch/>
        </p:blipFill>
        <p:spPr>
          <a:xfrm>
            <a:off x="120150" y="1299700"/>
            <a:ext cx="4454848" cy="2836876"/>
          </a:xfrm>
          <a:prstGeom prst="rect">
            <a:avLst/>
          </a:prstGeom>
          <a:noFill/>
          <a:ln>
            <a:noFill/>
          </a:ln>
        </p:spPr>
      </p:pic>
      <p:sp>
        <p:nvSpPr>
          <p:cNvPr id="4212" name="Google Shape;4212;p348"/>
          <p:cNvSpPr/>
          <p:nvPr/>
        </p:nvSpPr>
        <p:spPr>
          <a:xfrm>
            <a:off x="123606" y="121600"/>
            <a:ext cx="8064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Market</a:t>
            </a:r>
            <a:endParaRPr b="1" sz="900">
              <a:solidFill>
                <a:srgbClr val="FFFFFF"/>
              </a:solidFill>
              <a:latin typeface="Poppins"/>
              <a:ea typeface="Poppins"/>
              <a:cs typeface="Poppins"/>
              <a:sym typeface="Poppins"/>
            </a:endParaRPr>
          </a:p>
        </p:txBody>
      </p:sp>
      <p:sp>
        <p:nvSpPr>
          <p:cNvPr id="4213" name="Google Shape;4213;p348"/>
          <p:cNvSpPr/>
          <p:nvPr/>
        </p:nvSpPr>
        <p:spPr>
          <a:xfrm>
            <a:off x="9900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218" name="Shape 4218"/>
        <p:cNvGrpSpPr/>
        <p:nvPr/>
      </p:nvGrpSpPr>
      <p:grpSpPr>
        <a:xfrm>
          <a:off x="0" y="0"/>
          <a:ext cx="0" cy="0"/>
          <a:chOff x="0" y="0"/>
          <a:chExt cx="0" cy="0"/>
        </a:xfrm>
      </p:grpSpPr>
      <p:sp>
        <p:nvSpPr>
          <p:cNvPr id="4219" name="Google Shape;4219;p349"/>
          <p:cNvSpPr/>
          <p:nvPr/>
        </p:nvSpPr>
        <p:spPr>
          <a:xfrm>
            <a:off x="120150" y="402300"/>
            <a:ext cx="8903700" cy="4631700"/>
          </a:xfrm>
          <a:prstGeom prst="roundRect">
            <a:avLst>
              <a:gd fmla="val 3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pic>
        <p:nvPicPr>
          <p:cNvPr descr="image.png" id="4220" name="Google Shape;4220;p349"/>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4221" name="Google Shape;4221;p349"/>
          <p:cNvSpPr txBox="1"/>
          <p:nvPr/>
        </p:nvSpPr>
        <p:spPr>
          <a:xfrm>
            <a:off x="220000" y="450000"/>
            <a:ext cx="8600100" cy="3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222222"/>
                </a:solidFill>
                <a:latin typeface="Inter Tight"/>
                <a:ea typeface="Inter Tight"/>
                <a:cs typeface="Inter Tight"/>
                <a:sym typeface="Inter Tight"/>
              </a:rPr>
              <a:t>Hacienda (AEAT) and Social Security (TGSS): The Integration Gap</a:t>
            </a:r>
            <a:endParaRPr b="1">
              <a:solidFill>
                <a:srgbClr val="222222"/>
              </a:solidFill>
              <a:latin typeface="Inter Tight"/>
              <a:ea typeface="Inter Tight"/>
              <a:cs typeface="Inter Tight"/>
              <a:sym typeface="Inter Tight"/>
            </a:endParaRPr>
          </a:p>
        </p:txBody>
      </p:sp>
      <p:sp>
        <p:nvSpPr>
          <p:cNvPr id="4222" name="Google Shape;4222;p349"/>
          <p:cNvSpPr txBox="1"/>
          <p:nvPr/>
        </p:nvSpPr>
        <p:spPr>
          <a:xfrm>
            <a:off x="220000" y="756029"/>
            <a:ext cx="8600100" cy="1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rgbClr val="999999"/>
                </a:solidFill>
                <a:latin typeface="Poppins"/>
                <a:ea typeface="Poppins"/>
                <a:cs typeface="Poppins"/>
                <a:sym typeface="Poppins"/>
              </a:rPr>
              <a:t>Two separate regulatory integrations that determine whether a business account can be the sole account</a:t>
            </a:r>
            <a:endParaRPr sz="800">
              <a:solidFill>
                <a:srgbClr val="999999"/>
              </a:solidFill>
              <a:latin typeface="Poppins"/>
              <a:ea typeface="Poppins"/>
              <a:cs typeface="Poppins"/>
              <a:sym typeface="Poppins"/>
            </a:endParaRPr>
          </a:p>
        </p:txBody>
      </p:sp>
      <p:sp>
        <p:nvSpPr>
          <p:cNvPr id="4223" name="Google Shape;4223;p349"/>
          <p:cNvSpPr/>
          <p:nvPr/>
        </p:nvSpPr>
        <p:spPr>
          <a:xfrm>
            <a:off x="354850" y="1368225"/>
            <a:ext cx="869400" cy="2499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24" name="Google Shape;4224;p349"/>
          <p:cNvSpPr txBox="1"/>
          <p:nvPr/>
        </p:nvSpPr>
        <p:spPr>
          <a:xfrm>
            <a:off x="374174" y="1368225"/>
            <a:ext cx="831000" cy="24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000">
                <a:solidFill>
                  <a:srgbClr val="FFFFFF"/>
                </a:solidFill>
                <a:latin typeface="Poppins"/>
                <a:ea typeface="Poppins"/>
                <a:cs typeface="Poppins"/>
                <a:sym typeface="Poppins"/>
              </a:rPr>
              <a:t>Fintech</a:t>
            </a:r>
            <a:endParaRPr b="1" sz="1000">
              <a:solidFill>
                <a:srgbClr val="FFFFFF"/>
              </a:solidFill>
              <a:latin typeface="Poppins"/>
              <a:ea typeface="Poppins"/>
              <a:cs typeface="Poppins"/>
              <a:sym typeface="Poppins"/>
            </a:endParaRPr>
          </a:p>
        </p:txBody>
      </p:sp>
      <p:sp>
        <p:nvSpPr>
          <p:cNvPr id="4225" name="Google Shape;4225;p349"/>
          <p:cNvSpPr/>
          <p:nvPr/>
        </p:nvSpPr>
        <p:spPr>
          <a:xfrm>
            <a:off x="1224410" y="1368225"/>
            <a:ext cx="2028900" cy="2499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26" name="Google Shape;4226;p349"/>
          <p:cNvSpPr txBox="1"/>
          <p:nvPr/>
        </p:nvSpPr>
        <p:spPr>
          <a:xfrm>
            <a:off x="1243734" y="1368225"/>
            <a:ext cx="1990500" cy="24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900">
                <a:solidFill>
                  <a:srgbClr val="FFFFFF"/>
                </a:solidFill>
                <a:latin typeface="Poppins"/>
                <a:ea typeface="Poppins"/>
                <a:cs typeface="Poppins"/>
                <a:sym typeface="Poppins"/>
              </a:rPr>
              <a:t>AEAT (Tax Agency)</a:t>
            </a:r>
            <a:endParaRPr b="1" sz="900">
              <a:solidFill>
                <a:srgbClr val="FFFFFF"/>
              </a:solidFill>
              <a:latin typeface="Poppins"/>
              <a:ea typeface="Poppins"/>
              <a:cs typeface="Poppins"/>
              <a:sym typeface="Poppins"/>
            </a:endParaRPr>
          </a:p>
        </p:txBody>
      </p:sp>
      <p:sp>
        <p:nvSpPr>
          <p:cNvPr id="4227" name="Google Shape;4227;p349"/>
          <p:cNvSpPr/>
          <p:nvPr/>
        </p:nvSpPr>
        <p:spPr>
          <a:xfrm>
            <a:off x="3253384" y="1368225"/>
            <a:ext cx="2028900" cy="2499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28" name="Google Shape;4228;p349"/>
          <p:cNvSpPr txBox="1"/>
          <p:nvPr/>
        </p:nvSpPr>
        <p:spPr>
          <a:xfrm>
            <a:off x="3272707" y="1368225"/>
            <a:ext cx="1990500" cy="24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900">
                <a:solidFill>
                  <a:srgbClr val="FFFFFF"/>
                </a:solidFill>
                <a:latin typeface="Poppins"/>
                <a:ea typeface="Poppins"/>
                <a:cs typeface="Poppins"/>
                <a:sym typeface="Poppins"/>
              </a:rPr>
              <a:t>TGSS (Social Security)</a:t>
            </a:r>
            <a:endParaRPr b="1" sz="900">
              <a:solidFill>
                <a:srgbClr val="FFFFFF"/>
              </a:solidFill>
              <a:latin typeface="Poppins"/>
              <a:ea typeface="Poppins"/>
              <a:cs typeface="Poppins"/>
              <a:sym typeface="Poppins"/>
            </a:endParaRPr>
          </a:p>
        </p:txBody>
      </p:sp>
      <p:sp>
        <p:nvSpPr>
          <p:cNvPr id="4229" name="Google Shape;4229;p349"/>
          <p:cNvSpPr/>
          <p:nvPr/>
        </p:nvSpPr>
        <p:spPr>
          <a:xfrm>
            <a:off x="5282357" y="1368225"/>
            <a:ext cx="1159500" cy="2499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30" name="Google Shape;4230;p349"/>
          <p:cNvSpPr txBox="1"/>
          <p:nvPr/>
        </p:nvSpPr>
        <p:spPr>
          <a:xfrm>
            <a:off x="5301681" y="1368225"/>
            <a:ext cx="1120800" cy="24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900">
                <a:solidFill>
                  <a:srgbClr val="FFFFFF"/>
                </a:solidFill>
                <a:latin typeface="Poppins"/>
                <a:ea typeface="Poppins"/>
                <a:cs typeface="Poppins"/>
                <a:sym typeface="Poppins"/>
              </a:rPr>
              <a:t>Veri*Factu</a:t>
            </a:r>
            <a:endParaRPr b="1" sz="900">
              <a:solidFill>
                <a:srgbClr val="FFFFFF"/>
              </a:solidFill>
              <a:latin typeface="Poppins"/>
              <a:ea typeface="Poppins"/>
              <a:cs typeface="Poppins"/>
              <a:sym typeface="Poppins"/>
            </a:endParaRPr>
          </a:p>
        </p:txBody>
      </p:sp>
      <p:sp>
        <p:nvSpPr>
          <p:cNvPr id="4231" name="Google Shape;4231;p349"/>
          <p:cNvSpPr/>
          <p:nvPr/>
        </p:nvSpPr>
        <p:spPr>
          <a:xfrm>
            <a:off x="6441771" y="1368225"/>
            <a:ext cx="2280000" cy="2499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32" name="Google Shape;4232;p349"/>
          <p:cNvSpPr txBox="1"/>
          <p:nvPr/>
        </p:nvSpPr>
        <p:spPr>
          <a:xfrm>
            <a:off x="6461094" y="1368225"/>
            <a:ext cx="2241600" cy="24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900">
                <a:solidFill>
                  <a:srgbClr val="FFFFFF"/>
                </a:solidFill>
                <a:latin typeface="Poppins"/>
                <a:ea typeface="Poppins"/>
                <a:cs typeface="Poppins"/>
                <a:sym typeface="Poppins"/>
              </a:rPr>
              <a:t>Can Be Sole Account?</a:t>
            </a:r>
            <a:endParaRPr b="1" sz="900">
              <a:solidFill>
                <a:srgbClr val="FFFFFF"/>
              </a:solidFill>
              <a:latin typeface="Poppins"/>
              <a:ea typeface="Poppins"/>
              <a:cs typeface="Poppins"/>
              <a:sym typeface="Poppins"/>
            </a:endParaRPr>
          </a:p>
        </p:txBody>
      </p:sp>
      <p:sp>
        <p:nvSpPr>
          <p:cNvPr id="4233" name="Google Shape;4233;p349"/>
          <p:cNvSpPr/>
          <p:nvPr/>
        </p:nvSpPr>
        <p:spPr>
          <a:xfrm>
            <a:off x="354850" y="1618225"/>
            <a:ext cx="869400" cy="279900"/>
          </a:xfrm>
          <a:prstGeom prst="rect">
            <a:avLst/>
          </a:prstGeom>
          <a:solidFill>
            <a:srgbClr val="FFFFFF"/>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34" name="Google Shape;4234;p349"/>
          <p:cNvSpPr txBox="1"/>
          <p:nvPr/>
        </p:nvSpPr>
        <p:spPr>
          <a:xfrm>
            <a:off x="374174" y="1618225"/>
            <a:ext cx="8310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850">
                <a:solidFill>
                  <a:srgbClr val="333333"/>
                </a:solidFill>
                <a:latin typeface="Poppins"/>
                <a:ea typeface="Poppins"/>
                <a:cs typeface="Poppins"/>
                <a:sym typeface="Poppins"/>
              </a:rPr>
              <a:t>N26</a:t>
            </a:r>
            <a:endParaRPr b="1" sz="850">
              <a:solidFill>
                <a:srgbClr val="333333"/>
              </a:solidFill>
              <a:latin typeface="Poppins"/>
              <a:ea typeface="Poppins"/>
              <a:cs typeface="Poppins"/>
              <a:sym typeface="Poppins"/>
            </a:endParaRPr>
          </a:p>
        </p:txBody>
      </p:sp>
      <p:sp>
        <p:nvSpPr>
          <p:cNvPr id="4235" name="Google Shape;4235;p349"/>
          <p:cNvSpPr/>
          <p:nvPr/>
        </p:nvSpPr>
        <p:spPr>
          <a:xfrm>
            <a:off x="1224410" y="1618225"/>
            <a:ext cx="2028900" cy="279900"/>
          </a:xfrm>
          <a:prstGeom prst="rect">
            <a:avLst/>
          </a:prstGeom>
          <a:solidFill>
            <a:srgbClr val="E0F2E0"/>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36" name="Google Shape;4236;p349"/>
          <p:cNvSpPr txBox="1"/>
          <p:nvPr/>
        </p:nvSpPr>
        <p:spPr>
          <a:xfrm>
            <a:off x="1243734" y="1618225"/>
            <a:ext cx="19905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226622"/>
                </a:solidFill>
                <a:latin typeface="Poppins"/>
                <a:ea typeface="Poppins"/>
                <a:cs typeface="Poppins"/>
                <a:sym typeface="Poppins"/>
              </a:rPr>
              <a:t>YES — direct AEAT payments</a:t>
            </a:r>
            <a:endParaRPr sz="850">
              <a:solidFill>
                <a:srgbClr val="226622"/>
              </a:solidFill>
              <a:latin typeface="Poppins"/>
              <a:ea typeface="Poppins"/>
              <a:cs typeface="Poppins"/>
              <a:sym typeface="Poppins"/>
            </a:endParaRPr>
          </a:p>
        </p:txBody>
      </p:sp>
      <p:sp>
        <p:nvSpPr>
          <p:cNvPr id="4237" name="Google Shape;4237;p349"/>
          <p:cNvSpPr/>
          <p:nvPr/>
        </p:nvSpPr>
        <p:spPr>
          <a:xfrm>
            <a:off x="3253384" y="1618225"/>
            <a:ext cx="2028900" cy="279900"/>
          </a:xfrm>
          <a:prstGeom prst="rect">
            <a:avLst/>
          </a:prstGeom>
          <a:solidFill>
            <a:srgbClr val="E0F2E0"/>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38" name="Google Shape;4238;p349"/>
          <p:cNvSpPr txBox="1"/>
          <p:nvPr/>
        </p:nvSpPr>
        <p:spPr>
          <a:xfrm>
            <a:off x="3272707" y="1618225"/>
            <a:ext cx="19905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226622"/>
                </a:solidFill>
                <a:latin typeface="Poppins"/>
                <a:ea typeface="Poppins"/>
                <a:cs typeface="Poppins"/>
                <a:sym typeface="Poppins"/>
              </a:rPr>
              <a:t>YES — TGSS collaborator (only neobank)</a:t>
            </a:r>
            <a:endParaRPr sz="850">
              <a:solidFill>
                <a:srgbClr val="226622"/>
              </a:solidFill>
              <a:latin typeface="Poppins"/>
              <a:ea typeface="Poppins"/>
              <a:cs typeface="Poppins"/>
              <a:sym typeface="Poppins"/>
            </a:endParaRPr>
          </a:p>
        </p:txBody>
      </p:sp>
      <p:sp>
        <p:nvSpPr>
          <p:cNvPr id="4239" name="Google Shape;4239;p349"/>
          <p:cNvSpPr/>
          <p:nvPr/>
        </p:nvSpPr>
        <p:spPr>
          <a:xfrm>
            <a:off x="5282357" y="1618225"/>
            <a:ext cx="1159500" cy="279900"/>
          </a:xfrm>
          <a:prstGeom prst="rect">
            <a:avLst/>
          </a:prstGeom>
          <a:solidFill>
            <a:srgbClr val="FFE8E5"/>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40" name="Google Shape;4240;p349"/>
          <p:cNvSpPr txBox="1"/>
          <p:nvPr/>
        </p:nvSpPr>
        <p:spPr>
          <a:xfrm>
            <a:off x="5301681" y="1618225"/>
            <a:ext cx="11208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992222"/>
                </a:solidFill>
                <a:latin typeface="Poppins"/>
                <a:ea typeface="Poppins"/>
                <a:cs typeface="Poppins"/>
                <a:sym typeface="Poppins"/>
              </a:rPr>
              <a:t>NO</a:t>
            </a:r>
            <a:endParaRPr sz="850">
              <a:solidFill>
                <a:srgbClr val="992222"/>
              </a:solidFill>
              <a:latin typeface="Poppins"/>
              <a:ea typeface="Poppins"/>
              <a:cs typeface="Poppins"/>
              <a:sym typeface="Poppins"/>
            </a:endParaRPr>
          </a:p>
        </p:txBody>
      </p:sp>
      <p:sp>
        <p:nvSpPr>
          <p:cNvPr id="4241" name="Google Shape;4241;p349"/>
          <p:cNvSpPr/>
          <p:nvPr/>
        </p:nvSpPr>
        <p:spPr>
          <a:xfrm>
            <a:off x="6441771" y="1618225"/>
            <a:ext cx="2280000" cy="279900"/>
          </a:xfrm>
          <a:prstGeom prst="rect">
            <a:avLst/>
          </a:prstGeom>
          <a:solidFill>
            <a:srgbClr val="E0F2E0"/>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42" name="Google Shape;4242;p349"/>
          <p:cNvSpPr txBox="1"/>
          <p:nvPr/>
        </p:nvSpPr>
        <p:spPr>
          <a:xfrm>
            <a:off x="6461094" y="1618225"/>
            <a:ext cx="22416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226622"/>
                </a:solidFill>
                <a:latin typeface="Poppins"/>
                <a:ea typeface="Poppins"/>
                <a:cs typeface="Poppins"/>
                <a:sym typeface="Poppins"/>
              </a:rPr>
              <a:t>YES — functionally complete for core admin</a:t>
            </a:r>
            <a:endParaRPr sz="850">
              <a:solidFill>
                <a:srgbClr val="226622"/>
              </a:solidFill>
              <a:latin typeface="Poppins"/>
              <a:ea typeface="Poppins"/>
              <a:cs typeface="Poppins"/>
              <a:sym typeface="Poppins"/>
            </a:endParaRPr>
          </a:p>
        </p:txBody>
      </p:sp>
      <p:sp>
        <p:nvSpPr>
          <p:cNvPr id="4243" name="Google Shape;4243;p349"/>
          <p:cNvSpPr/>
          <p:nvPr/>
        </p:nvSpPr>
        <p:spPr>
          <a:xfrm>
            <a:off x="354850" y="1898225"/>
            <a:ext cx="869400" cy="279900"/>
          </a:xfrm>
          <a:prstGeom prst="rect">
            <a:avLst/>
          </a:prstGeom>
          <a:solidFill>
            <a:srgbClr val="F2F3F4"/>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44" name="Google Shape;4244;p349"/>
          <p:cNvSpPr txBox="1"/>
          <p:nvPr/>
        </p:nvSpPr>
        <p:spPr>
          <a:xfrm>
            <a:off x="374174" y="1898225"/>
            <a:ext cx="8310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850">
                <a:solidFill>
                  <a:srgbClr val="333333"/>
                </a:solidFill>
                <a:latin typeface="Poppins"/>
                <a:ea typeface="Poppins"/>
                <a:cs typeface="Poppins"/>
                <a:sym typeface="Poppins"/>
              </a:rPr>
              <a:t>Qonto</a:t>
            </a:r>
            <a:endParaRPr b="1" sz="850">
              <a:solidFill>
                <a:srgbClr val="333333"/>
              </a:solidFill>
              <a:latin typeface="Poppins"/>
              <a:ea typeface="Poppins"/>
              <a:cs typeface="Poppins"/>
              <a:sym typeface="Poppins"/>
            </a:endParaRPr>
          </a:p>
        </p:txBody>
      </p:sp>
      <p:sp>
        <p:nvSpPr>
          <p:cNvPr id="4245" name="Google Shape;4245;p349"/>
          <p:cNvSpPr/>
          <p:nvPr/>
        </p:nvSpPr>
        <p:spPr>
          <a:xfrm>
            <a:off x="1224410" y="1898225"/>
            <a:ext cx="2028900" cy="279900"/>
          </a:xfrm>
          <a:prstGeom prst="rect">
            <a:avLst/>
          </a:prstGeom>
          <a:solidFill>
            <a:srgbClr val="E0F2E0"/>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46" name="Google Shape;4246;p349"/>
          <p:cNvSpPr txBox="1"/>
          <p:nvPr/>
        </p:nvSpPr>
        <p:spPr>
          <a:xfrm>
            <a:off x="1243734" y="1898225"/>
            <a:ext cx="19905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226622"/>
                </a:solidFill>
                <a:latin typeface="Poppins"/>
                <a:ea typeface="Poppins"/>
                <a:cs typeface="Poppins"/>
                <a:sym typeface="Poppins"/>
              </a:rPr>
              <a:t>YES — NRC code + direct debit + gateway (Oct 2024)</a:t>
            </a:r>
            <a:endParaRPr sz="850">
              <a:solidFill>
                <a:srgbClr val="226622"/>
              </a:solidFill>
              <a:latin typeface="Poppins"/>
              <a:ea typeface="Poppins"/>
              <a:cs typeface="Poppins"/>
              <a:sym typeface="Poppins"/>
            </a:endParaRPr>
          </a:p>
        </p:txBody>
      </p:sp>
      <p:sp>
        <p:nvSpPr>
          <p:cNvPr id="4247" name="Google Shape;4247;p349"/>
          <p:cNvSpPr/>
          <p:nvPr/>
        </p:nvSpPr>
        <p:spPr>
          <a:xfrm>
            <a:off x="3253384" y="1898225"/>
            <a:ext cx="2028900" cy="279900"/>
          </a:xfrm>
          <a:prstGeom prst="rect">
            <a:avLst/>
          </a:prstGeom>
          <a:solidFill>
            <a:srgbClr val="FFE8E5"/>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48" name="Google Shape;4248;p349"/>
          <p:cNvSpPr txBox="1"/>
          <p:nvPr/>
        </p:nvSpPr>
        <p:spPr>
          <a:xfrm>
            <a:off x="3272707" y="1898225"/>
            <a:ext cx="19905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992222"/>
                </a:solidFill>
                <a:latin typeface="Poppins"/>
                <a:ea typeface="Poppins"/>
                <a:cs typeface="Poppins"/>
                <a:sym typeface="Poppins"/>
              </a:rPr>
              <a:t>NO — not entidad colaboradora</a:t>
            </a:r>
            <a:endParaRPr sz="850">
              <a:solidFill>
                <a:srgbClr val="992222"/>
              </a:solidFill>
              <a:latin typeface="Poppins"/>
              <a:ea typeface="Poppins"/>
              <a:cs typeface="Poppins"/>
              <a:sym typeface="Poppins"/>
            </a:endParaRPr>
          </a:p>
        </p:txBody>
      </p:sp>
      <p:sp>
        <p:nvSpPr>
          <p:cNvPr id="4249" name="Google Shape;4249;p349"/>
          <p:cNvSpPr/>
          <p:nvPr/>
        </p:nvSpPr>
        <p:spPr>
          <a:xfrm>
            <a:off x="5282357" y="1898225"/>
            <a:ext cx="1159500" cy="279900"/>
          </a:xfrm>
          <a:prstGeom prst="rect">
            <a:avLst/>
          </a:prstGeom>
          <a:solidFill>
            <a:srgbClr val="E0F2E0"/>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50" name="Google Shape;4250;p349"/>
          <p:cNvSpPr txBox="1"/>
          <p:nvPr/>
        </p:nvSpPr>
        <p:spPr>
          <a:xfrm>
            <a:off x="5301681" y="1898225"/>
            <a:ext cx="11208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226622"/>
                </a:solidFill>
                <a:latin typeface="Poppins"/>
                <a:ea typeface="Poppins"/>
                <a:cs typeface="Poppins"/>
                <a:sym typeface="Poppins"/>
              </a:rPr>
              <a:t>YES — via Regate acquisition</a:t>
            </a:r>
            <a:endParaRPr sz="850">
              <a:solidFill>
                <a:srgbClr val="226622"/>
              </a:solidFill>
              <a:latin typeface="Poppins"/>
              <a:ea typeface="Poppins"/>
              <a:cs typeface="Poppins"/>
              <a:sym typeface="Poppins"/>
            </a:endParaRPr>
          </a:p>
        </p:txBody>
      </p:sp>
      <p:sp>
        <p:nvSpPr>
          <p:cNvPr id="4251" name="Google Shape;4251;p349"/>
          <p:cNvSpPr/>
          <p:nvPr/>
        </p:nvSpPr>
        <p:spPr>
          <a:xfrm>
            <a:off x="6441771" y="1898225"/>
            <a:ext cx="2280000" cy="279900"/>
          </a:xfrm>
          <a:prstGeom prst="rect">
            <a:avLst/>
          </a:prstGeom>
          <a:solidFill>
            <a:srgbClr val="FFE8E5"/>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52" name="Google Shape;4252;p349"/>
          <p:cNvSpPr txBox="1"/>
          <p:nvPr/>
        </p:nvSpPr>
        <p:spPr>
          <a:xfrm>
            <a:off x="6461094" y="1898225"/>
            <a:ext cx="22416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992222"/>
                </a:solidFill>
                <a:latin typeface="Poppins"/>
                <a:ea typeface="Poppins"/>
                <a:cs typeface="Poppins"/>
                <a:sym typeface="Poppins"/>
              </a:rPr>
              <a:t>NO — forces parallel bank for SS payments</a:t>
            </a:r>
            <a:endParaRPr sz="850">
              <a:solidFill>
                <a:srgbClr val="992222"/>
              </a:solidFill>
              <a:latin typeface="Poppins"/>
              <a:ea typeface="Poppins"/>
              <a:cs typeface="Poppins"/>
              <a:sym typeface="Poppins"/>
            </a:endParaRPr>
          </a:p>
        </p:txBody>
      </p:sp>
      <p:sp>
        <p:nvSpPr>
          <p:cNvPr id="4253" name="Google Shape;4253;p349"/>
          <p:cNvSpPr/>
          <p:nvPr/>
        </p:nvSpPr>
        <p:spPr>
          <a:xfrm>
            <a:off x="354850" y="2178225"/>
            <a:ext cx="869400" cy="279900"/>
          </a:xfrm>
          <a:prstGeom prst="rect">
            <a:avLst/>
          </a:prstGeom>
          <a:solidFill>
            <a:srgbClr val="FFFFFF"/>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54" name="Google Shape;4254;p349"/>
          <p:cNvSpPr txBox="1"/>
          <p:nvPr/>
        </p:nvSpPr>
        <p:spPr>
          <a:xfrm>
            <a:off x="374174" y="2178225"/>
            <a:ext cx="8310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850">
                <a:solidFill>
                  <a:srgbClr val="333333"/>
                </a:solidFill>
                <a:latin typeface="Poppins"/>
                <a:ea typeface="Poppins"/>
                <a:cs typeface="Poppins"/>
                <a:sym typeface="Poppins"/>
              </a:rPr>
              <a:t>Revolut</a:t>
            </a:r>
            <a:endParaRPr b="1" sz="850">
              <a:solidFill>
                <a:srgbClr val="333333"/>
              </a:solidFill>
              <a:latin typeface="Poppins"/>
              <a:ea typeface="Poppins"/>
              <a:cs typeface="Poppins"/>
              <a:sym typeface="Poppins"/>
            </a:endParaRPr>
          </a:p>
        </p:txBody>
      </p:sp>
      <p:sp>
        <p:nvSpPr>
          <p:cNvPr id="4255" name="Google Shape;4255;p349"/>
          <p:cNvSpPr/>
          <p:nvPr/>
        </p:nvSpPr>
        <p:spPr>
          <a:xfrm>
            <a:off x="1224410" y="2178225"/>
            <a:ext cx="2028900" cy="279900"/>
          </a:xfrm>
          <a:prstGeom prst="rect">
            <a:avLst/>
          </a:prstGeom>
          <a:solidFill>
            <a:srgbClr val="E0F2E0"/>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56" name="Google Shape;4256;p349"/>
          <p:cNvSpPr txBox="1"/>
          <p:nvPr/>
        </p:nvSpPr>
        <p:spPr>
          <a:xfrm>
            <a:off x="1243734" y="2178225"/>
            <a:ext cx="19905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226622"/>
                </a:solidFill>
                <a:latin typeface="Poppins"/>
                <a:ea typeface="Poppins"/>
                <a:cs typeface="Poppins"/>
                <a:sym typeface="Poppins"/>
              </a:rPr>
              <a:t>YES — AEAT collaborator (Mar 2025)</a:t>
            </a:r>
            <a:endParaRPr sz="850">
              <a:solidFill>
                <a:srgbClr val="226622"/>
              </a:solidFill>
              <a:latin typeface="Poppins"/>
              <a:ea typeface="Poppins"/>
              <a:cs typeface="Poppins"/>
              <a:sym typeface="Poppins"/>
            </a:endParaRPr>
          </a:p>
        </p:txBody>
      </p:sp>
      <p:sp>
        <p:nvSpPr>
          <p:cNvPr id="4257" name="Google Shape;4257;p349"/>
          <p:cNvSpPr/>
          <p:nvPr/>
        </p:nvSpPr>
        <p:spPr>
          <a:xfrm>
            <a:off x="3253384" y="2178225"/>
            <a:ext cx="2028900" cy="279900"/>
          </a:xfrm>
          <a:prstGeom prst="rect">
            <a:avLst/>
          </a:prstGeom>
          <a:solidFill>
            <a:srgbClr val="FFE8E5"/>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58" name="Google Shape;4258;p349"/>
          <p:cNvSpPr txBox="1"/>
          <p:nvPr/>
        </p:nvSpPr>
        <p:spPr>
          <a:xfrm>
            <a:off x="3272707" y="2178225"/>
            <a:ext cx="19905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992222"/>
                </a:solidFill>
                <a:latin typeface="Poppins"/>
                <a:ea typeface="Poppins"/>
                <a:cs typeface="Poppins"/>
                <a:sym typeface="Poppins"/>
              </a:rPr>
              <a:t>NO — stated future goal, not yet active</a:t>
            </a:r>
            <a:endParaRPr sz="850">
              <a:solidFill>
                <a:srgbClr val="992222"/>
              </a:solidFill>
              <a:latin typeface="Poppins"/>
              <a:ea typeface="Poppins"/>
              <a:cs typeface="Poppins"/>
              <a:sym typeface="Poppins"/>
            </a:endParaRPr>
          </a:p>
        </p:txBody>
      </p:sp>
      <p:sp>
        <p:nvSpPr>
          <p:cNvPr id="4259" name="Google Shape;4259;p349"/>
          <p:cNvSpPr/>
          <p:nvPr/>
        </p:nvSpPr>
        <p:spPr>
          <a:xfrm>
            <a:off x="5282357" y="2178225"/>
            <a:ext cx="1159500" cy="279900"/>
          </a:xfrm>
          <a:prstGeom prst="rect">
            <a:avLst/>
          </a:prstGeom>
          <a:solidFill>
            <a:srgbClr val="FFE8E5"/>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60" name="Google Shape;4260;p349"/>
          <p:cNvSpPr txBox="1"/>
          <p:nvPr/>
        </p:nvSpPr>
        <p:spPr>
          <a:xfrm>
            <a:off x="5301681" y="2178225"/>
            <a:ext cx="11208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992222"/>
                </a:solidFill>
                <a:latin typeface="Poppins"/>
                <a:ea typeface="Poppins"/>
                <a:cs typeface="Poppins"/>
                <a:sym typeface="Poppins"/>
              </a:rPr>
              <a:t>NO</a:t>
            </a:r>
            <a:endParaRPr sz="850">
              <a:solidFill>
                <a:srgbClr val="992222"/>
              </a:solidFill>
              <a:latin typeface="Poppins"/>
              <a:ea typeface="Poppins"/>
              <a:cs typeface="Poppins"/>
              <a:sym typeface="Poppins"/>
            </a:endParaRPr>
          </a:p>
        </p:txBody>
      </p:sp>
      <p:sp>
        <p:nvSpPr>
          <p:cNvPr id="4261" name="Google Shape;4261;p349"/>
          <p:cNvSpPr/>
          <p:nvPr/>
        </p:nvSpPr>
        <p:spPr>
          <a:xfrm>
            <a:off x="6441771" y="2178225"/>
            <a:ext cx="2280000" cy="279900"/>
          </a:xfrm>
          <a:prstGeom prst="rect">
            <a:avLst/>
          </a:prstGeom>
          <a:solidFill>
            <a:srgbClr val="FFE8E5"/>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62" name="Google Shape;4262;p349"/>
          <p:cNvSpPr txBox="1"/>
          <p:nvPr/>
        </p:nvSpPr>
        <p:spPr>
          <a:xfrm>
            <a:off x="6461094" y="2178225"/>
            <a:ext cx="22416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992222"/>
                </a:solidFill>
                <a:latin typeface="Poppins"/>
                <a:ea typeface="Poppins"/>
                <a:cs typeface="Poppins"/>
                <a:sym typeface="Poppins"/>
              </a:rPr>
              <a:t>NO — must maintain parallel bank for SS</a:t>
            </a:r>
            <a:endParaRPr sz="850">
              <a:solidFill>
                <a:srgbClr val="992222"/>
              </a:solidFill>
              <a:latin typeface="Poppins"/>
              <a:ea typeface="Poppins"/>
              <a:cs typeface="Poppins"/>
              <a:sym typeface="Poppins"/>
            </a:endParaRPr>
          </a:p>
        </p:txBody>
      </p:sp>
      <p:sp>
        <p:nvSpPr>
          <p:cNvPr id="4263" name="Google Shape;4263;p349"/>
          <p:cNvSpPr/>
          <p:nvPr/>
        </p:nvSpPr>
        <p:spPr>
          <a:xfrm>
            <a:off x="354850" y="2458225"/>
            <a:ext cx="869400" cy="279900"/>
          </a:xfrm>
          <a:prstGeom prst="rect">
            <a:avLst/>
          </a:prstGeom>
          <a:solidFill>
            <a:srgbClr val="F2F3F4"/>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64" name="Google Shape;4264;p349"/>
          <p:cNvSpPr txBox="1"/>
          <p:nvPr/>
        </p:nvSpPr>
        <p:spPr>
          <a:xfrm>
            <a:off x="374174" y="2458225"/>
            <a:ext cx="8310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850">
                <a:solidFill>
                  <a:srgbClr val="333333"/>
                </a:solidFill>
                <a:latin typeface="Poppins"/>
                <a:ea typeface="Poppins"/>
                <a:cs typeface="Poppins"/>
                <a:sym typeface="Poppins"/>
              </a:rPr>
              <a:t>Finom</a:t>
            </a:r>
            <a:endParaRPr b="1" sz="850">
              <a:solidFill>
                <a:srgbClr val="333333"/>
              </a:solidFill>
              <a:latin typeface="Poppins"/>
              <a:ea typeface="Poppins"/>
              <a:cs typeface="Poppins"/>
              <a:sym typeface="Poppins"/>
            </a:endParaRPr>
          </a:p>
        </p:txBody>
      </p:sp>
      <p:sp>
        <p:nvSpPr>
          <p:cNvPr id="4265" name="Google Shape;4265;p349"/>
          <p:cNvSpPr/>
          <p:nvPr/>
        </p:nvSpPr>
        <p:spPr>
          <a:xfrm>
            <a:off x="1224410" y="2458225"/>
            <a:ext cx="2028900" cy="279900"/>
          </a:xfrm>
          <a:prstGeom prst="rect">
            <a:avLst/>
          </a:prstGeom>
          <a:solidFill>
            <a:srgbClr val="FFE8E5"/>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66" name="Google Shape;4266;p349"/>
          <p:cNvSpPr txBox="1"/>
          <p:nvPr/>
        </p:nvSpPr>
        <p:spPr>
          <a:xfrm>
            <a:off x="1243734" y="2458225"/>
            <a:ext cx="19905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992222"/>
                </a:solidFill>
                <a:latin typeface="Poppins"/>
                <a:ea typeface="Poppins"/>
                <a:cs typeface="Poppins"/>
                <a:sym typeface="Poppins"/>
              </a:rPr>
              <a:t>NO — critical gap, cannot pay taxes</a:t>
            </a:r>
            <a:endParaRPr sz="850">
              <a:solidFill>
                <a:srgbClr val="992222"/>
              </a:solidFill>
              <a:latin typeface="Poppins"/>
              <a:ea typeface="Poppins"/>
              <a:cs typeface="Poppins"/>
              <a:sym typeface="Poppins"/>
            </a:endParaRPr>
          </a:p>
        </p:txBody>
      </p:sp>
      <p:sp>
        <p:nvSpPr>
          <p:cNvPr id="4267" name="Google Shape;4267;p349"/>
          <p:cNvSpPr/>
          <p:nvPr/>
        </p:nvSpPr>
        <p:spPr>
          <a:xfrm>
            <a:off x="3253384" y="2458225"/>
            <a:ext cx="2028900" cy="279900"/>
          </a:xfrm>
          <a:prstGeom prst="rect">
            <a:avLst/>
          </a:prstGeom>
          <a:solidFill>
            <a:srgbClr val="FFE8E5"/>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68" name="Google Shape;4268;p349"/>
          <p:cNvSpPr txBox="1"/>
          <p:nvPr/>
        </p:nvSpPr>
        <p:spPr>
          <a:xfrm>
            <a:off x="3272707" y="2458225"/>
            <a:ext cx="19905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992222"/>
                </a:solidFill>
                <a:latin typeface="Poppins"/>
                <a:ea typeface="Poppins"/>
                <a:cs typeface="Poppins"/>
                <a:sym typeface="Poppins"/>
              </a:rPr>
              <a:t>NO — no integration</a:t>
            </a:r>
            <a:endParaRPr sz="850">
              <a:solidFill>
                <a:srgbClr val="992222"/>
              </a:solidFill>
              <a:latin typeface="Poppins"/>
              <a:ea typeface="Poppins"/>
              <a:cs typeface="Poppins"/>
              <a:sym typeface="Poppins"/>
            </a:endParaRPr>
          </a:p>
        </p:txBody>
      </p:sp>
      <p:sp>
        <p:nvSpPr>
          <p:cNvPr id="4269" name="Google Shape;4269;p349"/>
          <p:cNvSpPr/>
          <p:nvPr/>
        </p:nvSpPr>
        <p:spPr>
          <a:xfrm>
            <a:off x="5282357" y="2458225"/>
            <a:ext cx="1159500" cy="279900"/>
          </a:xfrm>
          <a:prstGeom prst="rect">
            <a:avLst/>
          </a:prstGeom>
          <a:solidFill>
            <a:srgbClr val="FFE8E5"/>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70" name="Google Shape;4270;p349"/>
          <p:cNvSpPr txBox="1"/>
          <p:nvPr/>
        </p:nvSpPr>
        <p:spPr>
          <a:xfrm>
            <a:off x="5301681" y="2458225"/>
            <a:ext cx="11208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992222"/>
                </a:solidFill>
                <a:latin typeface="Poppins"/>
                <a:ea typeface="Poppins"/>
                <a:cs typeface="Poppins"/>
                <a:sym typeface="Poppins"/>
              </a:rPr>
              <a:t>NO</a:t>
            </a:r>
            <a:endParaRPr sz="850">
              <a:solidFill>
                <a:srgbClr val="992222"/>
              </a:solidFill>
              <a:latin typeface="Poppins"/>
              <a:ea typeface="Poppins"/>
              <a:cs typeface="Poppins"/>
              <a:sym typeface="Poppins"/>
            </a:endParaRPr>
          </a:p>
        </p:txBody>
      </p:sp>
      <p:sp>
        <p:nvSpPr>
          <p:cNvPr id="4271" name="Google Shape;4271;p349"/>
          <p:cNvSpPr/>
          <p:nvPr/>
        </p:nvSpPr>
        <p:spPr>
          <a:xfrm>
            <a:off x="6441771" y="2458225"/>
            <a:ext cx="2280000" cy="279900"/>
          </a:xfrm>
          <a:prstGeom prst="rect">
            <a:avLst/>
          </a:prstGeom>
          <a:solidFill>
            <a:srgbClr val="FFE8E5"/>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72" name="Google Shape;4272;p349"/>
          <p:cNvSpPr txBox="1"/>
          <p:nvPr/>
        </p:nvSpPr>
        <p:spPr>
          <a:xfrm>
            <a:off x="6461094" y="2458225"/>
            <a:ext cx="22416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992222"/>
                </a:solidFill>
                <a:latin typeface="Poppins"/>
                <a:ea typeface="Poppins"/>
                <a:cs typeface="Poppins"/>
                <a:sym typeface="Poppins"/>
              </a:rPr>
              <a:t>NO — relegated to secondary role</a:t>
            </a:r>
            <a:endParaRPr sz="850">
              <a:solidFill>
                <a:srgbClr val="992222"/>
              </a:solidFill>
              <a:latin typeface="Poppins"/>
              <a:ea typeface="Poppins"/>
              <a:cs typeface="Poppins"/>
              <a:sym typeface="Poppins"/>
            </a:endParaRPr>
          </a:p>
        </p:txBody>
      </p:sp>
      <p:sp>
        <p:nvSpPr>
          <p:cNvPr id="4273" name="Google Shape;4273;p349"/>
          <p:cNvSpPr/>
          <p:nvPr/>
        </p:nvSpPr>
        <p:spPr>
          <a:xfrm>
            <a:off x="354850" y="2738225"/>
            <a:ext cx="869400" cy="279900"/>
          </a:xfrm>
          <a:prstGeom prst="rect">
            <a:avLst/>
          </a:prstGeom>
          <a:solidFill>
            <a:srgbClr val="FFFFFF"/>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74" name="Google Shape;4274;p349"/>
          <p:cNvSpPr txBox="1"/>
          <p:nvPr/>
        </p:nvSpPr>
        <p:spPr>
          <a:xfrm>
            <a:off x="374174" y="2738225"/>
            <a:ext cx="8310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850">
                <a:solidFill>
                  <a:srgbClr val="333333"/>
                </a:solidFill>
                <a:latin typeface="Poppins"/>
                <a:ea typeface="Poppins"/>
                <a:cs typeface="Poppins"/>
                <a:sym typeface="Poppins"/>
              </a:rPr>
              <a:t>SumUp</a:t>
            </a:r>
            <a:endParaRPr b="1" sz="850">
              <a:solidFill>
                <a:srgbClr val="333333"/>
              </a:solidFill>
              <a:latin typeface="Poppins"/>
              <a:ea typeface="Poppins"/>
              <a:cs typeface="Poppins"/>
              <a:sym typeface="Poppins"/>
            </a:endParaRPr>
          </a:p>
        </p:txBody>
      </p:sp>
      <p:sp>
        <p:nvSpPr>
          <p:cNvPr id="4275" name="Google Shape;4275;p349"/>
          <p:cNvSpPr/>
          <p:nvPr/>
        </p:nvSpPr>
        <p:spPr>
          <a:xfrm>
            <a:off x="1224410" y="2738225"/>
            <a:ext cx="2028900" cy="279900"/>
          </a:xfrm>
          <a:prstGeom prst="rect">
            <a:avLst/>
          </a:prstGeom>
          <a:solidFill>
            <a:srgbClr val="FFF3E0"/>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76" name="Google Shape;4276;p349"/>
          <p:cNvSpPr txBox="1"/>
          <p:nvPr/>
        </p:nvSpPr>
        <p:spPr>
          <a:xfrm>
            <a:off x="1243734" y="2738225"/>
            <a:ext cx="19905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80591A"/>
                </a:solidFill>
                <a:latin typeface="Poppins"/>
                <a:ea typeface="Poppins"/>
                <a:cs typeface="Poppins"/>
                <a:sym typeface="Poppins"/>
              </a:rPr>
              <a:t>PARTIAL — auto-fiscalization sends transactions</a:t>
            </a:r>
            <a:endParaRPr sz="850">
              <a:solidFill>
                <a:srgbClr val="80591A"/>
              </a:solidFill>
              <a:latin typeface="Poppins"/>
              <a:ea typeface="Poppins"/>
              <a:cs typeface="Poppins"/>
              <a:sym typeface="Poppins"/>
            </a:endParaRPr>
          </a:p>
        </p:txBody>
      </p:sp>
      <p:sp>
        <p:nvSpPr>
          <p:cNvPr id="4277" name="Google Shape;4277;p349"/>
          <p:cNvSpPr/>
          <p:nvPr/>
        </p:nvSpPr>
        <p:spPr>
          <a:xfrm>
            <a:off x="3253384" y="2738225"/>
            <a:ext cx="2028900" cy="279900"/>
          </a:xfrm>
          <a:prstGeom prst="rect">
            <a:avLst/>
          </a:prstGeom>
          <a:solidFill>
            <a:srgbClr val="FFE8E5"/>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78" name="Google Shape;4278;p349"/>
          <p:cNvSpPr txBox="1"/>
          <p:nvPr/>
        </p:nvSpPr>
        <p:spPr>
          <a:xfrm>
            <a:off x="3272707" y="2738225"/>
            <a:ext cx="19905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992222"/>
                </a:solidFill>
                <a:latin typeface="Poppins"/>
                <a:ea typeface="Poppins"/>
                <a:cs typeface="Poppins"/>
                <a:sym typeface="Poppins"/>
              </a:rPr>
              <a:t>NO</a:t>
            </a:r>
            <a:endParaRPr sz="850">
              <a:solidFill>
                <a:srgbClr val="992222"/>
              </a:solidFill>
              <a:latin typeface="Poppins"/>
              <a:ea typeface="Poppins"/>
              <a:cs typeface="Poppins"/>
              <a:sym typeface="Poppins"/>
            </a:endParaRPr>
          </a:p>
        </p:txBody>
      </p:sp>
      <p:sp>
        <p:nvSpPr>
          <p:cNvPr id="4279" name="Google Shape;4279;p349"/>
          <p:cNvSpPr/>
          <p:nvPr/>
        </p:nvSpPr>
        <p:spPr>
          <a:xfrm>
            <a:off x="5282357" y="2738225"/>
            <a:ext cx="1159500" cy="279900"/>
          </a:xfrm>
          <a:prstGeom prst="rect">
            <a:avLst/>
          </a:prstGeom>
          <a:solidFill>
            <a:srgbClr val="E0F2E0"/>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80" name="Google Shape;4280;p349"/>
          <p:cNvSpPr txBox="1"/>
          <p:nvPr/>
        </p:nvSpPr>
        <p:spPr>
          <a:xfrm>
            <a:off x="5301681" y="2738225"/>
            <a:ext cx="11208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226622"/>
                </a:solidFill>
                <a:latin typeface="Poppins"/>
                <a:ea typeface="Poppins"/>
                <a:cs typeface="Poppins"/>
                <a:sym typeface="Poppins"/>
              </a:rPr>
              <a:t>YES — certified (Jan 2026)</a:t>
            </a:r>
            <a:endParaRPr sz="850">
              <a:solidFill>
                <a:srgbClr val="226622"/>
              </a:solidFill>
              <a:latin typeface="Poppins"/>
              <a:ea typeface="Poppins"/>
              <a:cs typeface="Poppins"/>
              <a:sym typeface="Poppins"/>
            </a:endParaRPr>
          </a:p>
        </p:txBody>
      </p:sp>
      <p:sp>
        <p:nvSpPr>
          <p:cNvPr id="4281" name="Google Shape;4281;p349"/>
          <p:cNvSpPr/>
          <p:nvPr/>
        </p:nvSpPr>
        <p:spPr>
          <a:xfrm>
            <a:off x="6441771" y="2738225"/>
            <a:ext cx="2280000" cy="279900"/>
          </a:xfrm>
          <a:prstGeom prst="rect">
            <a:avLst/>
          </a:prstGeom>
          <a:solidFill>
            <a:srgbClr val="FFE8E5"/>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82" name="Google Shape;4282;p349"/>
          <p:cNvSpPr txBox="1"/>
          <p:nvPr/>
        </p:nvSpPr>
        <p:spPr>
          <a:xfrm>
            <a:off x="6461094" y="2738225"/>
            <a:ext cx="22416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992222"/>
                </a:solidFill>
                <a:latin typeface="Poppins"/>
                <a:ea typeface="Poppins"/>
                <a:cs typeface="Poppins"/>
                <a:sym typeface="Poppins"/>
              </a:rPr>
              <a:t>NO — POS-first, not full business bank</a:t>
            </a:r>
            <a:endParaRPr sz="850">
              <a:solidFill>
                <a:srgbClr val="992222"/>
              </a:solidFill>
              <a:latin typeface="Poppins"/>
              <a:ea typeface="Poppins"/>
              <a:cs typeface="Poppins"/>
              <a:sym typeface="Poppins"/>
            </a:endParaRPr>
          </a:p>
        </p:txBody>
      </p:sp>
      <p:sp>
        <p:nvSpPr>
          <p:cNvPr id="4283" name="Google Shape;4283;p349"/>
          <p:cNvSpPr/>
          <p:nvPr/>
        </p:nvSpPr>
        <p:spPr>
          <a:xfrm>
            <a:off x="354850" y="3018225"/>
            <a:ext cx="869400" cy="279900"/>
          </a:xfrm>
          <a:prstGeom prst="rect">
            <a:avLst/>
          </a:prstGeom>
          <a:solidFill>
            <a:srgbClr val="F2F3F4"/>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84" name="Google Shape;4284;p349"/>
          <p:cNvSpPr txBox="1"/>
          <p:nvPr/>
        </p:nvSpPr>
        <p:spPr>
          <a:xfrm>
            <a:off x="335775" y="3018225"/>
            <a:ext cx="8694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850">
                <a:solidFill>
                  <a:srgbClr val="333333"/>
                </a:solidFill>
                <a:latin typeface="Poppins"/>
                <a:ea typeface="Poppins"/>
                <a:cs typeface="Poppins"/>
                <a:sym typeface="Poppins"/>
              </a:rPr>
              <a:t>Incumbents</a:t>
            </a:r>
            <a:endParaRPr b="1" sz="850">
              <a:solidFill>
                <a:srgbClr val="333333"/>
              </a:solidFill>
              <a:latin typeface="Poppins"/>
              <a:ea typeface="Poppins"/>
              <a:cs typeface="Poppins"/>
              <a:sym typeface="Poppins"/>
            </a:endParaRPr>
          </a:p>
        </p:txBody>
      </p:sp>
      <p:sp>
        <p:nvSpPr>
          <p:cNvPr id="4285" name="Google Shape;4285;p349"/>
          <p:cNvSpPr/>
          <p:nvPr/>
        </p:nvSpPr>
        <p:spPr>
          <a:xfrm>
            <a:off x="1224410" y="3018225"/>
            <a:ext cx="2028900" cy="279900"/>
          </a:xfrm>
          <a:prstGeom prst="rect">
            <a:avLst/>
          </a:prstGeom>
          <a:solidFill>
            <a:srgbClr val="E0F2E0"/>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86" name="Google Shape;4286;p349"/>
          <p:cNvSpPr txBox="1"/>
          <p:nvPr/>
        </p:nvSpPr>
        <p:spPr>
          <a:xfrm>
            <a:off x="1243734" y="3018225"/>
            <a:ext cx="19905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226622"/>
                </a:solidFill>
                <a:latin typeface="Poppins"/>
                <a:ea typeface="Poppins"/>
                <a:cs typeface="Poppins"/>
                <a:sym typeface="Poppins"/>
              </a:rPr>
              <a:t>YES — flawless native integration</a:t>
            </a:r>
            <a:endParaRPr sz="850">
              <a:solidFill>
                <a:srgbClr val="226622"/>
              </a:solidFill>
              <a:latin typeface="Poppins"/>
              <a:ea typeface="Poppins"/>
              <a:cs typeface="Poppins"/>
              <a:sym typeface="Poppins"/>
            </a:endParaRPr>
          </a:p>
        </p:txBody>
      </p:sp>
      <p:sp>
        <p:nvSpPr>
          <p:cNvPr id="4287" name="Google Shape;4287;p349"/>
          <p:cNvSpPr/>
          <p:nvPr/>
        </p:nvSpPr>
        <p:spPr>
          <a:xfrm>
            <a:off x="3253384" y="3018225"/>
            <a:ext cx="2028900" cy="279900"/>
          </a:xfrm>
          <a:prstGeom prst="rect">
            <a:avLst/>
          </a:prstGeom>
          <a:solidFill>
            <a:srgbClr val="E0F2E0"/>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88" name="Google Shape;4288;p349"/>
          <p:cNvSpPr txBox="1"/>
          <p:nvPr/>
        </p:nvSpPr>
        <p:spPr>
          <a:xfrm>
            <a:off x="3272707" y="3018225"/>
            <a:ext cx="19905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226622"/>
                </a:solidFill>
                <a:latin typeface="Poppins"/>
                <a:ea typeface="Poppins"/>
                <a:cs typeface="Poppins"/>
                <a:sym typeface="Poppins"/>
              </a:rPr>
              <a:t>YES — flawless native integration</a:t>
            </a:r>
            <a:endParaRPr sz="850">
              <a:solidFill>
                <a:srgbClr val="226622"/>
              </a:solidFill>
              <a:latin typeface="Poppins"/>
              <a:ea typeface="Poppins"/>
              <a:cs typeface="Poppins"/>
              <a:sym typeface="Poppins"/>
            </a:endParaRPr>
          </a:p>
        </p:txBody>
      </p:sp>
      <p:sp>
        <p:nvSpPr>
          <p:cNvPr id="4289" name="Google Shape;4289;p349"/>
          <p:cNvSpPr/>
          <p:nvPr/>
        </p:nvSpPr>
        <p:spPr>
          <a:xfrm>
            <a:off x="5282357" y="3018225"/>
            <a:ext cx="1159500" cy="279900"/>
          </a:xfrm>
          <a:prstGeom prst="rect">
            <a:avLst/>
          </a:prstGeom>
          <a:solidFill>
            <a:srgbClr val="FFF3E0"/>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90" name="Google Shape;4290;p349"/>
          <p:cNvSpPr txBox="1"/>
          <p:nvPr/>
        </p:nvSpPr>
        <p:spPr>
          <a:xfrm>
            <a:off x="5301681" y="3018225"/>
            <a:ext cx="11208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50">
                <a:solidFill>
                  <a:srgbClr val="80591A"/>
                </a:solidFill>
                <a:latin typeface="Poppins"/>
                <a:ea typeface="Poppins"/>
                <a:cs typeface="Poppins"/>
                <a:sym typeface="Poppins"/>
              </a:rPr>
              <a:t>VARIES</a:t>
            </a:r>
            <a:endParaRPr sz="850">
              <a:solidFill>
                <a:srgbClr val="80591A"/>
              </a:solidFill>
              <a:latin typeface="Poppins"/>
              <a:ea typeface="Poppins"/>
              <a:cs typeface="Poppins"/>
              <a:sym typeface="Poppins"/>
            </a:endParaRPr>
          </a:p>
        </p:txBody>
      </p:sp>
      <p:sp>
        <p:nvSpPr>
          <p:cNvPr id="4291" name="Google Shape;4291;p349"/>
          <p:cNvSpPr/>
          <p:nvPr/>
        </p:nvSpPr>
        <p:spPr>
          <a:xfrm>
            <a:off x="6441771" y="3018225"/>
            <a:ext cx="2280000" cy="279900"/>
          </a:xfrm>
          <a:prstGeom prst="rect">
            <a:avLst/>
          </a:prstGeom>
          <a:solidFill>
            <a:srgbClr val="E0F2E0"/>
          </a:solidFill>
          <a:ln cap="flat" cmpd="sng" w="317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4292" name="Google Shape;4292;p349"/>
          <p:cNvSpPr txBox="1"/>
          <p:nvPr/>
        </p:nvSpPr>
        <p:spPr>
          <a:xfrm>
            <a:off x="6461094" y="3018225"/>
            <a:ext cx="2241600" cy="27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950">
                <a:solidFill>
                  <a:srgbClr val="226622"/>
                </a:solidFill>
                <a:latin typeface="Poppins"/>
                <a:ea typeface="Poppins"/>
                <a:cs typeface="Poppins"/>
                <a:sym typeface="Poppins"/>
              </a:rPr>
              <a:t>YES — but slow, expensive, poor UX</a:t>
            </a:r>
            <a:endParaRPr sz="950">
              <a:solidFill>
                <a:srgbClr val="226622"/>
              </a:solidFill>
              <a:latin typeface="Poppins"/>
              <a:ea typeface="Poppins"/>
              <a:cs typeface="Poppins"/>
              <a:sym typeface="Poppins"/>
            </a:endParaRPr>
          </a:p>
        </p:txBody>
      </p:sp>
      <p:sp>
        <p:nvSpPr>
          <p:cNvPr id="4293" name="Google Shape;4293;p349"/>
          <p:cNvSpPr/>
          <p:nvPr/>
        </p:nvSpPr>
        <p:spPr>
          <a:xfrm>
            <a:off x="336550" y="3489275"/>
            <a:ext cx="8367000" cy="871200"/>
          </a:xfrm>
          <a:prstGeom prst="roundRect">
            <a:avLst>
              <a:gd fmla="val 16667" name="adj"/>
            </a:avLst>
          </a:prstGeom>
          <a:solidFill>
            <a:srgbClr val="14233C"/>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200">
                <a:solidFill>
                  <a:schemeClr val="lt1"/>
                </a:solidFill>
                <a:latin typeface="Poppins"/>
                <a:ea typeface="Poppins"/>
                <a:cs typeface="Poppins"/>
                <a:sym typeface="Poppins"/>
              </a:rPr>
              <a:t>Monzo Opportunity: If Monzo achieves AEAT + TGSS + Veri*Factu + Digi. Certificada from launch = the only fintech with complete regulatory integration in Spain.</a:t>
            </a:r>
            <a:endParaRPr b="1" sz="1200">
              <a:solidFill>
                <a:schemeClr val="lt1"/>
              </a:solidFill>
              <a:latin typeface="Poppins"/>
              <a:ea typeface="Poppins"/>
              <a:cs typeface="Poppins"/>
              <a:sym typeface="Poppins"/>
            </a:endParaRPr>
          </a:p>
        </p:txBody>
      </p:sp>
      <p:sp>
        <p:nvSpPr>
          <p:cNvPr id="4294" name="Google Shape;4294;p349"/>
          <p:cNvSpPr/>
          <p:nvPr/>
        </p:nvSpPr>
        <p:spPr>
          <a:xfrm>
            <a:off x="123606" y="121600"/>
            <a:ext cx="1136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Market &amp; Gaps</a:t>
            </a:r>
            <a:endParaRPr b="1" sz="900">
              <a:solidFill>
                <a:srgbClr val="FFFFFF"/>
              </a:solidFill>
              <a:latin typeface="Poppins"/>
              <a:ea typeface="Poppins"/>
              <a:cs typeface="Poppins"/>
              <a:sym typeface="Poppins"/>
            </a:endParaRPr>
          </a:p>
        </p:txBody>
      </p:sp>
      <p:sp>
        <p:nvSpPr>
          <p:cNvPr id="4295" name="Google Shape;4295;p349"/>
          <p:cNvSpPr/>
          <p:nvPr/>
        </p:nvSpPr>
        <p:spPr>
          <a:xfrm>
            <a:off x="1319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299" name="Shape 4299"/>
        <p:cNvGrpSpPr/>
        <p:nvPr/>
      </p:nvGrpSpPr>
      <p:grpSpPr>
        <a:xfrm>
          <a:off x="0" y="0"/>
          <a:ext cx="0" cy="0"/>
          <a:chOff x="0" y="0"/>
          <a:chExt cx="0" cy="0"/>
        </a:xfrm>
      </p:grpSpPr>
      <p:sp>
        <p:nvSpPr>
          <p:cNvPr id="4300" name="Google Shape;4300;p350"/>
          <p:cNvSpPr/>
          <p:nvPr/>
        </p:nvSpPr>
        <p:spPr>
          <a:xfrm>
            <a:off x="0" y="649150"/>
            <a:ext cx="9144000" cy="4303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01" name="Google Shape;4301;p350"/>
          <p:cNvSpPr txBox="1"/>
          <p:nvPr/>
        </p:nvSpPr>
        <p:spPr>
          <a:xfrm rot="-5400000">
            <a:off x="-390551" y="2183924"/>
            <a:ext cx="1271700" cy="489300"/>
          </a:xfrm>
          <a:prstGeom prst="rect">
            <a:avLst/>
          </a:prstGeom>
          <a:solidFill>
            <a:srgbClr val="F5F5F5"/>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600">
                <a:solidFill>
                  <a:srgbClr val="1B1C1D"/>
                </a:solidFill>
                <a:latin typeface="Google Sans Text"/>
                <a:ea typeface="Google Sans Text"/>
                <a:cs typeface="Google Sans Text"/>
                <a:sym typeface="Google Sans Text"/>
              </a:rPr>
              <a:t>Stage 2: Day-to-Day Operations</a:t>
            </a:r>
            <a:endParaRPr b="1" sz="600">
              <a:solidFill>
                <a:srgbClr val="1B1C1D"/>
              </a:solidFill>
              <a:latin typeface="Google Sans Text"/>
              <a:ea typeface="Google Sans Text"/>
              <a:cs typeface="Google Sans Text"/>
              <a:sym typeface="Google Sans Text"/>
            </a:endParaRPr>
          </a:p>
          <a:p>
            <a:pPr indent="0" lvl="0" marL="0" rtl="0" algn="ctr">
              <a:lnSpc>
                <a:spcPct val="115000"/>
              </a:lnSpc>
              <a:spcBef>
                <a:spcPts val="0"/>
              </a:spcBef>
              <a:spcAft>
                <a:spcPts val="0"/>
              </a:spcAft>
              <a:buNone/>
            </a:pPr>
            <a:r>
              <a:t/>
            </a:r>
            <a:endParaRPr b="1" sz="600">
              <a:solidFill>
                <a:srgbClr val="1B1C1D"/>
              </a:solidFill>
              <a:latin typeface="Google Sans Text"/>
              <a:ea typeface="Google Sans Text"/>
              <a:cs typeface="Google Sans Text"/>
              <a:sym typeface="Google Sans Text"/>
            </a:endParaRPr>
          </a:p>
        </p:txBody>
      </p:sp>
      <p:sp>
        <p:nvSpPr>
          <p:cNvPr id="4302" name="Google Shape;4302;p350"/>
          <p:cNvSpPr txBox="1"/>
          <p:nvPr/>
        </p:nvSpPr>
        <p:spPr>
          <a:xfrm rot="-5400000">
            <a:off x="-212099" y="4146599"/>
            <a:ext cx="852900" cy="383100"/>
          </a:xfrm>
          <a:prstGeom prst="rect">
            <a:avLst/>
          </a:prstGeom>
          <a:solidFill>
            <a:srgbClr val="F0F0F0"/>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600">
                <a:solidFill>
                  <a:srgbClr val="1B1C1D"/>
                </a:solidFill>
                <a:latin typeface="Google Sans Text"/>
                <a:ea typeface="Google Sans Text"/>
                <a:cs typeface="Google Sans Text"/>
                <a:sym typeface="Google Sans Text"/>
              </a:rPr>
              <a:t>Overarching needs</a:t>
            </a:r>
            <a:endParaRPr b="1" sz="400">
              <a:solidFill>
                <a:srgbClr val="1B1C1D"/>
              </a:solidFill>
              <a:latin typeface="Google Sans Text"/>
              <a:ea typeface="Google Sans Text"/>
              <a:cs typeface="Google Sans Text"/>
              <a:sym typeface="Google Sans Text"/>
            </a:endParaRPr>
          </a:p>
        </p:txBody>
      </p:sp>
      <p:sp>
        <p:nvSpPr>
          <p:cNvPr id="4303" name="Google Shape;4303;p350"/>
          <p:cNvSpPr txBox="1"/>
          <p:nvPr/>
        </p:nvSpPr>
        <p:spPr>
          <a:xfrm rot="-5400000">
            <a:off x="-292777" y="3231574"/>
            <a:ext cx="981000" cy="383100"/>
          </a:xfrm>
          <a:prstGeom prst="rect">
            <a:avLst/>
          </a:prstGeom>
          <a:solidFill>
            <a:srgbClr val="FFF2CC"/>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600">
                <a:solidFill>
                  <a:srgbClr val="1B1C1D"/>
                </a:solidFill>
                <a:latin typeface="Google Sans Text"/>
                <a:ea typeface="Google Sans Text"/>
                <a:cs typeface="Google Sans Text"/>
                <a:sym typeface="Google Sans Text"/>
              </a:rPr>
              <a:t>Stage 3: Growth &amp; Scaling</a:t>
            </a:r>
            <a:endParaRPr b="1" sz="400">
              <a:solidFill>
                <a:srgbClr val="1B1C1D"/>
              </a:solidFill>
              <a:latin typeface="Google Sans Text"/>
              <a:ea typeface="Google Sans Text"/>
              <a:cs typeface="Google Sans Text"/>
              <a:sym typeface="Google Sans Text"/>
            </a:endParaRPr>
          </a:p>
        </p:txBody>
      </p:sp>
      <p:sp>
        <p:nvSpPr>
          <p:cNvPr id="4304" name="Google Shape;4304;p350"/>
          <p:cNvSpPr txBox="1"/>
          <p:nvPr/>
        </p:nvSpPr>
        <p:spPr>
          <a:xfrm>
            <a:off x="76200" y="226129"/>
            <a:ext cx="6345300" cy="5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600"/>
              </a:spcAft>
              <a:buNone/>
            </a:pPr>
            <a:r>
              <a:rPr b="1" lang="en-US" sz="2300">
                <a:solidFill>
                  <a:schemeClr val="lt1"/>
                </a:solidFill>
                <a:latin typeface="Google Sans"/>
                <a:ea typeface="Google Sans"/>
                <a:cs typeface="Google Sans"/>
                <a:sym typeface="Google Sans"/>
              </a:rPr>
              <a:t>Spain’s</a:t>
            </a:r>
            <a:r>
              <a:rPr b="1" lang="en-US" sz="2300">
                <a:solidFill>
                  <a:schemeClr val="lt1"/>
                </a:solidFill>
                <a:latin typeface="Google Sans"/>
                <a:ea typeface="Google Sans"/>
                <a:cs typeface="Google Sans"/>
                <a:sym typeface="Google Sans"/>
              </a:rPr>
              <a:t> Product Gap Analysis: Lifecycle</a:t>
            </a:r>
            <a:endParaRPr b="1" sz="1300">
              <a:solidFill>
                <a:schemeClr val="lt1"/>
              </a:solidFill>
            </a:endParaRPr>
          </a:p>
        </p:txBody>
      </p:sp>
      <p:sp>
        <p:nvSpPr>
          <p:cNvPr id="4305" name="Google Shape;4305;p350"/>
          <p:cNvSpPr/>
          <p:nvPr/>
        </p:nvSpPr>
        <p:spPr>
          <a:xfrm>
            <a:off x="6879975" y="123525"/>
            <a:ext cx="2129100" cy="333600"/>
          </a:xfrm>
          <a:prstGeom prst="rect">
            <a:avLst/>
          </a:prstGeom>
          <a:solidFill>
            <a:srgbClr val="199778"/>
          </a:solid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b="1" lang="en-US" sz="1300" u="sng">
                <a:solidFill>
                  <a:schemeClr val="lt1"/>
                </a:solidFill>
                <a:latin typeface="Lexend"/>
                <a:ea typeface="Lexend"/>
                <a:cs typeface="Lexend"/>
                <a:sym typeface="Lexend"/>
                <a:hlinkClick r:id="rId3">
                  <a:extLst>
                    <a:ext uri="{A12FA001-AC4F-418D-AE19-62706E023703}">
                      <ahyp:hlinkClr val="tx"/>
                    </a:ext>
                  </a:extLst>
                </a:hlinkClick>
              </a:rPr>
              <a:t> Gap Analysis doc</a:t>
            </a:r>
            <a:endParaRPr>
              <a:solidFill>
                <a:schemeClr val="lt1"/>
              </a:solidFill>
            </a:endParaRPr>
          </a:p>
        </p:txBody>
      </p:sp>
      <p:sp>
        <p:nvSpPr>
          <p:cNvPr id="4306" name="Google Shape;4306;p350"/>
          <p:cNvSpPr txBox="1"/>
          <p:nvPr/>
        </p:nvSpPr>
        <p:spPr>
          <a:xfrm rot="-5400000">
            <a:off x="-214498" y="1338386"/>
            <a:ext cx="857700" cy="383100"/>
          </a:xfrm>
          <a:prstGeom prst="rect">
            <a:avLst/>
          </a:prstGeom>
          <a:solidFill>
            <a:srgbClr val="FFF2CC"/>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600">
                <a:solidFill>
                  <a:srgbClr val="1B1C1D"/>
                </a:solidFill>
                <a:latin typeface="Google Sans Text"/>
                <a:ea typeface="Google Sans Text"/>
                <a:cs typeface="Google Sans Text"/>
                <a:sym typeface="Google Sans Text"/>
              </a:rPr>
              <a:t>Stage 1: Inception &amp; Launch</a:t>
            </a:r>
            <a:endParaRPr b="1" sz="600">
              <a:solidFill>
                <a:srgbClr val="1B1C1D"/>
              </a:solidFill>
              <a:latin typeface="Google Sans Text"/>
              <a:ea typeface="Google Sans Text"/>
              <a:cs typeface="Google Sans Text"/>
              <a:sym typeface="Google Sans Text"/>
            </a:endParaRPr>
          </a:p>
        </p:txBody>
      </p:sp>
      <p:graphicFrame>
        <p:nvGraphicFramePr>
          <p:cNvPr id="4307" name="Google Shape;4307;p350"/>
          <p:cNvGraphicFramePr/>
          <p:nvPr/>
        </p:nvGraphicFramePr>
        <p:xfrm>
          <a:off x="332716" y="722079"/>
          <a:ext cx="3000000" cy="3000000"/>
        </p:xfrm>
        <a:graphic>
          <a:graphicData uri="http://schemas.openxmlformats.org/drawingml/2006/table">
            <a:tbl>
              <a:tblPr>
                <a:noFill/>
                <a:tableStyleId>{806BE6F5-2B5A-4666-A040-D6F87B79812D}</a:tableStyleId>
              </a:tblPr>
              <a:tblGrid>
                <a:gridCol w="902675"/>
                <a:gridCol w="1045525"/>
                <a:gridCol w="914275"/>
                <a:gridCol w="1027275"/>
                <a:gridCol w="881025"/>
                <a:gridCol w="1013975"/>
                <a:gridCol w="1000700"/>
                <a:gridCol w="967975"/>
                <a:gridCol w="1053750"/>
              </a:tblGrid>
              <a:tr h="357850">
                <a:tc>
                  <a:txBody>
                    <a:bodyPr/>
                    <a:lstStyle/>
                    <a:p>
                      <a:pPr indent="0" lvl="0" marL="0" rtl="0" algn="ctr">
                        <a:lnSpc>
                          <a:spcPct val="115000"/>
                        </a:lnSpc>
                        <a:spcBef>
                          <a:spcPts val="600"/>
                        </a:spcBef>
                        <a:spcAft>
                          <a:spcPts val="600"/>
                        </a:spcAft>
                        <a:buNone/>
                      </a:pPr>
                      <a:r>
                        <a:rPr b="1" lang="en-US" sz="600">
                          <a:solidFill>
                            <a:srgbClr val="1B1C1D"/>
                          </a:solidFill>
                          <a:latin typeface="Google Sans Text"/>
                          <a:ea typeface="Google Sans Text"/>
                          <a:cs typeface="Google Sans Text"/>
                          <a:sym typeface="Google Sans Text"/>
                        </a:rPr>
                        <a:t>Lifecycle Stage &amp; Key Need</a:t>
                      </a:r>
                      <a:endParaRPr b="1" sz="6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FAFD"/>
                    </a:solidFill>
                  </a:tcPr>
                </a:tc>
                <a:tc>
                  <a:txBody>
                    <a:bodyPr/>
                    <a:lstStyle/>
                    <a:p>
                      <a:pPr indent="0" lvl="0" marL="0" rtl="0" algn="ctr">
                        <a:lnSpc>
                          <a:spcPct val="115000"/>
                        </a:lnSpc>
                        <a:spcBef>
                          <a:spcPts val="600"/>
                        </a:spcBef>
                        <a:spcAft>
                          <a:spcPts val="600"/>
                        </a:spcAft>
                        <a:buNone/>
                      </a:pPr>
                      <a:r>
                        <a:rPr b="1" lang="en-US" sz="600">
                          <a:solidFill>
                            <a:srgbClr val="1B1C1D"/>
                          </a:solidFill>
                          <a:latin typeface="Google Sans Text"/>
                          <a:ea typeface="Google Sans Text"/>
                          <a:cs typeface="Google Sans Text"/>
                          <a:sym typeface="Google Sans Text"/>
                        </a:rPr>
                        <a:t>BBVA</a:t>
                      </a:r>
                      <a:endParaRPr b="1" sz="6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600">
                          <a:solidFill>
                            <a:srgbClr val="1B1C1D"/>
                          </a:solidFill>
                          <a:latin typeface="Google Sans Text"/>
                          <a:ea typeface="Google Sans Text"/>
                          <a:cs typeface="Google Sans Text"/>
                          <a:sym typeface="Google Sans Text"/>
                        </a:rPr>
                        <a:t>Santander</a:t>
                      </a:r>
                      <a:endParaRPr b="1" sz="6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600">
                          <a:solidFill>
                            <a:srgbClr val="1B1C1D"/>
                          </a:solidFill>
                          <a:latin typeface="Google Sans Text"/>
                          <a:ea typeface="Google Sans Text"/>
                          <a:cs typeface="Google Sans Text"/>
                          <a:sym typeface="Google Sans Text"/>
                        </a:rPr>
                        <a:t>Sabadell</a:t>
                      </a:r>
                      <a:endParaRPr b="1" sz="6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600">
                          <a:solidFill>
                            <a:srgbClr val="1B1C1D"/>
                          </a:solidFill>
                          <a:latin typeface="Google Sans Text"/>
                          <a:ea typeface="Google Sans Text"/>
                          <a:cs typeface="Google Sans Text"/>
                          <a:sym typeface="Google Sans Text"/>
                        </a:rPr>
                        <a:t>N26</a:t>
                      </a:r>
                      <a:endParaRPr b="1" sz="6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600">
                          <a:solidFill>
                            <a:srgbClr val="1B1C1D"/>
                          </a:solidFill>
                          <a:latin typeface="Google Sans Text"/>
                          <a:ea typeface="Google Sans Text"/>
                          <a:cs typeface="Google Sans Text"/>
                          <a:sym typeface="Google Sans Text"/>
                        </a:rPr>
                        <a:t>Qonto</a:t>
                      </a:r>
                      <a:endParaRPr b="1" sz="6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600">
                          <a:solidFill>
                            <a:srgbClr val="1B1C1D"/>
                          </a:solidFill>
                          <a:latin typeface="Google Sans Text"/>
                          <a:ea typeface="Google Sans Text"/>
                          <a:cs typeface="Google Sans Text"/>
                          <a:sym typeface="Google Sans Text"/>
                        </a:rPr>
                        <a:t>Finom</a:t>
                      </a:r>
                      <a:endParaRPr b="1" sz="6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600">
                          <a:solidFill>
                            <a:srgbClr val="1B1C1D"/>
                          </a:solidFill>
                          <a:latin typeface="Google Sans Text"/>
                          <a:ea typeface="Google Sans Text"/>
                          <a:cs typeface="Google Sans Text"/>
                          <a:sym typeface="Google Sans Text"/>
                        </a:rPr>
                        <a:t>Revolut</a:t>
                      </a:r>
                      <a:endParaRPr b="1" sz="6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600"/>
                        </a:spcBef>
                        <a:spcAft>
                          <a:spcPts val="600"/>
                        </a:spcAft>
                        <a:buNone/>
                      </a:pPr>
                      <a:r>
                        <a:rPr b="1" lang="en-US" sz="600">
                          <a:solidFill>
                            <a:srgbClr val="1B1C1D"/>
                          </a:solidFill>
                          <a:latin typeface="Google Sans Text"/>
                          <a:ea typeface="Google Sans Text"/>
                          <a:cs typeface="Google Sans Text"/>
                          <a:sym typeface="Google Sans Text"/>
                        </a:rPr>
                        <a:t>SumUp</a:t>
                      </a:r>
                      <a:endParaRPr b="1" sz="6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r>
              <a:tr h="320175">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 Fast, Digital Account Opening</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Slow and bureaucratic processes.</a:t>
                      </a:r>
                      <a:r>
                        <a:rPr baseline="30000" lang="en-US" sz="600">
                          <a:solidFill>
                            <a:srgbClr val="575B5F"/>
                          </a:solidFill>
                          <a:latin typeface="Google Sans Text"/>
                          <a:ea typeface="Google Sans Text"/>
                          <a:cs typeface="Google Sans Text"/>
                          <a:sym typeface="Google Sans Text"/>
                        </a:rPr>
                        <a:t>1</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Slow and bureaucratic processes.</a:t>
                      </a:r>
                      <a:r>
                        <a:rPr baseline="30000" lang="en-US" sz="600">
                          <a:solidFill>
                            <a:srgbClr val="575B5F"/>
                          </a:solidFill>
                          <a:latin typeface="Google Sans Text"/>
                          <a:ea typeface="Google Sans Text"/>
                          <a:cs typeface="Google Sans Text"/>
                          <a:sym typeface="Google Sans Text"/>
                        </a:rPr>
                        <a:t>2</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Slow and bureaucratic processes.</a:t>
                      </a:r>
                      <a:r>
                        <a:rPr baseline="30000" lang="en-US" sz="600">
                          <a:solidFill>
                            <a:srgbClr val="575B5F"/>
                          </a:solidFill>
                          <a:latin typeface="Google Sans Text"/>
                          <a:ea typeface="Google Sans Text"/>
                          <a:cs typeface="Google Sans Text"/>
                          <a:sym typeface="Google Sans Text"/>
                        </a:rPr>
                        <a:t>3</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Fast, paperwork-free opening in minutes.</a:t>
                      </a:r>
                      <a:r>
                        <a:rPr baseline="30000" lang="en-US" sz="600">
                          <a:solidFill>
                            <a:srgbClr val="575B5F"/>
                          </a:solidFill>
                          <a:latin typeface="Google Sans Text"/>
                          <a:ea typeface="Google Sans Text"/>
                          <a:cs typeface="Google Sans Text"/>
                          <a:sym typeface="Google Sans Text"/>
                        </a:rPr>
                        <a:t>4</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Fast, digital registration process.</a:t>
                      </a:r>
                      <a:r>
                        <a:rPr baseline="30000" lang="en-US" sz="600">
                          <a:solidFill>
                            <a:srgbClr val="575B5F"/>
                          </a:solidFill>
                          <a:latin typeface="Google Sans Text"/>
                          <a:ea typeface="Google Sans Text"/>
                          <a:cs typeface="Google Sans Text"/>
                          <a:sym typeface="Google Sans Text"/>
                        </a:rPr>
                        <a:t>5</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Fully online process in 24 hours.</a:t>
                      </a:r>
                      <a:r>
                        <a:rPr baseline="30000" lang="en-US" sz="600">
                          <a:solidFill>
                            <a:srgbClr val="575B5F"/>
                          </a:solidFill>
                          <a:latin typeface="Google Sans Text"/>
                          <a:ea typeface="Google Sans Text"/>
                          <a:cs typeface="Google Sans Text"/>
                          <a:sym typeface="Google Sans Text"/>
                        </a:rPr>
                        <a:t>6</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Rapid digital onboarding.</a:t>
                      </a:r>
                      <a:r>
                        <a:rPr baseline="30000" lang="en-US" sz="600">
                          <a:solidFill>
                            <a:srgbClr val="575B5F"/>
                          </a:solidFill>
                          <a:latin typeface="Google Sans Text"/>
                          <a:ea typeface="Google Sans Text"/>
                          <a:cs typeface="Google Sans Text"/>
                          <a:sym typeface="Google Sans Text"/>
                        </a:rPr>
                        <a:t>7</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Simple setup is a core strength.</a:t>
                      </a:r>
                      <a:r>
                        <a:rPr baseline="30000" lang="en-US" sz="600">
                          <a:solidFill>
                            <a:srgbClr val="575B5F"/>
                          </a:solidFill>
                          <a:latin typeface="Google Sans Text"/>
                          <a:ea typeface="Google Sans Text"/>
                          <a:cs typeface="Google Sans Text"/>
                          <a:sym typeface="Google Sans Text"/>
                        </a:rPr>
                        <a:t>8</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320175">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 Professional Legitimacy (Spanish IBAN)</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Standard offering.</a:t>
                      </a:r>
                      <a:r>
                        <a:rPr baseline="30000" lang="en-US" sz="600">
                          <a:solidFill>
                            <a:srgbClr val="575B5F"/>
                          </a:solidFill>
                          <a:latin typeface="Google Sans Text"/>
                          <a:ea typeface="Google Sans Text"/>
                          <a:cs typeface="Google Sans Text"/>
                          <a:sym typeface="Google Sans Text"/>
                        </a:rPr>
                        <a:t>9</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Standard offering.</a:t>
                      </a:r>
                      <a:r>
                        <a:rPr baseline="30000" lang="en-US" sz="600">
                          <a:solidFill>
                            <a:srgbClr val="575B5F"/>
                          </a:solidFill>
                          <a:latin typeface="Google Sans Text"/>
                          <a:ea typeface="Google Sans Text"/>
                          <a:cs typeface="Google Sans Text"/>
                          <a:sym typeface="Google Sans Text"/>
                        </a:rPr>
                        <a:t>9</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Standard offering.</a:t>
                      </a:r>
                      <a:r>
                        <a:rPr baseline="30000" lang="en-US" sz="600">
                          <a:solidFill>
                            <a:srgbClr val="575B5F"/>
                          </a:solidFill>
                          <a:latin typeface="Google Sans Text"/>
                          <a:ea typeface="Google Sans Text"/>
                          <a:cs typeface="Google Sans Text"/>
                          <a:sym typeface="Google Sans Text"/>
                        </a:rPr>
                        <a:t>9</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A key feature for local payments.</a:t>
                      </a:r>
                      <a:r>
                        <a:rPr baseline="30000" lang="en-US" sz="600">
                          <a:solidFill>
                            <a:srgbClr val="575B5F"/>
                          </a:solidFill>
                          <a:latin typeface="Google Sans Text"/>
                          <a:ea typeface="Google Sans Text"/>
                          <a:cs typeface="Google Sans Text"/>
                          <a:sym typeface="Google Sans Text"/>
                        </a:rPr>
                        <a:t>4</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A key feature of the account.</a:t>
                      </a:r>
                      <a:r>
                        <a:rPr baseline="30000" lang="en-US" sz="600">
                          <a:solidFill>
                            <a:srgbClr val="575B5F"/>
                          </a:solidFill>
                          <a:latin typeface="Google Sans Text"/>
                          <a:ea typeface="Google Sans Text"/>
                          <a:cs typeface="Google Sans Text"/>
                          <a:sym typeface="Google Sans Text"/>
                        </a:rPr>
                        <a:t>5</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A key feature of the account.</a:t>
                      </a:r>
                      <a:r>
                        <a:rPr baseline="30000" lang="en-US" sz="600">
                          <a:solidFill>
                            <a:srgbClr val="575B5F"/>
                          </a:solidFill>
                          <a:latin typeface="Google Sans Text"/>
                          <a:ea typeface="Google Sans Text"/>
                          <a:cs typeface="Google Sans Text"/>
                          <a:sym typeface="Google Sans Text"/>
                        </a:rPr>
                        <a:t>6</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Good:</a:t>
                      </a:r>
                      <a:r>
                        <a:rPr lang="en-US" sz="500">
                          <a:solidFill>
                            <a:srgbClr val="1B1C1D"/>
                          </a:solidFill>
                          <a:latin typeface="Google Sans Text"/>
                          <a:ea typeface="Google Sans Text"/>
                          <a:cs typeface="Google Sans Text"/>
                          <a:sym typeface="Google Sans Text"/>
                        </a:rPr>
                        <a:t> Provides an IBAN, but local integration is weaker.</a:t>
                      </a:r>
                      <a:r>
                        <a:rPr baseline="30000" lang="en-US" sz="600">
                          <a:solidFill>
                            <a:srgbClr val="575B5F"/>
                          </a:solidFill>
                          <a:latin typeface="Google Sans Text"/>
                          <a:ea typeface="Google Sans Text"/>
                          <a:cs typeface="Google Sans Text"/>
                          <a:sym typeface="Google Sans Text"/>
                        </a:rPr>
                        <a:t>7</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Provided with the free business account.</a:t>
                      </a:r>
                      <a:r>
                        <a:rPr baseline="30000" lang="en-US" sz="600">
                          <a:solidFill>
                            <a:srgbClr val="575B5F"/>
                          </a:solidFill>
                          <a:latin typeface="Google Sans Text"/>
                          <a:ea typeface="Google Sans Text"/>
                          <a:cs typeface="Google Sans Text"/>
                          <a:sym typeface="Google Sans Text"/>
                        </a:rPr>
                        <a:t>8</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235425">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 Accepting First Payments</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Good:</a:t>
                      </a:r>
                      <a:r>
                        <a:rPr lang="en-US" sz="500">
                          <a:solidFill>
                            <a:srgbClr val="1B1C1D"/>
                          </a:solidFill>
                          <a:latin typeface="Google Sans Text"/>
                          <a:ea typeface="Google Sans Text"/>
                          <a:cs typeface="Google Sans Text"/>
                          <a:sym typeface="Google Sans Text"/>
                        </a:rPr>
                        <a:t> Offers traditional POS terminals.</a:t>
                      </a:r>
                      <a:r>
                        <a:rPr baseline="30000" lang="en-US" sz="600">
                          <a:solidFill>
                            <a:srgbClr val="575B5F"/>
                          </a:solidFill>
                          <a:latin typeface="Google Sans Text"/>
                          <a:ea typeface="Google Sans Text"/>
                          <a:cs typeface="Google Sans Text"/>
                          <a:sym typeface="Google Sans Text"/>
                        </a:rPr>
                        <a:t>1</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Good:</a:t>
                      </a:r>
                      <a:r>
                        <a:rPr lang="en-US" sz="500">
                          <a:solidFill>
                            <a:srgbClr val="1B1C1D"/>
                          </a:solidFill>
                          <a:latin typeface="Google Sans Text"/>
                          <a:ea typeface="Google Sans Text"/>
                          <a:cs typeface="Google Sans Text"/>
                          <a:sym typeface="Google Sans Text"/>
                        </a:rPr>
                        <a:t> Offers traditional POS terminals.</a:t>
                      </a:r>
                      <a:r>
                        <a:rPr baseline="30000" lang="en-US" sz="600">
                          <a:solidFill>
                            <a:srgbClr val="575B5F"/>
                          </a:solidFill>
                          <a:latin typeface="Google Sans Text"/>
                          <a:ea typeface="Google Sans Text"/>
                          <a:cs typeface="Google Sans Text"/>
                          <a:sym typeface="Google Sans Text"/>
                        </a:rPr>
                        <a:t>2</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Good:</a:t>
                      </a:r>
                      <a:r>
                        <a:rPr lang="en-US" sz="500">
                          <a:solidFill>
                            <a:srgbClr val="1B1C1D"/>
                          </a:solidFill>
                          <a:latin typeface="Google Sans Text"/>
                          <a:ea typeface="Google Sans Text"/>
                          <a:cs typeface="Google Sans Text"/>
                          <a:sym typeface="Google Sans Text"/>
                        </a:rPr>
                        <a:t> Offers modern POS terminals.</a:t>
                      </a:r>
                      <a:r>
                        <a:rPr baseline="30000" lang="en-US" sz="600">
                          <a:solidFill>
                            <a:srgbClr val="575B5F"/>
                          </a:solidFill>
                          <a:latin typeface="Google Sans Text"/>
                          <a:ea typeface="Google Sans Text"/>
                          <a:cs typeface="Google Sans Text"/>
                          <a:sym typeface="Google Sans Text"/>
                        </a:rPr>
                        <a:t>3</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N/A</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Offers mobile terminals and "Tap to Pay".</a:t>
                      </a:r>
                      <a:r>
                        <a:rPr baseline="30000" lang="en-US" sz="600">
                          <a:solidFill>
                            <a:srgbClr val="575B5F"/>
                          </a:solidFill>
                          <a:latin typeface="Google Sans Text"/>
                          <a:ea typeface="Google Sans Text"/>
                          <a:cs typeface="Google Sans Text"/>
                          <a:sym typeface="Google Sans Text"/>
                        </a:rPr>
                        <a:t>5</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N/A</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Offers Revolut Reader and payment tools.</a:t>
                      </a:r>
                      <a:r>
                        <a:rPr baseline="30000" lang="en-US" sz="600">
                          <a:solidFill>
                            <a:srgbClr val="575B5F"/>
                          </a:solidFill>
                          <a:latin typeface="Google Sans Text"/>
                          <a:ea typeface="Google Sans Text"/>
                          <a:cs typeface="Google Sans Text"/>
                          <a:sym typeface="Google Sans Text"/>
                        </a:rPr>
                        <a:t>7</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Core business model; low-cost hardware.</a:t>
                      </a:r>
                      <a:r>
                        <a:rPr baseline="30000" lang="en-US" sz="600">
                          <a:solidFill>
                            <a:srgbClr val="575B5F"/>
                          </a:solidFill>
                          <a:latin typeface="Google Sans Text"/>
                          <a:ea typeface="Google Sans Text"/>
                          <a:cs typeface="Google Sans Text"/>
                          <a:sym typeface="Google Sans Text"/>
                        </a:rPr>
                        <a:t>8</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320175">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 Integrated Admin Tools (Invoicing, etc.)</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"One View" is powerful, but main app is a "catastrophic failure".</a:t>
                      </a:r>
                      <a:r>
                        <a:rPr baseline="30000" lang="en-US" sz="600">
                          <a:solidFill>
                            <a:srgbClr val="575B5F"/>
                          </a:solidFill>
                          <a:latin typeface="Google Sans Text"/>
                          <a:ea typeface="Google Sans Text"/>
                          <a:cs typeface="Google Sans Text"/>
                          <a:sym typeface="Google Sans Text"/>
                        </a:rPr>
                        <a:t>1</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Tools exist but are clunky compared to fintechs.</a:t>
                      </a:r>
                      <a:r>
                        <a:rPr baseline="30000" lang="en-US" sz="600">
                          <a:solidFill>
                            <a:srgbClr val="575B5F"/>
                          </a:solidFill>
                          <a:latin typeface="Google Sans Text"/>
                          <a:ea typeface="Google Sans Text"/>
                          <a:cs typeface="Google Sans Text"/>
                          <a:sym typeface="Google Sans Text"/>
                        </a:rPr>
                        <a:t>2</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Tools exist but are clunky compared to fintechs.</a:t>
                      </a:r>
                      <a:r>
                        <a:rPr baseline="30000" lang="en-US" sz="600">
                          <a:solidFill>
                            <a:srgbClr val="575B5F"/>
                          </a:solidFill>
                          <a:latin typeface="Google Sans Text"/>
                          <a:ea typeface="Google Sans Text"/>
                          <a:cs typeface="Google Sans Text"/>
                          <a:sym typeface="Google Sans Text"/>
                        </a:rPr>
                        <a:t>3</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Good:</a:t>
                      </a:r>
                      <a:r>
                        <a:rPr lang="en-US" sz="500">
                          <a:solidFill>
                            <a:srgbClr val="1B1C1D"/>
                          </a:solidFill>
                          <a:latin typeface="Google Sans Text"/>
                          <a:ea typeface="Google Sans Text"/>
                          <a:cs typeface="Google Sans Text"/>
                          <a:sym typeface="Google Sans Text"/>
                        </a:rPr>
                        <a:t> "Spaces" is a great tool, but less of an all-in-one platform.</a:t>
                      </a:r>
                      <a:r>
                        <a:rPr baseline="30000" lang="en-US" sz="600">
                          <a:solidFill>
                            <a:srgbClr val="575B5F"/>
                          </a:solidFill>
                          <a:latin typeface="Google Sans Text"/>
                          <a:ea typeface="Google Sans Text"/>
                          <a:cs typeface="Google Sans Text"/>
                          <a:sym typeface="Google Sans Text"/>
                        </a:rPr>
                        <a:t>4</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Central to its identity; deep integration.</a:t>
                      </a:r>
                      <a:r>
                        <a:rPr baseline="30000" lang="en-US" sz="600">
                          <a:solidFill>
                            <a:srgbClr val="575B5F"/>
                          </a:solidFill>
                          <a:latin typeface="Google Sans Text"/>
                          <a:ea typeface="Google Sans Text"/>
                          <a:cs typeface="Google Sans Text"/>
                          <a:sym typeface="Google Sans Text"/>
                        </a:rPr>
                        <a:t>5</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Designed as an "all-in-one" platform.</a:t>
                      </a:r>
                      <a:r>
                        <a:rPr baseline="30000" lang="en-US" sz="600">
                          <a:solidFill>
                            <a:srgbClr val="575B5F"/>
                          </a:solidFill>
                          <a:latin typeface="Google Sans Text"/>
                          <a:ea typeface="Google Sans Text"/>
                          <a:cs typeface="Google Sans Text"/>
                          <a:sym typeface="Google Sans Text"/>
                        </a:rPr>
                        <a:t>6</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A "superapp" with many integrated tools.</a:t>
                      </a:r>
                      <a:r>
                        <a:rPr baseline="30000" lang="en-US" sz="600">
                          <a:solidFill>
                            <a:srgbClr val="575B5F"/>
                          </a:solidFill>
                          <a:latin typeface="Google Sans Text"/>
                          <a:ea typeface="Google Sans Text"/>
                          <a:cs typeface="Google Sans Text"/>
                          <a:sym typeface="Google Sans Text"/>
                        </a:rPr>
                        <a:t>7</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"Super App" creates a sticky ecosystem.</a:t>
                      </a:r>
                      <a:r>
                        <a:rPr baseline="30000" lang="en-US" sz="600">
                          <a:solidFill>
                            <a:srgbClr val="575B5F"/>
                          </a:solidFill>
                          <a:latin typeface="Google Sans Text"/>
                          <a:ea typeface="Google Sans Text"/>
                          <a:cs typeface="Google Sans Text"/>
                          <a:sym typeface="Google Sans Text"/>
                        </a:rPr>
                        <a:t>8</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r>
              <a:tr h="320175">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 Public Admin Integration (AEAT/SS)</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Flawless, native integration.</a:t>
                      </a:r>
                      <a:r>
                        <a:rPr baseline="30000" lang="en-US" sz="600">
                          <a:solidFill>
                            <a:srgbClr val="575B5F"/>
                          </a:solidFill>
                          <a:latin typeface="Google Sans Text"/>
                          <a:ea typeface="Google Sans Text"/>
                          <a:cs typeface="Google Sans Text"/>
                          <a:sym typeface="Google Sans Text"/>
                        </a:rPr>
                        <a:t>9</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Flawless, native integration.</a:t>
                      </a:r>
                      <a:r>
                        <a:rPr baseline="30000" lang="en-US" sz="600">
                          <a:solidFill>
                            <a:srgbClr val="575B5F"/>
                          </a:solidFill>
                          <a:latin typeface="Google Sans Text"/>
                          <a:ea typeface="Google Sans Text"/>
                          <a:cs typeface="Google Sans Text"/>
                          <a:sym typeface="Google Sans Text"/>
                        </a:rPr>
                        <a:t>9</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Flawless, native integration.</a:t>
                      </a:r>
                      <a:r>
                        <a:rPr baseline="30000" lang="en-US" sz="600">
                          <a:solidFill>
                            <a:srgbClr val="575B5F"/>
                          </a:solidFill>
                          <a:latin typeface="Google Sans Text"/>
                          <a:ea typeface="Google Sans Text"/>
                          <a:cs typeface="Google Sans Text"/>
                          <a:sym typeface="Google Sans Text"/>
                        </a:rPr>
                        <a:t>9</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AEAT payments enabled, but no Social Security direct debit.</a:t>
                      </a:r>
                      <a:r>
                        <a:rPr baseline="30000" lang="en-US" sz="600">
                          <a:solidFill>
                            <a:srgbClr val="575B5F"/>
                          </a:solidFill>
                          <a:latin typeface="Google Sans Text"/>
                          <a:ea typeface="Google Sans Text"/>
                          <a:cs typeface="Google Sans Text"/>
                          <a:sym typeface="Google Sans Text"/>
                        </a:rPr>
                        <a:t>4</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Critical Failure:</a:t>
                      </a:r>
                      <a:r>
                        <a:rPr lang="en-US" sz="500">
                          <a:solidFill>
                            <a:srgbClr val="1B1C1D"/>
                          </a:solidFill>
                          <a:latin typeface="Google Sans Text"/>
                          <a:ea typeface="Google Sans Text"/>
                          <a:cs typeface="Google Sans Text"/>
                          <a:sym typeface="Google Sans Text"/>
                        </a:rPr>
                        <a:t> Cannot make payments to the Tax Agency.</a:t>
                      </a:r>
                      <a:r>
                        <a:rPr baseline="30000" lang="en-US" sz="600">
                          <a:solidFill>
                            <a:srgbClr val="575B5F"/>
                          </a:solidFill>
                          <a:latin typeface="Google Sans Text"/>
                          <a:ea typeface="Google Sans Text"/>
                          <a:cs typeface="Google Sans Text"/>
                          <a:sym typeface="Google Sans Text"/>
                        </a:rPr>
                        <a:t>5</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Critical Failure:</a:t>
                      </a:r>
                      <a:r>
                        <a:rPr lang="en-US" sz="500">
                          <a:solidFill>
                            <a:srgbClr val="1B1C1D"/>
                          </a:solidFill>
                          <a:latin typeface="Google Sans Text"/>
                          <a:ea typeface="Google Sans Text"/>
                          <a:cs typeface="Google Sans Text"/>
                          <a:sym typeface="Google Sans Text"/>
                        </a:rPr>
                        <a:t> Cannot pay taxes or direct debit from the Tax Agency.</a:t>
                      </a:r>
                      <a:r>
                        <a:rPr baseline="30000" lang="en-US" sz="600">
                          <a:solidFill>
                            <a:srgbClr val="575B5F"/>
                          </a:solidFill>
                          <a:latin typeface="Google Sans Text"/>
                          <a:ea typeface="Google Sans Text"/>
                          <a:cs typeface="Google Sans Text"/>
                          <a:sym typeface="Google Sans Text"/>
                        </a:rPr>
                        <a:t>6</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Lacks deep local administrative integration.</a:t>
                      </a:r>
                      <a:r>
                        <a:rPr baseline="30000" lang="en-US" sz="600">
                          <a:solidFill>
                            <a:srgbClr val="575B5F"/>
                          </a:solidFill>
                          <a:latin typeface="Google Sans Text"/>
                          <a:ea typeface="Google Sans Text"/>
                          <a:cs typeface="Google Sans Text"/>
                          <a:sym typeface="Google Sans Text"/>
                        </a:rPr>
                        <a:t>7</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Good:</a:t>
                      </a:r>
                      <a:r>
                        <a:rPr lang="en-US" sz="500">
                          <a:solidFill>
                            <a:srgbClr val="1B1C1D"/>
                          </a:solidFill>
                          <a:latin typeface="Google Sans Text"/>
                          <a:ea typeface="Google Sans Text"/>
                          <a:cs typeface="Google Sans Text"/>
                          <a:sym typeface="Google Sans Text"/>
                        </a:rPr>
                        <a:t> Automatic fiscalization sends transactions to the tax agency.</a:t>
                      </a:r>
                      <a:r>
                        <a:rPr baseline="30000" lang="en-US" sz="600">
                          <a:solidFill>
                            <a:srgbClr val="575B5F"/>
                          </a:solidFill>
                          <a:latin typeface="Google Sans Text"/>
                          <a:ea typeface="Google Sans Text"/>
                          <a:cs typeface="Google Sans Text"/>
                          <a:sym typeface="Google Sans Text"/>
                        </a:rPr>
                        <a:t>8</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r>
              <a:tr h="320175">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 Low-Cost International Payments</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Slow with high, opaque fees.</a:t>
                      </a:r>
                      <a:r>
                        <a:rPr baseline="30000" lang="en-US" sz="600">
                          <a:solidFill>
                            <a:srgbClr val="575B5F"/>
                          </a:solidFill>
                          <a:latin typeface="Google Sans Text"/>
                          <a:ea typeface="Google Sans Text"/>
                          <a:cs typeface="Google Sans Text"/>
                          <a:sym typeface="Google Sans Text"/>
                        </a:rPr>
                        <a:t>9</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Slow with high, opaque fees.</a:t>
                      </a:r>
                      <a:r>
                        <a:rPr baseline="30000" lang="en-US" sz="600">
                          <a:solidFill>
                            <a:srgbClr val="575B5F"/>
                          </a:solidFill>
                          <a:latin typeface="Google Sans Text"/>
                          <a:ea typeface="Google Sans Text"/>
                          <a:cs typeface="Google Sans Text"/>
                          <a:sym typeface="Google Sans Text"/>
                        </a:rPr>
                        <a:t>9</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Slow with high, opaque fees.</a:t>
                      </a:r>
                      <a:r>
                        <a:rPr baseline="30000" lang="en-US" sz="600">
                          <a:solidFill>
                            <a:srgbClr val="575B5F"/>
                          </a:solidFill>
                          <a:latin typeface="Google Sans Text"/>
                          <a:ea typeface="Google Sans Text"/>
                          <a:cs typeface="Google Sans Text"/>
                          <a:sym typeface="Google Sans Text"/>
                        </a:rPr>
                        <a:t>9</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Partnership with Wise is a key selling point.</a:t>
                      </a:r>
                      <a:r>
                        <a:rPr baseline="30000" lang="en-US" sz="600">
                          <a:solidFill>
                            <a:srgbClr val="575B5F"/>
                          </a:solidFill>
                          <a:latin typeface="Google Sans Text"/>
                          <a:ea typeface="Google Sans Text"/>
                          <a:cs typeface="Google Sans Text"/>
                          <a:sym typeface="Google Sans Text"/>
                        </a:rPr>
                        <a:t>4</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Good:</a:t>
                      </a:r>
                      <a:r>
                        <a:rPr lang="en-US" sz="500">
                          <a:solidFill>
                            <a:srgbClr val="1B1C1D"/>
                          </a:solidFill>
                          <a:latin typeface="Google Sans Text"/>
                          <a:ea typeface="Google Sans Text"/>
                          <a:cs typeface="Google Sans Text"/>
                          <a:sym typeface="Google Sans Text"/>
                        </a:rPr>
                        <a:t> Supports SWIFT transfers in 25+ currencies.</a:t>
                      </a:r>
                      <a:r>
                        <a:rPr baseline="30000" lang="en-US" sz="600">
                          <a:solidFill>
                            <a:srgbClr val="575B5F"/>
                          </a:solidFill>
                          <a:latin typeface="Google Sans Text"/>
                          <a:ea typeface="Google Sans Text"/>
                          <a:cs typeface="Google Sans Text"/>
                          <a:sym typeface="Google Sans Text"/>
                        </a:rPr>
                        <a:t>5</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Good:</a:t>
                      </a:r>
                      <a:r>
                        <a:rPr lang="en-US" sz="500">
                          <a:solidFill>
                            <a:srgbClr val="1B1C1D"/>
                          </a:solidFill>
                          <a:latin typeface="Google Sans Text"/>
                          <a:ea typeface="Google Sans Text"/>
                          <a:cs typeface="Google Sans Text"/>
                          <a:sym typeface="Google Sans Text"/>
                        </a:rPr>
                        <a:t> Supports payments to 150+ countries.</a:t>
                      </a:r>
                      <a:r>
                        <a:rPr baseline="30000" lang="en-US" sz="600">
                          <a:solidFill>
                            <a:srgbClr val="575B5F"/>
                          </a:solidFill>
                          <a:latin typeface="Google Sans Text"/>
                          <a:ea typeface="Google Sans Text"/>
                          <a:cs typeface="Google Sans Text"/>
                          <a:sym typeface="Google Sans Text"/>
                        </a:rPr>
                        <a:t>6</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A core strength with 35+ currencies at interbank rates.</a:t>
                      </a:r>
                      <a:r>
                        <a:rPr baseline="30000" lang="en-US" sz="600">
                          <a:solidFill>
                            <a:srgbClr val="575B5F"/>
                          </a:solidFill>
                          <a:latin typeface="Google Sans Text"/>
                          <a:ea typeface="Google Sans Text"/>
                          <a:cs typeface="Google Sans Text"/>
                          <a:sym typeface="Google Sans Text"/>
                        </a:rPr>
                        <a:t>7</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N/A</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r>
              <a:tr h="320175">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 Access to Financing &amp; Credit</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Comprehensive offering, including Venture Debt.</a:t>
                      </a:r>
                      <a:r>
                        <a:rPr baseline="30000" lang="en-US" sz="600">
                          <a:solidFill>
                            <a:srgbClr val="575B5F"/>
                          </a:solidFill>
                          <a:latin typeface="Google Sans Text"/>
                          <a:ea typeface="Google Sans Text"/>
                          <a:cs typeface="Google Sans Text"/>
                          <a:sym typeface="Google Sans Text"/>
                        </a:rPr>
                        <a:t>1</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Comprehensive offering, including Venture Debt.</a:t>
                      </a:r>
                      <a:r>
                        <a:rPr baseline="30000" lang="en-US" sz="600">
                          <a:solidFill>
                            <a:srgbClr val="575B5F"/>
                          </a:solidFill>
                          <a:latin typeface="Google Sans Text"/>
                          <a:ea typeface="Google Sans Text"/>
                          <a:cs typeface="Google Sans Text"/>
                          <a:sym typeface="Google Sans Text"/>
                        </a:rPr>
                        <a:t>2</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Comprehensive offering, including equity investing.</a:t>
                      </a:r>
                      <a:r>
                        <a:rPr baseline="30000" lang="en-US" sz="600">
                          <a:solidFill>
                            <a:srgbClr val="575B5F"/>
                          </a:solidFill>
                          <a:latin typeface="Google Sans Text"/>
                          <a:ea typeface="Google Sans Text"/>
                          <a:cs typeface="Google Sans Text"/>
                          <a:sym typeface="Google Sans Text"/>
                        </a:rPr>
                        <a:t>3</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Very limited; no credit cards or long-term products.</a:t>
                      </a:r>
                      <a:r>
                        <a:rPr baseline="30000" lang="en-US" sz="600">
                          <a:solidFill>
                            <a:srgbClr val="575B5F"/>
                          </a:solidFill>
                          <a:latin typeface="Google Sans Text"/>
                          <a:ea typeface="Google Sans Text"/>
                          <a:cs typeface="Google Sans Text"/>
                          <a:sym typeface="Google Sans Text"/>
                        </a:rPr>
                        <a:t>4</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Limited "Pay Later" and partner loans after 6 months.</a:t>
                      </a:r>
                      <a:r>
                        <a:rPr baseline="30000" lang="en-US" sz="600">
                          <a:solidFill>
                            <a:srgbClr val="575B5F"/>
                          </a:solidFill>
                          <a:latin typeface="Google Sans Text"/>
                          <a:ea typeface="Google Sans Text"/>
                          <a:cs typeface="Google Sans Text"/>
                          <a:sym typeface="Google Sans Text"/>
                        </a:rPr>
                        <a:t>5</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Critical Failure:</a:t>
                      </a:r>
                      <a:r>
                        <a:rPr lang="en-US" sz="500">
                          <a:solidFill>
                            <a:srgbClr val="1B1C1D"/>
                          </a:solidFill>
                          <a:latin typeface="Google Sans Text"/>
                          <a:ea typeface="Google Sans Text"/>
                          <a:cs typeface="Google Sans Text"/>
                          <a:sym typeface="Google Sans Text"/>
                        </a:rPr>
                        <a:t> No credit or financing products mentioned.</a:t>
                      </a:r>
                      <a:r>
                        <a:rPr baseline="30000" lang="en-US" sz="600">
                          <a:solidFill>
                            <a:srgbClr val="575B5F"/>
                          </a:solidFill>
                          <a:latin typeface="Google Sans Text"/>
                          <a:ea typeface="Google Sans Text"/>
                          <a:cs typeface="Google Sans Text"/>
                          <a:sym typeface="Google Sans Text"/>
                        </a:rPr>
                        <a:t>6</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Critical Failure:</a:t>
                      </a:r>
                      <a:r>
                        <a:rPr lang="en-US" sz="500">
                          <a:solidFill>
                            <a:srgbClr val="1B1C1D"/>
                          </a:solidFill>
                          <a:latin typeface="Google Sans Text"/>
                          <a:ea typeface="Google Sans Text"/>
                          <a:cs typeface="Google Sans Text"/>
                          <a:sym typeface="Google Sans Text"/>
                        </a:rPr>
                        <a:t> Explicitly does not offer credit, loans, or overdrafts.</a:t>
                      </a:r>
                      <a:r>
                        <a:rPr baseline="30000" lang="en-US" sz="600">
                          <a:solidFill>
                            <a:srgbClr val="575B5F"/>
                          </a:solidFill>
                          <a:latin typeface="Google Sans Text"/>
                          <a:ea typeface="Google Sans Text"/>
                          <a:cs typeface="Google Sans Text"/>
                          <a:sym typeface="Google Sans Text"/>
                        </a:rPr>
                        <a:t>7</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Critical Failure:</a:t>
                      </a:r>
                      <a:r>
                        <a:rPr lang="en-US" sz="500">
                          <a:solidFill>
                            <a:srgbClr val="1B1C1D"/>
                          </a:solidFill>
                          <a:latin typeface="Google Sans Text"/>
                          <a:ea typeface="Google Sans Text"/>
                          <a:cs typeface="Google Sans Text"/>
                          <a:sym typeface="Google Sans Text"/>
                        </a:rPr>
                        <a:t> No credit or financing products mentioned.</a:t>
                      </a:r>
                      <a:r>
                        <a:rPr baseline="30000" lang="en-US" sz="600">
                          <a:solidFill>
                            <a:srgbClr val="575B5F"/>
                          </a:solidFill>
                          <a:latin typeface="Google Sans Text"/>
                          <a:ea typeface="Google Sans Text"/>
                          <a:cs typeface="Google Sans Text"/>
                          <a:sym typeface="Google Sans Text"/>
                        </a:rPr>
                        <a:t>8</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320175">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 Team Expense Management</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Offers corporate cards but lacks advanced controls.</a:t>
                      </a:r>
                      <a:r>
                        <a:rPr baseline="30000" lang="en-US" sz="600">
                          <a:solidFill>
                            <a:srgbClr val="575B5F"/>
                          </a:solidFill>
                          <a:latin typeface="Google Sans Text"/>
                          <a:ea typeface="Google Sans Text"/>
                          <a:cs typeface="Google Sans Text"/>
                          <a:sym typeface="Google Sans Text"/>
                        </a:rPr>
                        <a:t>1</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Offers corporate cards but lacks advanced controls.</a:t>
                      </a:r>
                      <a:r>
                        <a:rPr baseline="30000" lang="en-US" sz="600">
                          <a:solidFill>
                            <a:srgbClr val="575B5F"/>
                          </a:solidFill>
                          <a:latin typeface="Google Sans Text"/>
                          <a:ea typeface="Google Sans Text"/>
                          <a:cs typeface="Google Sans Text"/>
                          <a:sym typeface="Google Sans Text"/>
                        </a:rPr>
                        <a:t>2</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Offers corporate cards but lacks advanced controls.</a:t>
                      </a:r>
                      <a:r>
                        <a:rPr baseline="30000" lang="en-US" sz="600">
                          <a:solidFill>
                            <a:srgbClr val="575B5F"/>
                          </a:solidFill>
                          <a:latin typeface="Google Sans Text"/>
                          <a:ea typeface="Google Sans Text"/>
                          <a:cs typeface="Google Sans Text"/>
                          <a:sym typeface="Google Sans Text"/>
                        </a:rPr>
                        <a:t>3</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"Shared Spaces" is useful but less focused on team cards.</a:t>
                      </a:r>
                      <a:r>
                        <a:rPr baseline="30000" lang="en-US" sz="600">
                          <a:solidFill>
                            <a:srgbClr val="575B5F"/>
                          </a:solidFill>
                          <a:latin typeface="Google Sans Text"/>
                          <a:ea typeface="Google Sans Text"/>
                          <a:cs typeface="Google Sans Text"/>
                          <a:sym typeface="Google Sans Text"/>
                        </a:rPr>
                        <a:t>4</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A key strength with comprehensive controls.</a:t>
                      </a:r>
                      <a:r>
                        <a:rPr baseline="30000" lang="en-US" sz="600">
                          <a:solidFill>
                            <a:srgbClr val="575B5F"/>
                          </a:solidFill>
                          <a:latin typeface="Google Sans Text"/>
                          <a:ea typeface="Google Sans Text"/>
                          <a:cs typeface="Google Sans Text"/>
                          <a:sym typeface="Google Sans Text"/>
                        </a:rPr>
                        <a:t>5</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Offered in paid plans with multi-user access.</a:t>
                      </a:r>
                      <a:r>
                        <a:rPr baseline="30000" lang="en-US" sz="600">
                          <a:solidFill>
                            <a:srgbClr val="575B5F"/>
                          </a:solidFill>
                          <a:latin typeface="Google Sans Text"/>
                          <a:ea typeface="Google Sans Text"/>
                          <a:cs typeface="Google Sans Text"/>
                          <a:sym typeface="Google Sans Text"/>
                        </a:rPr>
                        <a:t>6</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A key strength with custom spend controls.</a:t>
                      </a:r>
                      <a:r>
                        <a:rPr baseline="30000" lang="en-US" sz="600">
                          <a:solidFill>
                            <a:srgbClr val="575B5F"/>
                          </a:solidFill>
                          <a:latin typeface="Google Sans Text"/>
                          <a:ea typeface="Google Sans Text"/>
                          <a:cs typeface="Google Sans Text"/>
                          <a:sym typeface="Google Sans Text"/>
                        </a:rPr>
                        <a:t>7</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N/A</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320175">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 Specialized Advisory &amp; Support</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Strong, with units like BBVA Spark and CIB.</a:t>
                      </a:r>
                      <a:r>
                        <a:rPr baseline="30000" lang="en-US" sz="600">
                          <a:solidFill>
                            <a:srgbClr val="575B5F"/>
                          </a:solidFill>
                          <a:latin typeface="Google Sans Text"/>
                          <a:ea typeface="Google Sans Text"/>
                          <a:cs typeface="Google Sans Text"/>
                          <a:sym typeface="Google Sans Text"/>
                        </a:rPr>
                        <a:t>1</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Strong, with units like "Santander Startups".</a:t>
                      </a:r>
                      <a:r>
                        <a:rPr baseline="30000" lang="en-US" sz="600">
                          <a:solidFill>
                            <a:srgbClr val="575B5F"/>
                          </a:solidFill>
                          <a:latin typeface="Google Sans Text"/>
                          <a:ea typeface="Google Sans Text"/>
                          <a:cs typeface="Google Sans Text"/>
                          <a:sym typeface="Google Sans Text"/>
                        </a:rPr>
                        <a:t>2</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Core value prop with BStartup and industry hubs.</a:t>
                      </a:r>
                      <a:r>
                        <a:rPr baseline="30000" lang="en-US" sz="600">
                          <a:solidFill>
                            <a:srgbClr val="575B5F"/>
                          </a:solidFill>
                          <a:latin typeface="Google Sans Text"/>
                          <a:ea typeface="Google Sans Text"/>
                          <a:cs typeface="Google Sans Text"/>
                          <a:sym typeface="Google Sans Text"/>
                        </a:rPr>
                        <a:t>3</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Almost entirely absent; focus is on scalable tech.</a:t>
                      </a:r>
                      <a:r>
                        <a:rPr baseline="30000" lang="en-US" sz="600">
                          <a:solidFill>
                            <a:srgbClr val="575B5F"/>
                          </a:solidFill>
                          <a:latin typeface="Google Sans Text"/>
                          <a:ea typeface="Google Sans Text"/>
                          <a:cs typeface="Google Sans Text"/>
                          <a:sym typeface="Google Sans Text"/>
                        </a:rPr>
                        <a:t>4</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Almost entirely absent; focus is on scalable tech.</a:t>
                      </a:r>
                      <a:r>
                        <a:rPr baseline="30000" lang="en-US" sz="600">
                          <a:solidFill>
                            <a:srgbClr val="575B5F"/>
                          </a:solidFill>
                          <a:latin typeface="Google Sans Text"/>
                          <a:ea typeface="Google Sans Text"/>
                          <a:cs typeface="Google Sans Text"/>
                          <a:sym typeface="Google Sans Text"/>
                        </a:rPr>
                        <a:t>5</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Almost entirely absent; focus is on scalable tech.</a:t>
                      </a:r>
                      <a:r>
                        <a:rPr baseline="30000" lang="en-US" sz="600">
                          <a:solidFill>
                            <a:srgbClr val="575B5F"/>
                          </a:solidFill>
                          <a:latin typeface="Google Sans Text"/>
                          <a:ea typeface="Google Sans Text"/>
                          <a:cs typeface="Google Sans Text"/>
                          <a:sym typeface="Google Sans Text"/>
                        </a:rPr>
                        <a:t>6</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Almost entirely absent; focus is on scalable tech.</a:t>
                      </a:r>
                      <a:r>
                        <a:rPr baseline="30000" lang="en-US" sz="600">
                          <a:solidFill>
                            <a:srgbClr val="575B5F"/>
                          </a:solidFill>
                          <a:latin typeface="Google Sans Text"/>
                          <a:ea typeface="Google Sans Text"/>
                          <a:cs typeface="Google Sans Text"/>
                          <a:sym typeface="Google Sans Text"/>
                        </a:rPr>
                        <a:t>7</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Almost entirely absent; focus is on scalable tech.</a:t>
                      </a:r>
                      <a:r>
                        <a:rPr baseline="30000" lang="en-US" sz="600">
                          <a:solidFill>
                            <a:srgbClr val="575B5F"/>
                          </a:solidFill>
                          <a:latin typeface="Google Sans Text"/>
                          <a:ea typeface="Google Sans Text"/>
                          <a:cs typeface="Google Sans Text"/>
                          <a:sym typeface="Google Sans Text"/>
                        </a:rPr>
                        <a:t>8</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r h="273100">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 Human Support in a Crisis</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Consistently described as "ineffective" and "abysmal".</a:t>
                      </a:r>
                      <a:r>
                        <a:rPr baseline="30000" lang="en-US" sz="600">
                          <a:solidFill>
                            <a:srgbClr val="575B5F"/>
                          </a:solidFill>
                          <a:latin typeface="Google Sans Text"/>
                          <a:ea typeface="Google Sans Text"/>
                          <a:cs typeface="Google Sans Text"/>
                          <a:sym typeface="Google Sans Text"/>
                        </a:rPr>
                        <a:t>1</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Consistently described as "inconsistent" and "unhelpful".</a:t>
                      </a:r>
                      <a:r>
                        <a:rPr baseline="30000" lang="en-US" sz="600">
                          <a:solidFill>
                            <a:srgbClr val="575B5F"/>
                          </a:solidFill>
                          <a:latin typeface="Google Sans Text"/>
                          <a:ea typeface="Google Sans Text"/>
                          <a:cs typeface="Google Sans Text"/>
                          <a:sym typeface="Google Sans Text"/>
                        </a:rPr>
                        <a:t>2</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Described as "terrible" and "embarrassing".</a:t>
                      </a:r>
                      <a:r>
                        <a:rPr baseline="30000" lang="en-US" sz="600">
                          <a:solidFill>
                            <a:srgbClr val="575B5F"/>
                          </a:solidFill>
                          <a:latin typeface="Google Sans Text"/>
                          <a:ea typeface="Google Sans Text"/>
                          <a:cs typeface="Google Sans Text"/>
                          <a:sym typeface="Google Sans Text"/>
                        </a:rPr>
                        <a:t>3</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Critical Failure:</a:t>
                      </a:r>
                      <a:r>
                        <a:rPr lang="en-US" sz="500">
                          <a:solidFill>
                            <a:srgbClr val="1B1C1D"/>
                          </a:solidFill>
                          <a:latin typeface="Google Sans Text"/>
                          <a:ea typeface="Google Sans Text"/>
                          <a:cs typeface="Google Sans Text"/>
                          <a:sym typeface="Google Sans Text"/>
                        </a:rPr>
                        <a:t> "Brick wall of unhelpful customer service".</a:t>
                      </a:r>
                      <a:r>
                        <a:rPr baseline="30000" lang="en-US" sz="600">
                          <a:solidFill>
                            <a:srgbClr val="575B5F"/>
                          </a:solidFill>
                          <a:latin typeface="Google Sans Text"/>
                          <a:ea typeface="Google Sans Text"/>
                          <a:cs typeface="Google Sans Text"/>
                          <a:sym typeface="Google Sans Text"/>
                        </a:rPr>
                        <a:t>4</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Critical Failure:</a:t>
                      </a:r>
                      <a:r>
                        <a:rPr lang="en-US" sz="500">
                          <a:solidFill>
                            <a:srgbClr val="1B1C1D"/>
                          </a:solidFill>
                          <a:latin typeface="Google Sans Text"/>
                          <a:ea typeface="Google Sans Text"/>
                          <a:cs typeface="Google Sans Text"/>
                          <a:sym typeface="Google Sans Text"/>
                        </a:rPr>
                        <a:t> "Nonexistent technical support" in crises.</a:t>
                      </a:r>
                      <a:r>
                        <a:rPr baseline="30000" lang="en-US" sz="600">
                          <a:solidFill>
                            <a:srgbClr val="575B5F"/>
                          </a:solidFill>
                          <a:latin typeface="Google Sans Text"/>
                          <a:ea typeface="Google Sans Text"/>
                          <a:cs typeface="Google Sans Text"/>
                          <a:sym typeface="Google Sans Text"/>
                        </a:rPr>
                        <a:t>5</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Good for routine issues, but fails in high-stakes crises.</a:t>
                      </a:r>
                      <a:r>
                        <a:rPr baseline="30000" lang="en-US" sz="600">
                          <a:solidFill>
                            <a:srgbClr val="575B5F"/>
                          </a:solidFill>
                          <a:latin typeface="Google Sans Text"/>
                          <a:ea typeface="Google Sans Text"/>
                          <a:cs typeface="Google Sans Text"/>
                          <a:sym typeface="Google Sans Text"/>
                        </a:rPr>
                        <a:t>6</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Critical Failure:</a:t>
                      </a:r>
                      <a:r>
                        <a:rPr lang="en-US" sz="500">
                          <a:solidFill>
                            <a:srgbClr val="1B1C1D"/>
                          </a:solidFill>
                          <a:latin typeface="Google Sans Text"/>
                          <a:ea typeface="Google Sans Text"/>
                          <a:cs typeface="Google Sans Text"/>
                          <a:sym typeface="Google Sans Text"/>
                        </a:rPr>
                        <a:t> Its "weakest point"; "non-existent" and "frustrating".</a:t>
                      </a:r>
                      <a:r>
                        <a:rPr baseline="30000" lang="en-US" sz="600">
                          <a:solidFill>
                            <a:srgbClr val="575B5F"/>
                          </a:solidFill>
                          <a:latin typeface="Google Sans Text"/>
                          <a:ea typeface="Google Sans Text"/>
                          <a:cs typeface="Google Sans Text"/>
                          <a:sym typeface="Google Sans Text"/>
                        </a:rPr>
                        <a:t>7</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Critical Failure:</a:t>
                      </a:r>
                      <a:r>
                        <a:rPr lang="en-US" sz="500">
                          <a:solidFill>
                            <a:srgbClr val="1B1C1D"/>
                          </a:solidFill>
                          <a:latin typeface="Google Sans Text"/>
                          <a:ea typeface="Google Sans Text"/>
                          <a:cs typeface="Google Sans Text"/>
                          <a:sym typeface="Google Sans Text"/>
                        </a:rPr>
                        <a:t> "Unreturned calls," "hanging up on customers".</a:t>
                      </a:r>
                      <a:r>
                        <a:rPr baseline="30000" lang="en-US" sz="600">
                          <a:solidFill>
                            <a:srgbClr val="575B5F"/>
                          </a:solidFill>
                          <a:latin typeface="Google Sans Text"/>
                          <a:ea typeface="Google Sans Text"/>
                          <a:cs typeface="Google Sans Text"/>
                          <a:sym typeface="Google Sans Text"/>
                        </a:rPr>
                        <a:t>8</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r>
              <a:tr h="273025">
                <a:tc>
                  <a:txBody>
                    <a:bodyPr/>
                    <a:lstStyle/>
                    <a:p>
                      <a:pPr indent="0" lvl="0" marL="0" rtl="0" algn="l">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                 Fee Transparency</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Notorious for "opaque" and "abusive" fees.</a:t>
                      </a:r>
                      <a:r>
                        <a:rPr baseline="30000" lang="en-US" sz="600">
                          <a:solidFill>
                            <a:srgbClr val="575B5F"/>
                          </a:solidFill>
                          <a:latin typeface="Google Sans Text"/>
                          <a:ea typeface="Google Sans Text"/>
                          <a:cs typeface="Google Sans Text"/>
                          <a:sym typeface="Google Sans Text"/>
                        </a:rPr>
                        <a:t>1</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Notorious for "opaque" and "abusive" fees.</a:t>
                      </a:r>
                      <a:r>
                        <a:rPr baseline="30000" lang="en-US" sz="600">
                          <a:solidFill>
                            <a:srgbClr val="575B5F"/>
                          </a:solidFill>
                          <a:latin typeface="Google Sans Text"/>
                          <a:ea typeface="Google Sans Text"/>
                          <a:cs typeface="Google Sans Text"/>
                          <a:sym typeface="Google Sans Text"/>
                        </a:rPr>
                        <a:t>2</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Notorious for "opaque" and "abusive" fees.</a:t>
                      </a:r>
                      <a:r>
                        <a:rPr baseline="30000" lang="en-US" sz="600">
                          <a:solidFill>
                            <a:srgbClr val="575B5F"/>
                          </a:solidFill>
                          <a:latin typeface="Google Sans Text"/>
                          <a:ea typeface="Google Sans Text"/>
                          <a:cs typeface="Google Sans Text"/>
                          <a:sym typeface="Google Sans Text"/>
                        </a:rPr>
                        <a:t>3</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Good:</a:t>
                      </a:r>
                      <a:r>
                        <a:rPr lang="en-US" sz="500">
                          <a:solidFill>
                            <a:srgbClr val="1B1C1D"/>
                          </a:solidFill>
                          <a:latin typeface="Google Sans Text"/>
                          <a:ea typeface="Google Sans Text"/>
                          <a:cs typeface="Google Sans Text"/>
                          <a:sym typeface="Google Sans Text"/>
                        </a:rPr>
                        <a:t> Core value prop is the "no-hidden-fees" model.</a:t>
                      </a:r>
                      <a:r>
                        <a:rPr baseline="30000" lang="en-US" sz="600">
                          <a:solidFill>
                            <a:srgbClr val="575B5F"/>
                          </a:solidFill>
                          <a:latin typeface="Google Sans Text"/>
                          <a:ea typeface="Google Sans Text"/>
                          <a:cs typeface="Google Sans Text"/>
                          <a:sym typeface="Google Sans Text"/>
                        </a:rPr>
                        <a:t>4</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Generally transparent, but some users feel it's expensive.</a:t>
                      </a:r>
                      <a:r>
                        <a:rPr baseline="30000" lang="en-US" sz="600">
                          <a:solidFill>
                            <a:srgbClr val="575B5F"/>
                          </a:solidFill>
                          <a:latin typeface="Google Sans Text"/>
                          <a:ea typeface="Google Sans Text"/>
                          <a:cs typeface="Google Sans Text"/>
                          <a:sym typeface="Google Sans Text"/>
                        </a:rPr>
                        <a:t>5</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Good:</a:t>
                      </a:r>
                      <a:r>
                        <a:rPr lang="en-US" sz="500">
                          <a:solidFill>
                            <a:srgbClr val="1B1C1D"/>
                          </a:solidFill>
                          <a:latin typeface="Google Sans Text"/>
                          <a:ea typeface="Google Sans Text"/>
                          <a:cs typeface="Google Sans Text"/>
                          <a:sym typeface="Google Sans Text"/>
                        </a:rPr>
                        <a:t> Strong value with the free plan; fees are generally clear.</a:t>
                      </a:r>
                      <a:r>
                        <a:rPr baseline="30000" lang="en-US" sz="600">
                          <a:solidFill>
                            <a:srgbClr val="575B5F"/>
                          </a:solidFill>
                          <a:latin typeface="Google Sans Text"/>
                          <a:ea typeface="Google Sans Text"/>
                          <a:cs typeface="Google Sans Text"/>
                          <a:sym typeface="Google Sans Text"/>
                        </a:rPr>
                        <a:t>6</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Undermined by "hidden costs" like weekend FX fees.</a:t>
                      </a:r>
                      <a:r>
                        <a:rPr baseline="30000" lang="en-US" sz="600">
                          <a:solidFill>
                            <a:srgbClr val="575B5F"/>
                          </a:solidFill>
                          <a:latin typeface="Google Sans Text"/>
                          <a:ea typeface="Google Sans Text"/>
                          <a:cs typeface="Google Sans Text"/>
                          <a:sym typeface="Google Sans Text"/>
                        </a:rPr>
                        <a:t>7</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Excellent:</a:t>
                      </a:r>
                      <a:r>
                        <a:rPr lang="en-US" sz="500">
                          <a:solidFill>
                            <a:srgbClr val="1B1C1D"/>
                          </a:solidFill>
                          <a:latin typeface="Google Sans Text"/>
                          <a:ea typeface="Google Sans Text"/>
                          <a:cs typeface="Google Sans Text"/>
                          <a:sym typeface="Google Sans Text"/>
                        </a:rPr>
                        <a:t> A core strength; "no hidden fees" is a primary driver.</a:t>
                      </a:r>
                      <a:r>
                        <a:rPr baseline="30000" lang="en-US" sz="600">
                          <a:solidFill>
                            <a:srgbClr val="575B5F"/>
                          </a:solidFill>
                          <a:latin typeface="Google Sans Text"/>
                          <a:ea typeface="Google Sans Text"/>
                          <a:cs typeface="Google Sans Text"/>
                          <a:sym typeface="Google Sans Text"/>
                        </a:rPr>
                        <a:t>8</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r>
              <a:tr h="273100">
                <a:tc>
                  <a:txBody>
                    <a:bodyPr/>
                    <a:lstStyle/>
                    <a:p>
                      <a:pPr indent="0" lvl="0" marL="0" rtl="0" algn="ctr">
                        <a:lnSpc>
                          <a:spcPct val="115000"/>
                        </a:lnSpc>
                        <a:spcBef>
                          <a:spcPts val="600"/>
                        </a:spcBef>
                        <a:spcAft>
                          <a:spcPts val="600"/>
                        </a:spcAft>
                        <a:buNone/>
                      </a:pPr>
                      <a:r>
                        <a:rPr b="1" lang="en-US" sz="500">
                          <a:solidFill>
                            <a:srgbClr val="1B1C1D"/>
                          </a:solidFill>
                          <a:latin typeface="Google Sans Text"/>
                          <a:ea typeface="Google Sans Text"/>
                          <a:cs typeface="Google Sans Text"/>
                          <a:sym typeface="Google Sans Text"/>
                        </a:rPr>
                        <a:t>🙏 Peace of Mind &amp; Trust</a:t>
                      </a:r>
                      <a:endParaRPr b="1" sz="500">
                        <a:solidFill>
                          <a:srgbClr val="1B1C1D"/>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Trusted for stability, but not to be fair or helpful.</a:t>
                      </a:r>
                      <a:r>
                        <a:rPr baseline="30000" lang="en-US" sz="600">
                          <a:solidFill>
                            <a:srgbClr val="575B5F"/>
                          </a:solidFill>
                          <a:latin typeface="Google Sans Text"/>
                          <a:ea typeface="Google Sans Text"/>
                          <a:cs typeface="Google Sans Text"/>
                          <a:sym typeface="Google Sans Text"/>
                        </a:rPr>
                        <a:t>9</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Trusted for stability, but not to be fair or helpful.</a:t>
                      </a:r>
                      <a:r>
                        <a:rPr baseline="30000" lang="en-US" sz="600">
                          <a:solidFill>
                            <a:srgbClr val="575B5F"/>
                          </a:solidFill>
                          <a:latin typeface="Google Sans Text"/>
                          <a:ea typeface="Google Sans Text"/>
                          <a:cs typeface="Google Sans Text"/>
                          <a:sym typeface="Google Sans Text"/>
                        </a:rPr>
                        <a:t>9</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Fair:</a:t>
                      </a:r>
                      <a:r>
                        <a:rPr lang="en-US" sz="500">
                          <a:solidFill>
                            <a:srgbClr val="1B1C1D"/>
                          </a:solidFill>
                          <a:latin typeface="Google Sans Text"/>
                          <a:ea typeface="Google Sans Text"/>
                          <a:cs typeface="Google Sans Text"/>
                          <a:sym typeface="Google Sans Text"/>
                        </a:rPr>
                        <a:t> Trusted for stability, but not to be fair or helpful.</a:t>
                      </a:r>
                      <a:r>
                        <a:rPr baseline="30000" lang="en-US" sz="600">
                          <a:solidFill>
                            <a:srgbClr val="575B5F"/>
                          </a:solidFill>
                          <a:latin typeface="Google Sans Text"/>
                          <a:ea typeface="Google Sans Text"/>
                          <a:cs typeface="Google Sans Text"/>
                          <a:sym typeface="Google Sans Text"/>
                        </a:rPr>
                        <a:t>9</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Deeply eroded by account blocking issues.</a:t>
                      </a:r>
                      <a:r>
                        <a:rPr baseline="30000" lang="en-US" sz="600">
                          <a:solidFill>
                            <a:srgbClr val="575B5F"/>
                          </a:solidFill>
                          <a:latin typeface="Google Sans Text"/>
                          <a:ea typeface="Google Sans Text"/>
                          <a:cs typeface="Google Sans Text"/>
                          <a:sym typeface="Google Sans Text"/>
                        </a:rPr>
                        <a:t>4</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Severely damaged by account freezes and support failures.</a:t>
                      </a:r>
                      <a:r>
                        <a:rPr baseline="30000" lang="en-US" sz="600">
                          <a:solidFill>
                            <a:srgbClr val="575B5F"/>
                          </a:solidFill>
                          <a:latin typeface="Google Sans Text"/>
                          <a:ea typeface="Google Sans Text"/>
                          <a:cs typeface="Google Sans Text"/>
                          <a:sym typeface="Google Sans Text"/>
                        </a:rPr>
                        <a:t>5</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Damaged by account blocking and inconsistent crisis support.</a:t>
                      </a:r>
                      <a:r>
                        <a:rPr baseline="30000" lang="en-US" sz="600">
                          <a:solidFill>
                            <a:srgbClr val="575B5F"/>
                          </a:solidFill>
                          <a:latin typeface="Google Sans Text"/>
                          <a:ea typeface="Google Sans Text"/>
                          <a:cs typeface="Google Sans Text"/>
                          <a:sym typeface="Google Sans Text"/>
                        </a:rPr>
                        <a:t>6</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Poor:</a:t>
                      </a:r>
                      <a:r>
                        <a:rPr lang="en-US" sz="500">
                          <a:solidFill>
                            <a:srgbClr val="1B1C1D"/>
                          </a:solidFill>
                          <a:latin typeface="Google Sans Text"/>
                          <a:ea typeface="Google Sans Text"/>
                          <a:cs typeface="Google Sans Text"/>
                          <a:sym typeface="Google Sans Text"/>
                        </a:rPr>
                        <a:t> Profound "trust deficit" from account freezes.</a:t>
                      </a:r>
                      <a:r>
                        <a:rPr baseline="30000" lang="en-US" sz="600">
                          <a:solidFill>
                            <a:srgbClr val="575B5F"/>
                          </a:solidFill>
                          <a:latin typeface="Google Sans Text"/>
                          <a:ea typeface="Google Sans Text"/>
                          <a:cs typeface="Google Sans Text"/>
                          <a:sym typeface="Google Sans Text"/>
                        </a:rPr>
                        <a:t>7</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c>
                  <a:txBody>
                    <a:bodyPr/>
                    <a:lstStyle/>
                    <a:p>
                      <a:pPr indent="0" lvl="0" marL="0" rtl="0" algn="ctr">
                        <a:lnSpc>
                          <a:spcPct val="115000"/>
                        </a:lnSpc>
                        <a:spcBef>
                          <a:spcPts val="0"/>
                        </a:spcBef>
                        <a:spcAft>
                          <a:spcPts val="0"/>
                        </a:spcAft>
                        <a:buNone/>
                      </a:pPr>
                      <a:r>
                        <a:rPr lang="en-US" sz="500">
                          <a:solidFill>
                            <a:srgbClr val="1B1C1D"/>
                          </a:solidFill>
                          <a:latin typeface="Google Sans Text"/>
                          <a:ea typeface="Google Sans Text"/>
                          <a:cs typeface="Google Sans Text"/>
                          <a:sym typeface="Google Sans Text"/>
                        </a:rPr>
                        <a:t>🔴 </a:t>
                      </a:r>
                      <a:r>
                        <a:rPr b="1" lang="en-US" sz="500">
                          <a:solidFill>
                            <a:srgbClr val="1B1C1D"/>
                          </a:solidFill>
                          <a:latin typeface="Google Sans Text"/>
                          <a:ea typeface="Google Sans Text"/>
                          <a:cs typeface="Google Sans Text"/>
                          <a:sym typeface="Google Sans Text"/>
                        </a:rPr>
                        <a:t>Critical Failure:</a:t>
                      </a:r>
                      <a:r>
                        <a:rPr lang="en-US" sz="500">
                          <a:solidFill>
                            <a:srgbClr val="1B1C1D"/>
                          </a:solidFill>
                          <a:latin typeface="Google Sans Text"/>
                          <a:ea typeface="Google Sans Text"/>
                          <a:cs typeface="Google Sans Text"/>
                          <a:sym typeface="Google Sans Text"/>
                        </a:rPr>
                        <a:t> Critically damaged by fund retention issues.</a:t>
                      </a:r>
                      <a:r>
                        <a:rPr baseline="30000" lang="en-US" sz="600">
                          <a:solidFill>
                            <a:srgbClr val="575B5F"/>
                          </a:solidFill>
                          <a:latin typeface="Google Sans Text"/>
                          <a:ea typeface="Google Sans Text"/>
                          <a:cs typeface="Google Sans Text"/>
                          <a:sym typeface="Google Sans Text"/>
                        </a:rPr>
                        <a:t>8</a:t>
                      </a:r>
                      <a:endParaRPr baseline="30000" sz="600">
                        <a:solidFill>
                          <a:srgbClr val="575B5F"/>
                        </a:solidFill>
                        <a:latin typeface="Google Sans Text"/>
                        <a:ea typeface="Google Sans Text"/>
                        <a:cs typeface="Google Sans Text"/>
                        <a:sym typeface="Google Sans Text"/>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F0F0"/>
                    </a:solidFill>
                  </a:tcPr>
                </a:tc>
              </a:tr>
            </a:tbl>
          </a:graphicData>
        </a:graphic>
      </p:graphicFrame>
      <p:sp>
        <p:nvSpPr>
          <p:cNvPr id="4308" name="Google Shape;4308;p350"/>
          <p:cNvSpPr/>
          <p:nvPr/>
        </p:nvSpPr>
        <p:spPr>
          <a:xfrm>
            <a:off x="123606" y="121600"/>
            <a:ext cx="1136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Market &amp; Gaps</a:t>
            </a:r>
            <a:endParaRPr b="1" sz="900">
              <a:solidFill>
                <a:srgbClr val="FFFFFF"/>
              </a:solidFill>
              <a:latin typeface="Poppins"/>
              <a:ea typeface="Poppins"/>
              <a:cs typeface="Poppins"/>
              <a:sym typeface="Poppins"/>
            </a:endParaRPr>
          </a:p>
        </p:txBody>
      </p:sp>
      <p:sp>
        <p:nvSpPr>
          <p:cNvPr id="4309" name="Google Shape;4309;p350"/>
          <p:cNvSpPr/>
          <p:nvPr/>
        </p:nvSpPr>
        <p:spPr>
          <a:xfrm>
            <a:off x="1319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33C"/>
        </a:solidFill>
      </p:bgPr>
    </p:bg>
    <p:spTree>
      <p:nvGrpSpPr>
        <p:cNvPr id="4314" name="Shape 4314"/>
        <p:cNvGrpSpPr/>
        <p:nvPr/>
      </p:nvGrpSpPr>
      <p:grpSpPr>
        <a:xfrm>
          <a:off x="0" y="0"/>
          <a:ext cx="0" cy="0"/>
          <a:chOff x="0" y="0"/>
          <a:chExt cx="0" cy="0"/>
        </a:xfrm>
      </p:grpSpPr>
      <p:sp>
        <p:nvSpPr>
          <p:cNvPr id="4315" name="Google Shape;4315;p351"/>
          <p:cNvSpPr/>
          <p:nvPr/>
        </p:nvSpPr>
        <p:spPr>
          <a:xfrm>
            <a:off x="2044148" y="2014538"/>
            <a:ext cx="5055600" cy="276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B4D3F"/>
              </a:buClr>
              <a:buSzPts val="1400"/>
              <a:buFont typeface="Poppins"/>
              <a:buNone/>
            </a:pPr>
            <a:r>
              <a:rPr b="1" i="0" lang="en-US" sz="1400" u="none" cap="none" strike="noStrike">
                <a:solidFill>
                  <a:srgbClr val="FB4D3F"/>
                </a:solidFill>
                <a:latin typeface="Poppins"/>
                <a:ea typeface="Poppins"/>
                <a:cs typeface="Poppins"/>
                <a:sym typeface="Poppins"/>
              </a:rPr>
              <a:t>SECTION 02</a:t>
            </a:r>
            <a:endParaRPr b="0" i="0" sz="1400" u="none" cap="none" strike="noStrike">
              <a:solidFill>
                <a:schemeClr val="dk1"/>
              </a:solidFill>
              <a:latin typeface="Calibri"/>
              <a:ea typeface="Calibri"/>
              <a:cs typeface="Calibri"/>
              <a:sym typeface="Calibri"/>
            </a:endParaRPr>
          </a:p>
        </p:txBody>
      </p:sp>
      <p:sp>
        <p:nvSpPr>
          <p:cNvPr id="4316" name="Google Shape;4316;p351"/>
          <p:cNvSpPr/>
          <p:nvPr/>
        </p:nvSpPr>
        <p:spPr>
          <a:xfrm>
            <a:off x="2044148" y="2443163"/>
            <a:ext cx="505560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3600"/>
              <a:buFont typeface="Poppins"/>
              <a:buNone/>
            </a:pPr>
            <a:r>
              <a:rPr b="1" i="0" lang="en-US" sz="3600" u="none" cap="none" strike="noStrike">
                <a:solidFill>
                  <a:srgbClr val="FFFFFF"/>
                </a:solidFill>
                <a:latin typeface="Poppins"/>
                <a:ea typeface="Poppins"/>
                <a:cs typeface="Poppins"/>
                <a:sym typeface="Poppins"/>
              </a:rPr>
              <a:t>Competitors &amp; SWOT</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321" name="Shape 4321"/>
        <p:cNvGrpSpPr/>
        <p:nvPr/>
      </p:nvGrpSpPr>
      <p:grpSpPr>
        <a:xfrm>
          <a:off x="0" y="0"/>
          <a:ext cx="0" cy="0"/>
          <a:chOff x="0" y="0"/>
          <a:chExt cx="0" cy="0"/>
        </a:xfrm>
      </p:grpSpPr>
      <p:sp>
        <p:nvSpPr>
          <p:cNvPr id="4322" name="Google Shape;4322;p352"/>
          <p:cNvSpPr/>
          <p:nvPr/>
        </p:nvSpPr>
        <p:spPr>
          <a:xfrm>
            <a:off x="120150" y="402300"/>
            <a:ext cx="8903700" cy="4631700"/>
          </a:xfrm>
          <a:prstGeom prst="roundRect">
            <a:avLst>
              <a:gd fmla="val 3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323" name="Google Shape;4323;p352"/>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4324" name="Google Shape;4324;p352"/>
          <p:cNvSpPr txBox="1"/>
          <p:nvPr/>
        </p:nvSpPr>
        <p:spPr>
          <a:xfrm>
            <a:off x="220000" y="450000"/>
            <a:ext cx="8660100" cy="3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222222"/>
                </a:solidFill>
                <a:latin typeface="Inter Tight"/>
                <a:ea typeface="Inter Tight"/>
                <a:cs typeface="Inter Tight"/>
                <a:sym typeface="Inter Tight"/>
              </a:rPr>
              <a:t>Competitive Landscape: 8 Deep-Dive Players Across 3 Categories</a:t>
            </a:r>
            <a:endParaRPr b="1" sz="1800">
              <a:solidFill>
                <a:srgbClr val="222222"/>
              </a:solidFill>
              <a:latin typeface="Inter Tight"/>
              <a:ea typeface="Inter Tight"/>
              <a:cs typeface="Inter Tight"/>
              <a:sym typeface="Inter Tight"/>
            </a:endParaRPr>
          </a:p>
        </p:txBody>
      </p:sp>
      <p:sp>
        <p:nvSpPr>
          <p:cNvPr id="4325" name="Google Shape;4325;p352"/>
          <p:cNvSpPr txBox="1"/>
          <p:nvPr/>
        </p:nvSpPr>
        <p:spPr>
          <a:xfrm>
            <a:off x="220000" y="1160158"/>
            <a:ext cx="8660100" cy="308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US">
                <a:solidFill>
                  <a:srgbClr val="222222"/>
                </a:solidFill>
                <a:latin typeface="Inter Tight"/>
                <a:ea typeface="Inter Tight"/>
                <a:cs typeface="Inter Tight"/>
                <a:sym typeface="Inter Tight"/>
              </a:rPr>
              <a:t>Neobanks &amp; Fintechs</a:t>
            </a:r>
            <a:endParaRPr b="1">
              <a:solidFill>
                <a:srgbClr val="222222"/>
              </a:solidFill>
              <a:latin typeface="Inter Tight"/>
              <a:ea typeface="Inter Tight"/>
              <a:cs typeface="Inter Tight"/>
              <a:sym typeface="Inter Tight"/>
            </a:endParaRPr>
          </a:p>
        </p:txBody>
      </p:sp>
      <p:sp>
        <p:nvSpPr>
          <p:cNvPr id="4326" name="Google Shape;4326;p352"/>
          <p:cNvSpPr/>
          <p:nvPr/>
        </p:nvSpPr>
        <p:spPr>
          <a:xfrm>
            <a:off x="220000" y="1422000"/>
            <a:ext cx="399900" cy="30000"/>
          </a:xfrm>
          <a:prstGeom prst="rect">
            <a:avLst/>
          </a:prstGeom>
          <a:solidFill>
            <a:srgbClr val="96D4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7" name="Google Shape;4327;p352"/>
          <p:cNvSpPr/>
          <p:nvPr/>
        </p:nvSpPr>
        <p:spPr>
          <a:xfrm>
            <a:off x="220000" y="1521000"/>
            <a:ext cx="1400100" cy="599700"/>
          </a:xfrm>
          <a:prstGeom prst="roundRect">
            <a:avLst>
              <a:gd fmla="val 16667" name="adj"/>
            </a:avLst>
          </a:prstGeom>
          <a:solidFill>
            <a:srgbClr val="FFFFFF"/>
          </a:solidFill>
          <a:ln cap="flat" cmpd="sng" w="101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28" name="Google Shape;4328;p352"/>
          <p:cNvPicPr preferRelativeResize="0"/>
          <p:nvPr/>
        </p:nvPicPr>
        <p:blipFill>
          <a:blip r:embed="rId4">
            <a:alphaModFix/>
          </a:blip>
          <a:stretch>
            <a:fillRect/>
          </a:stretch>
        </p:blipFill>
        <p:spPr>
          <a:xfrm>
            <a:off x="676799" y="1620955"/>
            <a:ext cx="486401" cy="399822"/>
          </a:xfrm>
          <a:prstGeom prst="rect">
            <a:avLst/>
          </a:prstGeom>
          <a:noFill/>
          <a:ln>
            <a:noFill/>
          </a:ln>
        </p:spPr>
      </p:pic>
      <p:sp>
        <p:nvSpPr>
          <p:cNvPr id="4329" name="Google Shape;4329;p352"/>
          <p:cNvSpPr/>
          <p:nvPr/>
        </p:nvSpPr>
        <p:spPr>
          <a:xfrm>
            <a:off x="496250" y="2031733"/>
            <a:ext cx="847500" cy="159600"/>
          </a:xfrm>
          <a:prstGeom prst="roundRect">
            <a:avLst>
              <a:gd fmla="val 16667" name="adj"/>
            </a:avLst>
          </a:prstGeom>
          <a:solidFill>
            <a:srgbClr val="E8EB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FE4F40"/>
                </a:solidFill>
                <a:latin typeface="Inter Tight"/>
                <a:ea typeface="Inter Tight"/>
                <a:cs typeface="Inter Tight"/>
                <a:sym typeface="Inter Tight"/>
              </a:rPr>
              <a:t>deep dive</a:t>
            </a:r>
            <a:endParaRPr b="1" sz="700">
              <a:solidFill>
                <a:srgbClr val="FE4F40"/>
              </a:solidFill>
              <a:latin typeface="Inter Tight"/>
              <a:ea typeface="Inter Tight"/>
              <a:cs typeface="Inter Tight"/>
              <a:sym typeface="Inter Tight"/>
            </a:endParaRPr>
          </a:p>
        </p:txBody>
      </p:sp>
      <p:sp>
        <p:nvSpPr>
          <p:cNvPr id="4330" name="Google Shape;4330;p352"/>
          <p:cNvSpPr/>
          <p:nvPr/>
        </p:nvSpPr>
        <p:spPr>
          <a:xfrm>
            <a:off x="1690000" y="1521000"/>
            <a:ext cx="1400100" cy="599700"/>
          </a:xfrm>
          <a:prstGeom prst="roundRect">
            <a:avLst>
              <a:gd fmla="val 16667" name="adj"/>
            </a:avLst>
          </a:prstGeom>
          <a:solidFill>
            <a:srgbClr val="FFFFFF"/>
          </a:solidFill>
          <a:ln cap="flat" cmpd="sng" w="101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31" name="Google Shape;4331;p352"/>
          <p:cNvPicPr preferRelativeResize="0"/>
          <p:nvPr/>
        </p:nvPicPr>
        <p:blipFill>
          <a:blip r:embed="rId5">
            <a:alphaModFix/>
          </a:blip>
          <a:stretch>
            <a:fillRect/>
          </a:stretch>
        </p:blipFill>
        <p:spPr>
          <a:xfrm>
            <a:off x="1923334" y="1710733"/>
            <a:ext cx="933330" cy="220266"/>
          </a:xfrm>
          <a:prstGeom prst="rect">
            <a:avLst/>
          </a:prstGeom>
          <a:noFill/>
          <a:ln>
            <a:noFill/>
          </a:ln>
        </p:spPr>
      </p:pic>
      <p:sp>
        <p:nvSpPr>
          <p:cNvPr id="4332" name="Google Shape;4332;p352"/>
          <p:cNvSpPr/>
          <p:nvPr/>
        </p:nvSpPr>
        <p:spPr>
          <a:xfrm>
            <a:off x="1966250" y="2031733"/>
            <a:ext cx="847500" cy="159600"/>
          </a:xfrm>
          <a:prstGeom prst="roundRect">
            <a:avLst>
              <a:gd fmla="val 16667" name="adj"/>
            </a:avLst>
          </a:prstGeom>
          <a:solidFill>
            <a:srgbClr val="E8EB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FE4F40"/>
                </a:solidFill>
                <a:latin typeface="Inter Tight"/>
                <a:ea typeface="Inter Tight"/>
                <a:cs typeface="Inter Tight"/>
                <a:sym typeface="Inter Tight"/>
              </a:rPr>
              <a:t>deep dive</a:t>
            </a:r>
            <a:endParaRPr b="1" sz="700">
              <a:solidFill>
                <a:srgbClr val="FE4F40"/>
              </a:solidFill>
              <a:latin typeface="Inter Tight"/>
              <a:ea typeface="Inter Tight"/>
              <a:cs typeface="Inter Tight"/>
              <a:sym typeface="Inter Tight"/>
            </a:endParaRPr>
          </a:p>
        </p:txBody>
      </p:sp>
      <p:sp>
        <p:nvSpPr>
          <p:cNvPr id="4333" name="Google Shape;4333;p352"/>
          <p:cNvSpPr/>
          <p:nvPr/>
        </p:nvSpPr>
        <p:spPr>
          <a:xfrm>
            <a:off x="3160000" y="1521000"/>
            <a:ext cx="1400100" cy="599700"/>
          </a:xfrm>
          <a:prstGeom prst="roundRect">
            <a:avLst>
              <a:gd fmla="val 16667" name="adj"/>
            </a:avLst>
          </a:prstGeom>
          <a:solidFill>
            <a:srgbClr val="FFFFFF"/>
          </a:solidFill>
          <a:ln cap="flat" cmpd="sng" w="101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34" name="Google Shape;4334;p352"/>
          <p:cNvPicPr preferRelativeResize="0"/>
          <p:nvPr/>
        </p:nvPicPr>
        <p:blipFill>
          <a:blip r:embed="rId6">
            <a:alphaModFix/>
          </a:blip>
          <a:stretch>
            <a:fillRect/>
          </a:stretch>
        </p:blipFill>
        <p:spPr>
          <a:xfrm>
            <a:off x="3660089" y="1620955"/>
            <a:ext cx="399822" cy="399822"/>
          </a:xfrm>
          <a:prstGeom prst="rect">
            <a:avLst/>
          </a:prstGeom>
          <a:noFill/>
          <a:ln>
            <a:noFill/>
          </a:ln>
        </p:spPr>
      </p:pic>
      <p:sp>
        <p:nvSpPr>
          <p:cNvPr id="4335" name="Google Shape;4335;p352"/>
          <p:cNvSpPr/>
          <p:nvPr/>
        </p:nvSpPr>
        <p:spPr>
          <a:xfrm>
            <a:off x="3436250" y="2031733"/>
            <a:ext cx="847500" cy="159600"/>
          </a:xfrm>
          <a:prstGeom prst="roundRect">
            <a:avLst>
              <a:gd fmla="val 16667" name="adj"/>
            </a:avLst>
          </a:prstGeom>
          <a:solidFill>
            <a:srgbClr val="E8EB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FE4F40"/>
                </a:solidFill>
                <a:latin typeface="Inter Tight"/>
                <a:ea typeface="Inter Tight"/>
                <a:cs typeface="Inter Tight"/>
                <a:sym typeface="Inter Tight"/>
              </a:rPr>
              <a:t>deep dive</a:t>
            </a:r>
            <a:endParaRPr b="1" sz="700">
              <a:solidFill>
                <a:srgbClr val="FE4F40"/>
              </a:solidFill>
              <a:latin typeface="Inter Tight"/>
              <a:ea typeface="Inter Tight"/>
              <a:cs typeface="Inter Tight"/>
              <a:sym typeface="Inter Tight"/>
            </a:endParaRPr>
          </a:p>
        </p:txBody>
      </p:sp>
      <p:sp>
        <p:nvSpPr>
          <p:cNvPr id="4336" name="Google Shape;4336;p352"/>
          <p:cNvSpPr/>
          <p:nvPr/>
        </p:nvSpPr>
        <p:spPr>
          <a:xfrm>
            <a:off x="4630000" y="1521000"/>
            <a:ext cx="1400100" cy="599700"/>
          </a:xfrm>
          <a:prstGeom prst="roundRect">
            <a:avLst>
              <a:gd fmla="val 16667" name="adj"/>
            </a:avLst>
          </a:prstGeom>
          <a:solidFill>
            <a:srgbClr val="FFFFFF"/>
          </a:solidFill>
          <a:ln cap="flat" cmpd="sng" w="101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37" name="Google Shape;4337;p352"/>
          <p:cNvPicPr preferRelativeResize="0"/>
          <p:nvPr/>
        </p:nvPicPr>
        <p:blipFill>
          <a:blip r:embed="rId7">
            <a:alphaModFix/>
          </a:blip>
          <a:stretch>
            <a:fillRect/>
          </a:stretch>
        </p:blipFill>
        <p:spPr>
          <a:xfrm>
            <a:off x="5130089" y="1620955"/>
            <a:ext cx="399822" cy="399822"/>
          </a:xfrm>
          <a:prstGeom prst="rect">
            <a:avLst/>
          </a:prstGeom>
          <a:noFill/>
          <a:ln>
            <a:noFill/>
          </a:ln>
        </p:spPr>
      </p:pic>
      <p:sp>
        <p:nvSpPr>
          <p:cNvPr id="4338" name="Google Shape;4338;p352"/>
          <p:cNvSpPr/>
          <p:nvPr/>
        </p:nvSpPr>
        <p:spPr>
          <a:xfrm>
            <a:off x="4906250" y="2031733"/>
            <a:ext cx="847500" cy="159600"/>
          </a:xfrm>
          <a:prstGeom prst="roundRect">
            <a:avLst>
              <a:gd fmla="val 16667" name="adj"/>
            </a:avLst>
          </a:prstGeom>
          <a:solidFill>
            <a:srgbClr val="E8EB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FE4F40"/>
                </a:solidFill>
                <a:latin typeface="Inter Tight"/>
                <a:ea typeface="Inter Tight"/>
                <a:cs typeface="Inter Tight"/>
                <a:sym typeface="Inter Tight"/>
              </a:rPr>
              <a:t>deep dive</a:t>
            </a:r>
            <a:endParaRPr b="1" sz="700">
              <a:solidFill>
                <a:srgbClr val="FE4F40"/>
              </a:solidFill>
              <a:latin typeface="Inter Tight"/>
              <a:ea typeface="Inter Tight"/>
              <a:cs typeface="Inter Tight"/>
              <a:sym typeface="Inter Tight"/>
            </a:endParaRPr>
          </a:p>
        </p:txBody>
      </p:sp>
      <p:sp>
        <p:nvSpPr>
          <p:cNvPr id="4339" name="Google Shape;4339;p352"/>
          <p:cNvSpPr txBox="1"/>
          <p:nvPr/>
        </p:nvSpPr>
        <p:spPr>
          <a:xfrm>
            <a:off x="220000" y="2411491"/>
            <a:ext cx="8660100" cy="308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US">
                <a:solidFill>
                  <a:srgbClr val="222222"/>
                </a:solidFill>
                <a:latin typeface="Inter Tight"/>
                <a:ea typeface="Inter Tight"/>
                <a:cs typeface="Inter Tight"/>
                <a:sym typeface="Inter Tight"/>
              </a:rPr>
              <a:t>Traditional Banks</a:t>
            </a:r>
            <a:endParaRPr b="1">
              <a:solidFill>
                <a:srgbClr val="222222"/>
              </a:solidFill>
              <a:latin typeface="Inter Tight"/>
              <a:ea typeface="Inter Tight"/>
              <a:cs typeface="Inter Tight"/>
              <a:sym typeface="Inter Tight"/>
            </a:endParaRPr>
          </a:p>
        </p:txBody>
      </p:sp>
      <p:sp>
        <p:nvSpPr>
          <p:cNvPr id="4340" name="Google Shape;4340;p352"/>
          <p:cNvSpPr/>
          <p:nvPr/>
        </p:nvSpPr>
        <p:spPr>
          <a:xfrm>
            <a:off x="220000" y="2673333"/>
            <a:ext cx="399900" cy="300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1" name="Google Shape;4341;p352"/>
          <p:cNvSpPr/>
          <p:nvPr/>
        </p:nvSpPr>
        <p:spPr>
          <a:xfrm>
            <a:off x="220000" y="2772333"/>
            <a:ext cx="1400100" cy="599700"/>
          </a:xfrm>
          <a:prstGeom prst="roundRect">
            <a:avLst>
              <a:gd fmla="val 16667" name="adj"/>
            </a:avLst>
          </a:prstGeom>
          <a:solidFill>
            <a:srgbClr val="FFFFFF"/>
          </a:solidFill>
          <a:ln cap="flat" cmpd="sng" w="101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42" name="Google Shape;4342;p352"/>
          <p:cNvPicPr preferRelativeResize="0"/>
          <p:nvPr/>
        </p:nvPicPr>
        <p:blipFill>
          <a:blip r:embed="rId8">
            <a:alphaModFix/>
          </a:blip>
          <a:stretch>
            <a:fillRect/>
          </a:stretch>
        </p:blipFill>
        <p:spPr>
          <a:xfrm>
            <a:off x="453334" y="2932200"/>
            <a:ext cx="933330" cy="279999"/>
          </a:xfrm>
          <a:prstGeom prst="rect">
            <a:avLst/>
          </a:prstGeom>
          <a:noFill/>
          <a:ln>
            <a:noFill/>
          </a:ln>
        </p:spPr>
      </p:pic>
      <p:sp>
        <p:nvSpPr>
          <p:cNvPr id="4343" name="Google Shape;4343;p352"/>
          <p:cNvSpPr/>
          <p:nvPr/>
        </p:nvSpPr>
        <p:spPr>
          <a:xfrm>
            <a:off x="496250" y="3283066"/>
            <a:ext cx="847500" cy="159600"/>
          </a:xfrm>
          <a:prstGeom prst="roundRect">
            <a:avLst>
              <a:gd fmla="val 16667" name="adj"/>
            </a:avLst>
          </a:prstGeom>
          <a:solidFill>
            <a:srgbClr val="E8EB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FE4F40"/>
                </a:solidFill>
                <a:latin typeface="Inter Tight"/>
                <a:ea typeface="Inter Tight"/>
                <a:cs typeface="Inter Tight"/>
                <a:sym typeface="Inter Tight"/>
              </a:rPr>
              <a:t>deep dive</a:t>
            </a:r>
            <a:endParaRPr b="1" sz="700">
              <a:solidFill>
                <a:srgbClr val="FE4F40"/>
              </a:solidFill>
              <a:latin typeface="Inter Tight"/>
              <a:ea typeface="Inter Tight"/>
              <a:cs typeface="Inter Tight"/>
              <a:sym typeface="Inter Tight"/>
            </a:endParaRPr>
          </a:p>
        </p:txBody>
      </p:sp>
      <p:sp>
        <p:nvSpPr>
          <p:cNvPr id="4344" name="Google Shape;4344;p352"/>
          <p:cNvSpPr/>
          <p:nvPr/>
        </p:nvSpPr>
        <p:spPr>
          <a:xfrm>
            <a:off x="1690000" y="2772333"/>
            <a:ext cx="1400100" cy="599700"/>
          </a:xfrm>
          <a:prstGeom prst="roundRect">
            <a:avLst>
              <a:gd fmla="val 16667" name="adj"/>
            </a:avLst>
          </a:prstGeom>
          <a:solidFill>
            <a:srgbClr val="FFFFFF"/>
          </a:solidFill>
          <a:ln cap="flat" cmpd="sng" w="101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45" name="Google Shape;4345;p352"/>
          <p:cNvPicPr preferRelativeResize="0"/>
          <p:nvPr/>
        </p:nvPicPr>
        <p:blipFill>
          <a:blip r:embed="rId9">
            <a:alphaModFix/>
          </a:blip>
          <a:stretch>
            <a:fillRect/>
          </a:stretch>
        </p:blipFill>
        <p:spPr>
          <a:xfrm>
            <a:off x="2190089" y="2872288"/>
            <a:ext cx="399822" cy="399822"/>
          </a:xfrm>
          <a:prstGeom prst="rect">
            <a:avLst/>
          </a:prstGeom>
          <a:noFill/>
          <a:ln>
            <a:noFill/>
          </a:ln>
        </p:spPr>
      </p:pic>
      <p:sp>
        <p:nvSpPr>
          <p:cNvPr id="4346" name="Google Shape;4346;p352"/>
          <p:cNvSpPr/>
          <p:nvPr/>
        </p:nvSpPr>
        <p:spPr>
          <a:xfrm>
            <a:off x="1966250" y="3283066"/>
            <a:ext cx="847500" cy="159600"/>
          </a:xfrm>
          <a:prstGeom prst="roundRect">
            <a:avLst>
              <a:gd fmla="val 16667" name="adj"/>
            </a:avLst>
          </a:prstGeom>
          <a:solidFill>
            <a:srgbClr val="E8EB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FE4F40"/>
                </a:solidFill>
                <a:latin typeface="Inter Tight"/>
                <a:ea typeface="Inter Tight"/>
                <a:cs typeface="Inter Tight"/>
                <a:sym typeface="Inter Tight"/>
              </a:rPr>
              <a:t>deep dive</a:t>
            </a:r>
            <a:endParaRPr b="1" sz="700">
              <a:solidFill>
                <a:srgbClr val="FE4F40"/>
              </a:solidFill>
              <a:latin typeface="Inter Tight"/>
              <a:ea typeface="Inter Tight"/>
              <a:cs typeface="Inter Tight"/>
              <a:sym typeface="Inter Tight"/>
            </a:endParaRPr>
          </a:p>
        </p:txBody>
      </p:sp>
      <p:sp>
        <p:nvSpPr>
          <p:cNvPr id="4347" name="Google Shape;4347;p352"/>
          <p:cNvSpPr/>
          <p:nvPr/>
        </p:nvSpPr>
        <p:spPr>
          <a:xfrm>
            <a:off x="3160000" y="2772333"/>
            <a:ext cx="1400100" cy="599700"/>
          </a:xfrm>
          <a:prstGeom prst="roundRect">
            <a:avLst>
              <a:gd fmla="val 16667" name="adj"/>
            </a:avLst>
          </a:prstGeom>
          <a:solidFill>
            <a:srgbClr val="FFFFFF"/>
          </a:solidFill>
          <a:ln cap="flat" cmpd="sng" w="101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48" name="Google Shape;4348;p352"/>
          <p:cNvPicPr preferRelativeResize="0"/>
          <p:nvPr/>
        </p:nvPicPr>
        <p:blipFill>
          <a:blip r:embed="rId10">
            <a:alphaModFix/>
          </a:blip>
          <a:stretch>
            <a:fillRect/>
          </a:stretch>
        </p:blipFill>
        <p:spPr>
          <a:xfrm>
            <a:off x="3660089" y="2872288"/>
            <a:ext cx="399822" cy="399822"/>
          </a:xfrm>
          <a:prstGeom prst="rect">
            <a:avLst/>
          </a:prstGeom>
          <a:noFill/>
          <a:ln>
            <a:noFill/>
          </a:ln>
        </p:spPr>
      </p:pic>
      <p:sp>
        <p:nvSpPr>
          <p:cNvPr id="4349" name="Google Shape;4349;p352"/>
          <p:cNvSpPr/>
          <p:nvPr/>
        </p:nvSpPr>
        <p:spPr>
          <a:xfrm>
            <a:off x="3436250" y="3283066"/>
            <a:ext cx="847500" cy="159600"/>
          </a:xfrm>
          <a:prstGeom prst="roundRect">
            <a:avLst>
              <a:gd fmla="val 16667" name="adj"/>
            </a:avLst>
          </a:prstGeom>
          <a:solidFill>
            <a:srgbClr val="E8EB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FE4F40"/>
                </a:solidFill>
                <a:latin typeface="Inter Tight"/>
                <a:ea typeface="Inter Tight"/>
                <a:cs typeface="Inter Tight"/>
                <a:sym typeface="Inter Tight"/>
              </a:rPr>
              <a:t>deep dive</a:t>
            </a:r>
            <a:endParaRPr b="1" sz="700">
              <a:solidFill>
                <a:srgbClr val="FE4F40"/>
              </a:solidFill>
              <a:latin typeface="Inter Tight"/>
              <a:ea typeface="Inter Tight"/>
              <a:cs typeface="Inter Tight"/>
              <a:sym typeface="Inter Tight"/>
            </a:endParaRPr>
          </a:p>
        </p:txBody>
      </p:sp>
      <p:sp>
        <p:nvSpPr>
          <p:cNvPr id="4350" name="Google Shape;4350;p352"/>
          <p:cNvSpPr txBox="1"/>
          <p:nvPr/>
        </p:nvSpPr>
        <p:spPr>
          <a:xfrm>
            <a:off x="220000" y="3692903"/>
            <a:ext cx="8660100" cy="3081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US">
                <a:solidFill>
                  <a:srgbClr val="222222"/>
                </a:solidFill>
                <a:latin typeface="Inter Tight"/>
                <a:ea typeface="Inter Tight"/>
                <a:cs typeface="Inter Tight"/>
                <a:sym typeface="Inter Tight"/>
              </a:rPr>
              <a:t>POS &amp; Payment Ecosystems</a:t>
            </a:r>
            <a:endParaRPr b="1">
              <a:solidFill>
                <a:srgbClr val="222222"/>
              </a:solidFill>
              <a:latin typeface="Inter Tight"/>
              <a:ea typeface="Inter Tight"/>
              <a:cs typeface="Inter Tight"/>
              <a:sym typeface="Inter Tight"/>
            </a:endParaRPr>
          </a:p>
        </p:txBody>
      </p:sp>
      <p:sp>
        <p:nvSpPr>
          <p:cNvPr id="4351" name="Google Shape;4351;p352"/>
          <p:cNvSpPr/>
          <p:nvPr/>
        </p:nvSpPr>
        <p:spPr>
          <a:xfrm>
            <a:off x="220000" y="3924666"/>
            <a:ext cx="399900" cy="30000"/>
          </a:xfrm>
          <a:prstGeom prst="rect">
            <a:avLst/>
          </a:prstGeom>
          <a:solidFill>
            <a:srgbClr val="FE4F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2" name="Google Shape;4352;p352"/>
          <p:cNvSpPr/>
          <p:nvPr/>
        </p:nvSpPr>
        <p:spPr>
          <a:xfrm>
            <a:off x="220000" y="4023666"/>
            <a:ext cx="1400100" cy="599700"/>
          </a:xfrm>
          <a:prstGeom prst="roundRect">
            <a:avLst>
              <a:gd fmla="val 16667" name="adj"/>
            </a:avLst>
          </a:prstGeom>
          <a:solidFill>
            <a:srgbClr val="FFFFFF"/>
          </a:solidFill>
          <a:ln cap="flat" cmpd="sng" w="101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53" name="Google Shape;4353;p352"/>
          <p:cNvPicPr preferRelativeResize="0"/>
          <p:nvPr/>
        </p:nvPicPr>
        <p:blipFill>
          <a:blip r:embed="rId11">
            <a:alphaModFix/>
          </a:blip>
          <a:stretch>
            <a:fillRect/>
          </a:stretch>
        </p:blipFill>
        <p:spPr>
          <a:xfrm>
            <a:off x="720089" y="4123621"/>
            <a:ext cx="399822" cy="399822"/>
          </a:xfrm>
          <a:prstGeom prst="rect">
            <a:avLst/>
          </a:prstGeom>
          <a:noFill/>
          <a:ln>
            <a:noFill/>
          </a:ln>
        </p:spPr>
      </p:pic>
      <p:sp>
        <p:nvSpPr>
          <p:cNvPr id="4354" name="Google Shape;4354;p352"/>
          <p:cNvSpPr/>
          <p:nvPr/>
        </p:nvSpPr>
        <p:spPr>
          <a:xfrm>
            <a:off x="496250" y="4534399"/>
            <a:ext cx="847500" cy="159600"/>
          </a:xfrm>
          <a:prstGeom prst="roundRect">
            <a:avLst>
              <a:gd fmla="val 16667" name="adj"/>
            </a:avLst>
          </a:prstGeom>
          <a:solidFill>
            <a:srgbClr val="E8EB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FE4F40"/>
                </a:solidFill>
                <a:latin typeface="Inter Tight"/>
                <a:ea typeface="Inter Tight"/>
                <a:cs typeface="Inter Tight"/>
                <a:sym typeface="Inter Tight"/>
              </a:rPr>
              <a:t>deep dive</a:t>
            </a:r>
            <a:endParaRPr b="1" sz="700">
              <a:solidFill>
                <a:srgbClr val="FE4F40"/>
              </a:solidFill>
              <a:latin typeface="Inter Tight"/>
              <a:ea typeface="Inter Tight"/>
              <a:cs typeface="Inter Tight"/>
              <a:sym typeface="Inter Tight"/>
            </a:endParaRPr>
          </a:p>
        </p:txBody>
      </p:sp>
      <p:sp>
        <p:nvSpPr>
          <p:cNvPr id="4355" name="Google Shape;4355;p352"/>
          <p:cNvSpPr/>
          <p:nvPr/>
        </p:nvSpPr>
        <p:spPr>
          <a:xfrm>
            <a:off x="220000" y="4854000"/>
            <a:ext cx="8660100" cy="159600"/>
          </a:xfrm>
          <a:prstGeom prst="rect">
            <a:avLst/>
          </a:prstGeom>
          <a:solidFill>
            <a:srgbClr val="F2F3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6" name="Google Shape;4356;p352"/>
          <p:cNvSpPr/>
          <p:nvPr/>
        </p:nvSpPr>
        <p:spPr>
          <a:xfrm>
            <a:off x="220000" y="4864025"/>
            <a:ext cx="35100" cy="279900"/>
          </a:xfrm>
          <a:prstGeom prst="rect">
            <a:avLst/>
          </a:prstGeom>
          <a:solidFill>
            <a:srgbClr val="FE4F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7" name="Google Shape;4357;p352"/>
          <p:cNvSpPr txBox="1"/>
          <p:nvPr/>
        </p:nvSpPr>
        <p:spPr>
          <a:xfrm>
            <a:off x="285000" y="4783815"/>
            <a:ext cx="8529900" cy="2799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200"/>
              </a:spcAft>
              <a:buNone/>
            </a:pPr>
            <a:r>
              <a:rPr b="1" lang="en-US" sz="900">
                <a:solidFill>
                  <a:srgbClr val="333333"/>
                </a:solidFill>
                <a:latin typeface="Poppins"/>
                <a:ea typeface="Poppins"/>
                <a:cs typeface="Poppins"/>
                <a:sym typeface="Poppins"/>
              </a:rPr>
              <a:t>8 Deep-dive profiles follow</a:t>
            </a:r>
            <a:r>
              <a:rPr lang="en-US" sz="900">
                <a:solidFill>
                  <a:srgbClr val="333333"/>
                </a:solidFill>
                <a:latin typeface="Poppins"/>
                <a:ea typeface="Poppins"/>
                <a:cs typeface="Poppins"/>
                <a:sym typeface="Poppins"/>
              </a:rPr>
              <a:t> — Finom, Qonto, Revolut, SumUp, BBVA, Sabadell, Santander, N26</a:t>
            </a:r>
            <a:endParaRPr sz="900">
              <a:solidFill>
                <a:srgbClr val="333333"/>
              </a:solidFill>
              <a:latin typeface="Poppins"/>
              <a:ea typeface="Poppins"/>
              <a:cs typeface="Poppins"/>
              <a:sym typeface="Poppins"/>
            </a:endParaRPr>
          </a:p>
        </p:txBody>
      </p:sp>
      <p:sp>
        <p:nvSpPr>
          <p:cNvPr id="4358" name="Google Shape;4358;p352"/>
          <p:cNvSpPr/>
          <p:nvPr/>
        </p:nvSpPr>
        <p:spPr>
          <a:xfrm>
            <a:off x="123606" y="121600"/>
            <a:ext cx="1496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 &amp; SWOT</a:t>
            </a:r>
            <a:endParaRPr b="1" sz="900">
              <a:solidFill>
                <a:srgbClr val="FFFFFF"/>
              </a:solidFill>
              <a:latin typeface="Poppins"/>
              <a:ea typeface="Poppins"/>
              <a:cs typeface="Poppins"/>
              <a:sym typeface="Poppins"/>
            </a:endParaRPr>
          </a:p>
        </p:txBody>
      </p:sp>
      <p:sp>
        <p:nvSpPr>
          <p:cNvPr id="4359" name="Google Shape;4359;p352"/>
          <p:cNvSpPr/>
          <p:nvPr/>
        </p:nvSpPr>
        <p:spPr>
          <a:xfrm>
            <a:off x="1679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364" name="Shape 4364"/>
        <p:cNvGrpSpPr/>
        <p:nvPr/>
      </p:nvGrpSpPr>
      <p:grpSpPr>
        <a:xfrm>
          <a:off x="0" y="0"/>
          <a:ext cx="0" cy="0"/>
          <a:chOff x="0" y="0"/>
          <a:chExt cx="0" cy="0"/>
        </a:xfrm>
      </p:grpSpPr>
      <p:sp>
        <p:nvSpPr>
          <p:cNvPr id="4365" name="Google Shape;4365;p353"/>
          <p:cNvSpPr/>
          <p:nvPr/>
        </p:nvSpPr>
        <p:spPr>
          <a:xfrm>
            <a:off x="120150" y="402300"/>
            <a:ext cx="8903700" cy="46317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monzo-deck-bb/slides/competitive-map-bb.png" id="4366" name="Google Shape;4366;p353"/>
          <p:cNvPicPr preferRelativeResize="0"/>
          <p:nvPr/>
        </p:nvPicPr>
        <p:blipFill rotWithShape="1">
          <a:blip r:embed="rId3">
            <a:alphaModFix/>
          </a:blip>
          <a:srcRect b="0" l="0" r="0" t="0"/>
          <a:stretch/>
        </p:blipFill>
        <p:spPr>
          <a:xfrm>
            <a:off x="680525" y="485100"/>
            <a:ext cx="7957973" cy="4476376"/>
          </a:xfrm>
          <a:prstGeom prst="rect">
            <a:avLst/>
          </a:prstGeom>
          <a:noFill/>
          <a:ln>
            <a:noFill/>
          </a:ln>
        </p:spPr>
      </p:pic>
      <p:pic>
        <p:nvPicPr>
          <p:cNvPr descr="monzo_logo_white.png" id="4367" name="Google Shape;4367;p353"/>
          <p:cNvPicPr preferRelativeResize="0"/>
          <p:nvPr/>
        </p:nvPicPr>
        <p:blipFill rotWithShape="1">
          <a:blip r:embed="rId4">
            <a:alphaModFix/>
          </a:blip>
          <a:srcRect b="0" l="0" r="0" t="0"/>
          <a:stretch/>
        </p:blipFill>
        <p:spPr>
          <a:xfrm>
            <a:off x="8065750" y="116313"/>
            <a:ext cx="958101" cy="170225"/>
          </a:xfrm>
          <a:prstGeom prst="rect">
            <a:avLst/>
          </a:prstGeom>
          <a:noFill/>
          <a:ln>
            <a:noFill/>
          </a:ln>
        </p:spPr>
      </p:pic>
      <p:sp>
        <p:nvSpPr>
          <p:cNvPr id="4368" name="Google Shape;4368;p353"/>
          <p:cNvSpPr/>
          <p:nvPr/>
        </p:nvSpPr>
        <p:spPr>
          <a:xfrm>
            <a:off x="123606" y="121600"/>
            <a:ext cx="1496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 &amp; SWOT</a:t>
            </a:r>
            <a:endParaRPr b="1" sz="900">
              <a:solidFill>
                <a:srgbClr val="FFFFFF"/>
              </a:solidFill>
              <a:latin typeface="Poppins"/>
              <a:ea typeface="Poppins"/>
              <a:cs typeface="Poppins"/>
              <a:sym typeface="Poppins"/>
            </a:endParaRPr>
          </a:p>
        </p:txBody>
      </p:sp>
      <p:sp>
        <p:nvSpPr>
          <p:cNvPr id="4369" name="Google Shape;4369;p353"/>
          <p:cNvSpPr/>
          <p:nvPr/>
        </p:nvSpPr>
        <p:spPr>
          <a:xfrm>
            <a:off x="1679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374" name="Shape 4374"/>
        <p:cNvGrpSpPr/>
        <p:nvPr/>
      </p:nvGrpSpPr>
      <p:grpSpPr>
        <a:xfrm>
          <a:off x="0" y="0"/>
          <a:ext cx="0" cy="0"/>
          <a:chOff x="0" y="0"/>
          <a:chExt cx="0" cy="0"/>
        </a:xfrm>
      </p:grpSpPr>
      <p:sp>
        <p:nvSpPr>
          <p:cNvPr id="4375" name="Google Shape;4375;p354"/>
          <p:cNvSpPr/>
          <p:nvPr/>
        </p:nvSpPr>
        <p:spPr>
          <a:xfrm>
            <a:off x="120150" y="402300"/>
            <a:ext cx="8903700" cy="4631700"/>
          </a:xfrm>
          <a:prstGeom prst="roundRect">
            <a:avLst>
              <a:gd fmla="val 3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376" name="Google Shape;4376;p354"/>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4377" name="Google Shape;4377;p354"/>
          <p:cNvSpPr txBox="1"/>
          <p:nvPr/>
        </p:nvSpPr>
        <p:spPr>
          <a:xfrm>
            <a:off x="220000" y="440000"/>
            <a:ext cx="3000000" cy="3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222222"/>
                </a:solidFill>
                <a:latin typeface="Inter Tight"/>
                <a:ea typeface="Inter Tight"/>
                <a:cs typeface="Inter Tight"/>
                <a:sym typeface="Inter Tight"/>
              </a:rPr>
              <a:t>SWOT</a:t>
            </a:r>
            <a:endParaRPr b="1" sz="1800">
              <a:solidFill>
                <a:srgbClr val="222222"/>
              </a:solidFill>
              <a:latin typeface="Inter Tight"/>
              <a:ea typeface="Inter Tight"/>
              <a:cs typeface="Inter Tight"/>
              <a:sym typeface="Inter Tight"/>
            </a:endParaRPr>
          </a:p>
        </p:txBody>
      </p:sp>
      <p:sp>
        <p:nvSpPr>
          <p:cNvPr id="4378" name="Google Shape;4378;p354"/>
          <p:cNvSpPr/>
          <p:nvPr/>
        </p:nvSpPr>
        <p:spPr>
          <a:xfrm>
            <a:off x="220000" y="800000"/>
            <a:ext cx="4350000" cy="1449900"/>
          </a:xfrm>
          <a:prstGeom prst="roundRect">
            <a:avLst>
              <a:gd fmla="val 16667" name="adj"/>
            </a:avLst>
          </a:prstGeom>
          <a:solidFill>
            <a:srgbClr val="E0F2F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79" name="Google Shape;4379;p354"/>
          <p:cNvSpPr txBox="1"/>
          <p:nvPr/>
        </p:nvSpPr>
        <p:spPr>
          <a:xfrm>
            <a:off x="562350" y="1060000"/>
            <a:ext cx="3937500" cy="1149900"/>
          </a:xfrm>
          <a:prstGeom prst="rect">
            <a:avLst/>
          </a:prstGeom>
          <a:noFill/>
          <a:ln>
            <a:noFill/>
          </a:ln>
        </p:spPr>
        <p:txBody>
          <a:bodyPr anchorCtr="0" anchor="t" bIns="91425" lIns="91425" spcFirstLastPara="1" rIns="91425" wrap="square" tIns="91425">
            <a:noAutofit/>
          </a:bodyPr>
          <a:lstStyle/>
          <a:p>
            <a:pPr indent="-161925" lvl="0" marL="57150" rtl="0" algn="l">
              <a:spcBef>
                <a:spcPts val="0"/>
              </a:spcBef>
              <a:spcAft>
                <a:spcPts val="0"/>
              </a:spcAft>
              <a:buClr>
                <a:srgbClr val="333333"/>
              </a:buClr>
              <a:buSzPts val="750"/>
              <a:buFont typeface="Poppins"/>
              <a:buChar char="●"/>
            </a:pPr>
            <a:r>
              <a:rPr b="1" lang="en-US" sz="750">
                <a:solidFill>
                  <a:srgbClr val="333333"/>
                </a:solidFill>
                <a:latin typeface="Poppins"/>
                <a:ea typeface="Poppins"/>
                <a:cs typeface="Poppins"/>
                <a:sym typeface="Poppins"/>
              </a:rPr>
              <a:t>Unique Tax Integration (Tax Pots) — </a:t>
            </a:r>
            <a:r>
              <a:rPr lang="en-US" sz="750">
                <a:solidFill>
                  <a:srgbClr val="333333"/>
                </a:solidFill>
                <a:latin typeface="Poppins"/>
                <a:ea typeface="Poppins"/>
                <a:cs typeface="Poppins"/>
                <a:sym typeface="Poppins"/>
              </a:rPr>
              <a:t>Direct AEAT integration for automated VAT/tax; no competitor offers this. Solves #1 SME anxiety.</a:t>
            </a:r>
            <a:endParaRPr sz="750">
              <a:solidFill>
                <a:srgbClr val="333333"/>
              </a:solidFill>
              <a:latin typeface="Poppins"/>
              <a:ea typeface="Poppins"/>
              <a:cs typeface="Poppins"/>
              <a:sym typeface="Poppins"/>
            </a:endParaRPr>
          </a:p>
          <a:p>
            <a:pPr indent="-161925" lvl="0" marL="57150" rtl="0" algn="l">
              <a:spcBef>
                <a:spcPts val="0"/>
              </a:spcBef>
              <a:spcAft>
                <a:spcPts val="0"/>
              </a:spcAft>
              <a:buClr>
                <a:srgbClr val="333333"/>
              </a:buClr>
              <a:buSzPts val="750"/>
              <a:buFont typeface="Poppins"/>
              <a:buChar char="●"/>
            </a:pPr>
            <a:r>
              <a:rPr b="1" lang="en-US" sz="750">
                <a:solidFill>
                  <a:srgbClr val="333333"/>
                </a:solidFill>
                <a:latin typeface="Poppins"/>
                <a:ea typeface="Poppins"/>
                <a:cs typeface="Poppins"/>
                <a:sym typeface="Poppins"/>
              </a:rPr>
              <a:t>Superior Onboarding + Freemium — </a:t>
            </a:r>
            <a:r>
              <a:rPr lang="en-US" sz="750">
                <a:solidFill>
                  <a:srgbClr val="333333"/>
                </a:solidFill>
                <a:latin typeface="Poppins"/>
                <a:ea typeface="Poppins"/>
                <a:cs typeface="Poppins"/>
                <a:sym typeface="Poppins"/>
              </a:rPr>
              <a:t>10-min digital onboarding + only provider with robust free tier for Sole Traders &amp; LTDs (vs. Qonto: no free tier).</a:t>
            </a:r>
            <a:endParaRPr sz="750">
              <a:solidFill>
                <a:srgbClr val="333333"/>
              </a:solidFill>
              <a:latin typeface="Poppins"/>
              <a:ea typeface="Poppins"/>
              <a:cs typeface="Poppins"/>
              <a:sym typeface="Poppins"/>
            </a:endParaRPr>
          </a:p>
          <a:p>
            <a:pPr indent="-161925" lvl="0" marL="57150" rtl="0" algn="l">
              <a:spcBef>
                <a:spcPts val="0"/>
              </a:spcBef>
              <a:spcAft>
                <a:spcPts val="0"/>
              </a:spcAft>
              <a:buClr>
                <a:srgbClr val="333333"/>
              </a:buClr>
              <a:buSzPts val="750"/>
              <a:buFont typeface="Poppins"/>
              <a:buChar char="●"/>
            </a:pPr>
            <a:r>
              <a:rPr b="1" lang="en-US" sz="750">
                <a:solidFill>
                  <a:srgbClr val="333333"/>
                </a:solidFill>
                <a:latin typeface="Poppins"/>
                <a:ea typeface="Poppins"/>
                <a:cs typeface="Poppins"/>
                <a:sym typeface="Poppins"/>
              </a:rPr>
              <a:t>Real Bank from Day 1 —</a:t>
            </a:r>
            <a:r>
              <a:rPr lang="en-US" sz="750">
                <a:solidFill>
                  <a:srgbClr val="333333"/>
                </a:solidFill>
                <a:latin typeface="Poppins"/>
                <a:ea typeface="Poppins"/>
                <a:cs typeface="Poppins"/>
                <a:sym typeface="Poppins"/>
              </a:rPr>
              <a:t> Regulated bank with Spanish IBAN. Bypasses "foreign non-bank" perception that plagued early neobanks.</a:t>
            </a:r>
            <a:endParaRPr sz="750">
              <a:solidFill>
                <a:srgbClr val="333333"/>
              </a:solidFill>
              <a:latin typeface="Poppins"/>
              <a:ea typeface="Poppins"/>
              <a:cs typeface="Poppins"/>
              <a:sym typeface="Poppins"/>
            </a:endParaRPr>
          </a:p>
          <a:p>
            <a:pPr indent="-161925" lvl="0" marL="57150" rtl="0" algn="l">
              <a:spcBef>
                <a:spcPts val="0"/>
              </a:spcBef>
              <a:spcAft>
                <a:spcPts val="0"/>
              </a:spcAft>
              <a:buClr>
                <a:srgbClr val="333333"/>
              </a:buClr>
              <a:buSzPts val="750"/>
              <a:buFont typeface="Poppins"/>
              <a:buChar char="●"/>
            </a:pPr>
            <a:r>
              <a:rPr b="1" lang="en-US" sz="750">
                <a:solidFill>
                  <a:srgbClr val="333333"/>
                </a:solidFill>
                <a:latin typeface="Poppins"/>
                <a:ea typeface="Poppins"/>
                <a:cs typeface="Poppins"/>
                <a:sym typeface="Poppins"/>
              </a:rPr>
              <a:t>100% In-House Tech — </a:t>
            </a:r>
            <a:r>
              <a:rPr lang="en-US" sz="750">
                <a:solidFill>
                  <a:srgbClr val="333333"/>
                </a:solidFill>
                <a:latin typeface="Poppins"/>
                <a:ea typeface="Poppins"/>
                <a:cs typeface="Poppins"/>
                <a:sym typeface="Poppins"/>
              </a:rPr>
              <a:t>Full stack ownership + proven UK community model. Integrated invoicing creates high switching costs.</a:t>
            </a:r>
            <a:endParaRPr sz="750">
              <a:solidFill>
                <a:srgbClr val="333333"/>
              </a:solidFill>
              <a:latin typeface="Poppins"/>
              <a:ea typeface="Poppins"/>
              <a:cs typeface="Poppins"/>
              <a:sym typeface="Poppins"/>
            </a:endParaRPr>
          </a:p>
        </p:txBody>
      </p:sp>
      <p:sp>
        <p:nvSpPr>
          <p:cNvPr id="4380" name="Google Shape;4380;p354"/>
          <p:cNvSpPr/>
          <p:nvPr/>
        </p:nvSpPr>
        <p:spPr>
          <a:xfrm>
            <a:off x="4630000" y="800000"/>
            <a:ext cx="4350000" cy="1449900"/>
          </a:xfrm>
          <a:prstGeom prst="roundRect">
            <a:avLst>
              <a:gd fmla="val 16667" name="adj"/>
            </a:avLst>
          </a:prstGeom>
          <a:solidFill>
            <a:srgbClr val="FFE8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1" name="Google Shape;4381;p354"/>
          <p:cNvSpPr txBox="1"/>
          <p:nvPr/>
        </p:nvSpPr>
        <p:spPr>
          <a:xfrm rot="-5400000">
            <a:off x="4090509" y="1291848"/>
            <a:ext cx="13272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222222"/>
                </a:solidFill>
                <a:latin typeface="Inter Tight"/>
                <a:ea typeface="Inter Tight"/>
                <a:cs typeface="Inter Tight"/>
                <a:sym typeface="Inter Tight"/>
              </a:rPr>
              <a:t>WEAKNESSES</a:t>
            </a:r>
            <a:endParaRPr b="1" sz="1100">
              <a:solidFill>
                <a:srgbClr val="222222"/>
              </a:solidFill>
              <a:latin typeface="Inter Tight"/>
              <a:ea typeface="Inter Tight"/>
              <a:cs typeface="Inter Tight"/>
              <a:sym typeface="Inter Tight"/>
            </a:endParaRPr>
          </a:p>
        </p:txBody>
      </p:sp>
      <p:sp>
        <p:nvSpPr>
          <p:cNvPr id="4382" name="Google Shape;4382;p354"/>
          <p:cNvSpPr txBox="1"/>
          <p:nvPr/>
        </p:nvSpPr>
        <p:spPr>
          <a:xfrm>
            <a:off x="4972500" y="1060000"/>
            <a:ext cx="3937500" cy="1149900"/>
          </a:xfrm>
          <a:prstGeom prst="rect">
            <a:avLst/>
          </a:prstGeom>
          <a:noFill/>
          <a:ln>
            <a:noFill/>
          </a:ln>
        </p:spPr>
        <p:txBody>
          <a:bodyPr anchorCtr="0" anchor="t" bIns="91425" lIns="91425" spcFirstLastPara="1" rIns="91425" wrap="square" tIns="91425">
            <a:noAutofit/>
          </a:bodyPr>
          <a:lstStyle/>
          <a:p>
            <a:pPr indent="-161925" lvl="0" marL="57150" rtl="0" algn="l">
              <a:spcBef>
                <a:spcPts val="0"/>
              </a:spcBef>
              <a:spcAft>
                <a:spcPts val="0"/>
              </a:spcAft>
              <a:buClr>
                <a:srgbClr val="333333"/>
              </a:buClr>
              <a:buSzPts val="750"/>
              <a:buFont typeface="Poppins"/>
              <a:buChar char="●"/>
            </a:pPr>
            <a:r>
              <a:rPr b="1" lang="en-US" sz="750">
                <a:solidFill>
                  <a:srgbClr val="333333"/>
                </a:solidFill>
                <a:latin typeface="Poppins"/>
                <a:ea typeface="Poppins"/>
                <a:cs typeface="Poppins"/>
                <a:sym typeface="Poppins"/>
              </a:rPr>
              <a:t>Critical Feature Exclusions — </a:t>
            </a:r>
            <a:r>
              <a:rPr lang="en-US" sz="750">
                <a:solidFill>
                  <a:srgbClr val="333333"/>
                </a:solidFill>
                <a:latin typeface="Poppins"/>
                <a:ea typeface="Poppins"/>
                <a:cs typeface="Poppins"/>
                <a:sym typeface="Poppins"/>
              </a:rPr>
              <a:t>No cash deposits, no multi-currency, no credit. Forces laser-focus on digitally-native newborn ICP.</a:t>
            </a:r>
            <a:endParaRPr sz="750">
              <a:solidFill>
                <a:srgbClr val="333333"/>
              </a:solidFill>
              <a:latin typeface="Poppins"/>
              <a:ea typeface="Poppins"/>
              <a:cs typeface="Poppins"/>
              <a:sym typeface="Poppins"/>
            </a:endParaRPr>
          </a:p>
          <a:p>
            <a:pPr indent="-161925" lvl="0" marL="57150" rtl="0" algn="l">
              <a:spcBef>
                <a:spcPts val="0"/>
              </a:spcBef>
              <a:spcAft>
                <a:spcPts val="0"/>
              </a:spcAft>
              <a:buClr>
                <a:srgbClr val="333333"/>
              </a:buClr>
              <a:buSzPts val="750"/>
              <a:buFont typeface="Poppins"/>
              <a:buChar char="●"/>
            </a:pPr>
            <a:r>
              <a:rPr b="1" lang="en-US" sz="750">
                <a:solidFill>
                  <a:srgbClr val="333333"/>
                </a:solidFill>
                <a:latin typeface="Poppins"/>
                <a:ea typeface="Poppins"/>
                <a:cs typeface="Poppins"/>
                <a:sym typeface="Poppins"/>
              </a:rPr>
              <a:t>Zero Brand Awareness — </a:t>
            </a:r>
            <a:r>
              <a:rPr lang="en-US" sz="750">
                <a:solidFill>
                  <a:srgbClr val="333333"/>
                </a:solidFill>
                <a:latin typeface="Poppins"/>
                <a:ea typeface="Poppins"/>
                <a:cs typeface="Poppins"/>
                <a:sym typeface="Poppins"/>
              </a:rPr>
              <a:t>Starting from scratch in a market that values "mi banco de toda la vida." Needs "show, not tell" via partnerships &amp; PLG.</a:t>
            </a:r>
            <a:endParaRPr sz="750">
              <a:solidFill>
                <a:srgbClr val="333333"/>
              </a:solidFill>
              <a:latin typeface="Poppins"/>
              <a:ea typeface="Poppins"/>
              <a:cs typeface="Poppins"/>
              <a:sym typeface="Poppins"/>
            </a:endParaRPr>
          </a:p>
          <a:p>
            <a:pPr indent="-161925" lvl="0" marL="57150" rtl="0" algn="l">
              <a:spcBef>
                <a:spcPts val="0"/>
              </a:spcBef>
              <a:spcAft>
                <a:spcPts val="0"/>
              </a:spcAft>
              <a:buClr>
                <a:srgbClr val="333333"/>
              </a:buClr>
              <a:buSzPts val="750"/>
              <a:buFont typeface="Poppins"/>
              <a:buChar char="●"/>
            </a:pPr>
            <a:r>
              <a:rPr b="1" lang="en-US" sz="750">
                <a:solidFill>
                  <a:srgbClr val="333333"/>
                </a:solidFill>
                <a:latin typeface="Poppins"/>
                <a:ea typeface="Poppins"/>
                <a:cs typeface="Poppins"/>
                <a:sym typeface="Poppins"/>
              </a:rPr>
              <a:t>Lack of Granular Planning — </a:t>
            </a:r>
            <a:r>
              <a:rPr lang="en-US" sz="750">
                <a:solidFill>
                  <a:srgbClr val="333333"/>
                </a:solidFill>
                <a:latin typeface="Poppins"/>
                <a:ea typeface="Poppins"/>
                <a:cs typeface="Poppins"/>
                <a:sym typeface="Poppins"/>
              </a:rPr>
              <a:t>Annual target clear (6,021 customers), but no monthly KPIs defined. Hinders agile course correction.</a:t>
            </a:r>
            <a:endParaRPr sz="750">
              <a:solidFill>
                <a:srgbClr val="333333"/>
              </a:solidFill>
              <a:latin typeface="Poppins"/>
              <a:ea typeface="Poppins"/>
              <a:cs typeface="Poppins"/>
              <a:sym typeface="Poppins"/>
            </a:endParaRPr>
          </a:p>
        </p:txBody>
      </p:sp>
      <p:sp>
        <p:nvSpPr>
          <p:cNvPr id="4383" name="Google Shape;4383;p354"/>
          <p:cNvSpPr/>
          <p:nvPr/>
        </p:nvSpPr>
        <p:spPr>
          <a:xfrm>
            <a:off x="220000" y="2310000"/>
            <a:ext cx="4350000" cy="1449900"/>
          </a:xfrm>
          <a:prstGeom prst="roundRect">
            <a:avLst>
              <a:gd fmla="val 16667" name="adj"/>
            </a:avLst>
          </a:prstGeom>
          <a:solidFill>
            <a:srgbClr val="E8F5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4" name="Google Shape;4384;p354"/>
          <p:cNvSpPr txBox="1"/>
          <p:nvPr/>
        </p:nvSpPr>
        <p:spPr>
          <a:xfrm rot="-5400000">
            <a:off x="-500417" y="2673281"/>
            <a:ext cx="16974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222222"/>
                </a:solidFill>
                <a:latin typeface="Inter Tight"/>
                <a:ea typeface="Inter Tight"/>
                <a:cs typeface="Inter Tight"/>
                <a:sym typeface="Inter Tight"/>
              </a:rPr>
              <a:t>OPPORTUNITIES</a:t>
            </a:r>
            <a:endParaRPr b="1" sz="1100">
              <a:solidFill>
                <a:srgbClr val="222222"/>
              </a:solidFill>
              <a:latin typeface="Inter Tight"/>
              <a:ea typeface="Inter Tight"/>
              <a:cs typeface="Inter Tight"/>
              <a:sym typeface="Inter Tight"/>
            </a:endParaRPr>
          </a:p>
        </p:txBody>
      </p:sp>
      <p:sp>
        <p:nvSpPr>
          <p:cNvPr id="4385" name="Google Shape;4385;p354"/>
          <p:cNvSpPr txBox="1"/>
          <p:nvPr/>
        </p:nvSpPr>
        <p:spPr>
          <a:xfrm>
            <a:off x="562400" y="2403955"/>
            <a:ext cx="3937500" cy="1149900"/>
          </a:xfrm>
          <a:prstGeom prst="rect">
            <a:avLst/>
          </a:prstGeom>
          <a:noFill/>
          <a:ln>
            <a:noFill/>
          </a:ln>
        </p:spPr>
        <p:txBody>
          <a:bodyPr anchorCtr="0" anchor="t" bIns="91425" lIns="91425" spcFirstLastPara="1" rIns="91425" wrap="square" tIns="91425">
            <a:noAutofit/>
          </a:bodyPr>
          <a:lstStyle/>
          <a:p>
            <a:pPr indent="-161925" lvl="0" marL="57150" rtl="0" algn="l">
              <a:spcBef>
                <a:spcPts val="0"/>
              </a:spcBef>
              <a:spcAft>
                <a:spcPts val="0"/>
              </a:spcAft>
              <a:buClr>
                <a:srgbClr val="333333"/>
              </a:buClr>
              <a:buSzPts val="750"/>
              <a:buFont typeface="Poppins"/>
              <a:buChar char="●"/>
            </a:pPr>
            <a:r>
              <a:rPr lang="en-US" sz="750">
                <a:solidFill>
                  <a:srgbClr val="333333"/>
                </a:solidFill>
                <a:latin typeface="Poppins"/>
                <a:ea typeface="Poppins"/>
                <a:cs typeface="Poppins"/>
                <a:sym typeface="Poppins"/>
              </a:rPr>
              <a:t>Systemic Trust Vacuum — ALL competitors fail on crisis support (account freezes, fund retention). First to offer human-led support for high-stakes issues wins.</a:t>
            </a:r>
            <a:endParaRPr sz="750">
              <a:solidFill>
                <a:srgbClr val="333333"/>
              </a:solidFill>
              <a:latin typeface="Poppins"/>
              <a:ea typeface="Poppins"/>
              <a:cs typeface="Poppins"/>
              <a:sym typeface="Poppins"/>
            </a:endParaRPr>
          </a:p>
          <a:p>
            <a:pPr indent="-161925" lvl="0" marL="57150" rtl="0" algn="l">
              <a:spcBef>
                <a:spcPts val="0"/>
              </a:spcBef>
              <a:spcAft>
                <a:spcPts val="0"/>
              </a:spcAft>
              <a:buClr>
                <a:srgbClr val="333333"/>
              </a:buClr>
              <a:buSzPts val="750"/>
              <a:buFont typeface="Poppins"/>
              <a:buChar char="●"/>
            </a:pPr>
            <a:r>
              <a:rPr lang="en-US" sz="750">
                <a:solidFill>
                  <a:srgbClr val="333333"/>
                </a:solidFill>
                <a:latin typeface="Poppins"/>
                <a:ea typeface="Poppins"/>
                <a:cs typeface="Poppins"/>
                <a:sym typeface="Poppins"/>
              </a:rPr>
              <a:t>Underserved Newborn Businesses — Highest pain (registration, anxiety), zero loyalty to incumbents. Monzo's offering is precision-engineered for this ICP.</a:t>
            </a:r>
            <a:endParaRPr sz="750">
              <a:solidFill>
                <a:srgbClr val="333333"/>
              </a:solidFill>
              <a:latin typeface="Poppins"/>
              <a:ea typeface="Poppins"/>
              <a:cs typeface="Poppins"/>
              <a:sym typeface="Poppins"/>
            </a:endParaRPr>
          </a:p>
          <a:p>
            <a:pPr indent="-161925" lvl="0" marL="57150" rtl="0" algn="l">
              <a:spcBef>
                <a:spcPts val="0"/>
              </a:spcBef>
              <a:spcAft>
                <a:spcPts val="0"/>
              </a:spcAft>
              <a:buClr>
                <a:srgbClr val="333333"/>
              </a:buClr>
              <a:buSzPts val="750"/>
              <a:buFont typeface="Poppins"/>
              <a:buChar char="●"/>
            </a:pPr>
            <a:r>
              <a:rPr lang="en-US" sz="750">
                <a:solidFill>
                  <a:srgbClr val="333333"/>
                </a:solidFill>
                <a:latin typeface="Poppins"/>
                <a:ea typeface="Poppins"/>
                <a:cs typeface="Poppins"/>
                <a:sym typeface="Poppins"/>
              </a:rPr>
              <a:t> "Second Bank" Phenomenon — Fintech customers maintain parallel traditional accounts due to integration gaps. Tax Pots + Spanish IBAN = path to primary account.</a:t>
            </a:r>
            <a:endParaRPr sz="750">
              <a:solidFill>
                <a:srgbClr val="333333"/>
              </a:solidFill>
              <a:latin typeface="Poppins"/>
              <a:ea typeface="Poppins"/>
              <a:cs typeface="Poppins"/>
              <a:sym typeface="Poppins"/>
            </a:endParaRPr>
          </a:p>
          <a:p>
            <a:pPr indent="-161925" lvl="0" marL="57150" rtl="0" algn="l">
              <a:spcBef>
                <a:spcPts val="0"/>
              </a:spcBef>
              <a:spcAft>
                <a:spcPts val="0"/>
              </a:spcAft>
              <a:buClr>
                <a:srgbClr val="333333"/>
              </a:buClr>
              <a:buSzPts val="750"/>
              <a:buFont typeface="Poppins"/>
              <a:buChar char="●"/>
            </a:pPr>
            <a:r>
              <a:rPr lang="en-US" sz="750">
                <a:solidFill>
                  <a:srgbClr val="333333"/>
                </a:solidFill>
                <a:latin typeface="Poppins"/>
                <a:ea typeface="Poppins"/>
                <a:cs typeface="Poppins"/>
                <a:sym typeface="Poppins"/>
              </a:rPr>
              <a:t>Integration Gap: No Competitor Covers 4/4 — VeriFactu + Digitalizacion Certificada + TGSS + AEAT. If Monzo achieves all 4, it's the only complete BB solution in Spain.</a:t>
            </a:r>
            <a:endParaRPr sz="750">
              <a:solidFill>
                <a:srgbClr val="333333"/>
              </a:solidFill>
              <a:latin typeface="Poppins"/>
              <a:ea typeface="Poppins"/>
              <a:cs typeface="Poppins"/>
              <a:sym typeface="Poppins"/>
            </a:endParaRPr>
          </a:p>
        </p:txBody>
      </p:sp>
      <p:sp>
        <p:nvSpPr>
          <p:cNvPr id="4386" name="Google Shape;4386;p354"/>
          <p:cNvSpPr/>
          <p:nvPr/>
        </p:nvSpPr>
        <p:spPr>
          <a:xfrm>
            <a:off x="4630000" y="2310000"/>
            <a:ext cx="4350000" cy="1449900"/>
          </a:xfrm>
          <a:prstGeom prst="roundRect">
            <a:avLst>
              <a:gd fmla="val 16667" name="adj"/>
            </a:avLst>
          </a:prstGeom>
          <a:solidFill>
            <a:srgbClr val="FFF3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7" name="Google Shape;4387;p354"/>
          <p:cNvSpPr txBox="1"/>
          <p:nvPr/>
        </p:nvSpPr>
        <p:spPr>
          <a:xfrm rot="-5400000">
            <a:off x="3946565" y="2608257"/>
            <a:ext cx="15723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222222"/>
                </a:solidFill>
                <a:latin typeface="Inter Tight"/>
                <a:ea typeface="Inter Tight"/>
                <a:cs typeface="Inter Tight"/>
                <a:sym typeface="Inter Tight"/>
              </a:rPr>
              <a:t>THREATS</a:t>
            </a:r>
            <a:endParaRPr b="1" sz="1100">
              <a:solidFill>
                <a:srgbClr val="222222"/>
              </a:solidFill>
              <a:latin typeface="Inter Tight"/>
              <a:ea typeface="Inter Tight"/>
              <a:cs typeface="Inter Tight"/>
              <a:sym typeface="Inter Tight"/>
            </a:endParaRPr>
          </a:p>
        </p:txBody>
      </p:sp>
      <p:sp>
        <p:nvSpPr>
          <p:cNvPr id="4388" name="Google Shape;4388;p354"/>
          <p:cNvSpPr txBox="1"/>
          <p:nvPr/>
        </p:nvSpPr>
        <p:spPr>
          <a:xfrm>
            <a:off x="4972400" y="2306567"/>
            <a:ext cx="3937500" cy="1149900"/>
          </a:xfrm>
          <a:prstGeom prst="rect">
            <a:avLst/>
          </a:prstGeom>
          <a:noFill/>
          <a:ln>
            <a:noFill/>
          </a:ln>
        </p:spPr>
        <p:txBody>
          <a:bodyPr anchorCtr="0" anchor="t" bIns="91425" lIns="91425" spcFirstLastPara="1" rIns="91425" wrap="square" tIns="91425">
            <a:noAutofit/>
          </a:bodyPr>
          <a:lstStyle/>
          <a:p>
            <a:pPr indent="-161925" lvl="0" marL="57150" rtl="0" algn="l">
              <a:spcBef>
                <a:spcPts val="0"/>
              </a:spcBef>
              <a:spcAft>
                <a:spcPts val="0"/>
              </a:spcAft>
              <a:buClr>
                <a:srgbClr val="333333"/>
              </a:buClr>
              <a:buSzPts val="750"/>
              <a:buFont typeface="Poppins"/>
              <a:buChar char="●"/>
            </a:pPr>
            <a:r>
              <a:rPr lang="en-US" sz="750">
                <a:solidFill>
                  <a:srgbClr val="333333"/>
                </a:solidFill>
                <a:latin typeface="Poppins"/>
                <a:ea typeface="Poppins"/>
                <a:cs typeface="Poppins"/>
                <a:sym typeface="Poppins"/>
              </a:rPr>
              <a:t>Cultural Inertia — Spain's uncertainty avoidance index: 86 (vs. UK 35). Only 25% SMBs switch banks in 5 years.</a:t>
            </a:r>
            <a:endParaRPr sz="750">
              <a:solidFill>
                <a:srgbClr val="333333"/>
              </a:solidFill>
              <a:latin typeface="Poppins"/>
              <a:ea typeface="Poppins"/>
              <a:cs typeface="Poppins"/>
              <a:sym typeface="Poppins"/>
            </a:endParaRPr>
          </a:p>
          <a:p>
            <a:pPr indent="-161925" lvl="0" marL="57150" rtl="0" algn="l">
              <a:spcBef>
                <a:spcPts val="0"/>
              </a:spcBef>
              <a:spcAft>
                <a:spcPts val="0"/>
              </a:spcAft>
              <a:buClr>
                <a:srgbClr val="333333"/>
              </a:buClr>
              <a:buSzPts val="750"/>
              <a:buFont typeface="Poppins"/>
              <a:buChar char="●"/>
            </a:pPr>
            <a:r>
              <a:rPr lang="en-US" sz="750">
                <a:solidFill>
                  <a:srgbClr val="333333"/>
                </a:solidFill>
                <a:latin typeface="Poppins"/>
                <a:ea typeface="Poppins"/>
                <a:cs typeface="Poppins"/>
                <a:sym typeface="Poppins"/>
              </a:rPr>
              <a:t>Neobank Reputational Contagion — Account freezes &amp; fund retention tarnish category. But Qonto (€144M profit) &amp; SumUp ($600M rev) are maturing dual threat.</a:t>
            </a:r>
            <a:endParaRPr sz="750">
              <a:solidFill>
                <a:srgbClr val="333333"/>
              </a:solidFill>
              <a:latin typeface="Poppins"/>
              <a:ea typeface="Poppins"/>
              <a:cs typeface="Poppins"/>
              <a:sym typeface="Poppins"/>
            </a:endParaRPr>
          </a:p>
          <a:p>
            <a:pPr indent="-161925" lvl="0" marL="57150" rtl="0" algn="l">
              <a:spcBef>
                <a:spcPts val="0"/>
              </a:spcBef>
              <a:spcAft>
                <a:spcPts val="0"/>
              </a:spcAft>
              <a:buClr>
                <a:srgbClr val="333333"/>
              </a:buClr>
              <a:buSzPts val="750"/>
              <a:buFont typeface="Poppins"/>
              <a:buChar char="●"/>
            </a:pPr>
            <a:r>
              <a:rPr lang="en-US" sz="750">
                <a:solidFill>
                  <a:srgbClr val="333333"/>
                </a:solidFill>
                <a:latin typeface="Poppins"/>
                <a:ea typeface="Poppins"/>
                <a:cs typeface="Poppins"/>
                <a:sym typeface="Poppins"/>
              </a:rPr>
              <a:t>Qonto Banking License (Jul 2025) — If granted: lending, savings, overdrafts, potentially TGSS. Narrows Monzo's competitive window significantly.</a:t>
            </a:r>
            <a:endParaRPr sz="750">
              <a:solidFill>
                <a:srgbClr val="333333"/>
              </a:solidFill>
              <a:latin typeface="Poppins"/>
              <a:ea typeface="Poppins"/>
              <a:cs typeface="Poppins"/>
              <a:sym typeface="Poppins"/>
            </a:endParaRPr>
          </a:p>
          <a:p>
            <a:pPr indent="-161925" lvl="0" marL="57150" rtl="0" algn="l">
              <a:spcBef>
                <a:spcPts val="0"/>
              </a:spcBef>
              <a:spcAft>
                <a:spcPts val="0"/>
              </a:spcAft>
              <a:buClr>
                <a:srgbClr val="333333"/>
              </a:buClr>
              <a:buSzPts val="750"/>
              <a:buFont typeface="Poppins"/>
              <a:buChar char="●"/>
            </a:pPr>
            <a:r>
              <a:rPr lang="en-US" sz="750">
                <a:solidFill>
                  <a:srgbClr val="333333"/>
                </a:solidFill>
                <a:latin typeface="Poppins"/>
                <a:ea typeface="Poppins"/>
                <a:cs typeface="Poppins"/>
                <a:sym typeface="Poppins"/>
              </a:rPr>
              <a:t>Post-OPA Incumbent Aggression — BBVA OPA failed (Oct 2025). Sabadell now independent, €6.3B shareholder returns — will compete aggressively for SME share.</a:t>
            </a:r>
            <a:endParaRPr sz="750">
              <a:solidFill>
                <a:srgbClr val="333333"/>
              </a:solidFill>
              <a:latin typeface="Poppins"/>
              <a:ea typeface="Poppins"/>
              <a:cs typeface="Poppins"/>
              <a:sym typeface="Poppins"/>
            </a:endParaRPr>
          </a:p>
          <a:p>
            <a:pPr indent="-161925" lvl="0" marL="57150" rtl="0" algn="l">
              <a:spcBef>
                <a:spcPts val="0"/>
              </a:spcBef>
              <a:spcAft>
                <a:spcPts val="0"/>
              </a:spcAft>
              <a:buClr>
                <a:srgbClr val="333333"/>
              </a:buClr>
              <a:buSzPts val="750"/>
              <a:buFont typeface="Poppins"/>
              <a:buChar char="●"/>
            </a:pPr>
            <a:r>
              <a:rPr lang="en-US" sz="750">
                <a:solidFill>
                  <a:srgbClr val="333333"/>
                </a:solidFill>
                <a:latin typeface="Poppins"/>
                <a:ea typeface="Poppins"/>
                <a:cs typeface="Poppins"/>
                <a:sym typeface="Poppins"/>
              </a:rPr>
              <a:t>Well-Funded Fintechs at Scale — Qonto €448.7M rev, SumUp pre-IPO $10-15B, Finom &gt;€300M funded. No longer scrappy startups.</a:t>
            </a:r>
            <a:endParaRPr sz="750">
              <a:solidFill>
                <a:srgbClr val="333333"/>
              </a:solidFill>
              <a:latin typeface="Poppins"/>
              <a:ea typeface="Poppins"/>
              <a:cs typeface="Poppins"/>
              <a:sym typeface="Poppins"/>
            </a:endParaRPr>
          </a:p>
        </p:txBody>
      </p:sp>
      <p:sp>
        <p:nvSpPr>
          <p:cNvPr id="4389" name="Google Shape;4389;p354"/>
          <p:cNvSpPr/>
          <p:nvPr/>
        </p:nvSpPr>
        <p:spPr>
          <a:xfrm>
            <a:off x="220000" y="3860000"/>
            <a:ext cx="2205000" cy="1149900"/>
          </a:xfrm>
          <a:prstGeom prst="roundRect">
            <a:avLst>
              <a:gd fmla="val 16667" name="adj"/>
            </a:avLst>
          </a:prstGeom>
          <a:solidFill>
            <a:srgbClr val="F8F9FA"/>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0" name="Google Shape;4390;p354"/>
          <p:cNvSpPr/>
          <p:nvPr/>
        </p:nvSpPr>
        <p:spPr>
          <a:xfrm rot="-5400000">
            <a:off x="194275" y="4344950"/>
            <a:ext cx="350100" cy="180000"/>
          </a:xfrm>
          <a:prstGeom prst="roundRect">
            <a:avLst>
              <a:gd fmla="val 16667" name="adj"/>
            </a:avLst>
          </a:prstGeom>
          <a:solidFill>
            <a:srgbClr val="FE4F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800">
                <a:solidFill>
                  <a:schemeClr val="lt1"/>
                </a:solidFill>
              </a:rPr>
              <a:t>SO</a:t>
            </a:r>
            <a:endParaRPr b="1" sz="800">
              <a:solidFill>
                <a:schemeClr val="lt1"/>
              </a:solidFill>
            </a:endParaRPr>
          </a:p>
        </p:txBody>
      </p:sp>
      <p:sp>
        <p:nvSpPr>
          <p:cNvPr id="4391" name="Google Shape;4391;p354"/>
          <p:cNvSpPr txBox="1"/>
          <p:nvPr/>
        </p:nvSpPr>
        <p:spPr>
          <a:xfrm>
            <a:off x="436511" y="3934147"/>
            <a:ext cx="2064900" cy="10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333333"/>
                </a:solidFill>
                <a:latin typeface="Poppins"/>
                <a:ea typeface="Poppins"/>
                <a:cs typeface="Poppins"/>
                <a:sym typeface="Poppins"/>
              </a:rPr>
              <a:t>•  Lead with "Tax Anxiety" — Center all messaging on automated tax management. Free invoice generator as "show, not tell" trust-builder.</a:t>
            </a:r>
            <a:endParaRPr sz="600">
              <a:solidFill>
                <a:srgbClr val="333333"/>
              </a:solidFill>
              <a:latin typeface="Poppins"/>
              <a:ea typeface="Poppins"/>
              <a:cs typeface="Poppins"/>
              <a:sym typeface="Poppins"/>
            </a:endParaRPr>
          </a:p>
          <a:p>
            <a:pPr indent="0" lvl="0" marL="0" rtl="0" algn="l">
              <a:spcBef>
                <a:spcPts val="0"/>
              </a:spcBef>
              <a:spcAft>
                <a:spcPts val="0"/>
              </a:spcAft>
              <a:buNone/>
            </a:pPr>
            <a:r>
              <a:rPr lang="en-US" sz="600">
                <a:solidFill>
                  <a:srgbClr val="333333"/>
                </a:solidFill>
                <a:latin typeface="Poppins"/>
                <a:ea typeface="Poppins"/>
                <a:cs typeface="Poppins"/>
                <a:sym typeface="Poppins"/>
              </a:rPr>
              <a:t>•  "Anti-Fair-Weather Friend" — Guarantee accessible human support for critical issues. Market explicitly as core differentiator.</a:t>
            </a:r>
            <a:endParaRPr sz="600">
              <a:solidFill>
                <a:srgbClr val="333333"/>
              </a:solidFill>
              <a:latin typeface="Poppins"/>
              <a:ea typeface="Poppins"/>
              <a:cs typeface="Poppins"/>
              <a:sym typeface="Poppins"/>
            </a:endParaRPr>
          </a:p>
          <a:p>
            <a:pPr indent="0" lvl="0" marL="0" rtl="0" algn="l">
              <a:spcBef>
                <a:spcPts val="0"/>
              </a:spcBef>
              <a:spcAft>
                <a:spcPts val="0"/>
              </a:spcAft>
              <a:buNone/>
            </a:pPr>
            <a:r>
              <a:rPr lang="en-US" sz="600">
                <a:solidFill>
                  <a:srgbClr val="333333"/>
                </a:solidFill>
                <a:latin typeface="Poppins"/>
                <a:ea typeface="Poppins"/>
                <a:cs typeface="Poppins"/>
                <a:sym typeface="Poppins"/>
              </a:rPr>
              <a:t>•  Pursue "4/4 Integration" — TGSS entidad colaboradora + VeriFactu + Digitalizacion Certificada + AEAT. "</a:t>
            </a:r>
            <a:endParaRPr sz="600">
              <a:solidFill>
                <a:srgbClr val="333333"/>
              </a:solidFill>
              <a:latin typeface="Poppins"/>
              <a:ea typeface="Poppins"/>
              <a:cs typeface="Poppins"/>
              <a:sym typeface="Poppins"/>
            </a:endParaRPr>
          </a:p>
        </p:txBody>
      </p:sp>
      <p:sp>
        <p:nvSpPr>
          <p:cNvPr id="4392" name="Google Shape;4392;p354"/>
          <p:cNvSpPr/>
          <p:nvPr/>
        </p:nvSpPr>
        <p:spPr>
          <a:xfrm>
            <a:off x="2425000" y="3860000"/>
            <a:ext cx="2145000" cy="1092900"/>
          </a:xfrm>
          <a:prstGeom prst="roundRect">
            <a:avLst>
              <a:gd fmla="val 16667" name="adj"/>
            </a:avLst>
          </a:prstGeom>
          <a:solidFill>
            <a:srgbClr val="F8F9FA"/>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4393" name="Google Shape;4393;p354"/>
          <p:cNvSpPr txBox="1"/>
          <p:nvPr/>
        </p:nvSpPr>
        <p:spPr>
          <a:xfrm>
            <a:off x="2614725" y="3938918"/>
            <a:ext cx="1885200" cy="77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333333"/>
                </a:solidFill>
                <a:latin typeface="Poppins"/>
                <a:ea typeface="Poppins"/>
                <a:cs typeface="Poppins"/>
                <a:sym typeface="Poppins"/>
              </a:rPr>
              <a:t>•  "Borrow Trust" via Gestores — Partner with local accountants to circumvent cultural inertia. Co-branded materials + seamless referral process.</a:t>
            </a:r>
            <a:endParaRPr sz="600">
              <a:solidFill>
                <a:srgbClr val="333333"/>
              </a:solidFill>
              <a:latin typeface="Poppins"/>
              <a:ea typeface="Poppins"/>
              <a:cs typeface="Poppins"/>
              <a:sym typeface="Poppins"/>
            </a:endParaRPr>
          </a:p>
          <a:p>
            <a:pPr indent="0" lvl="0" marL="0" rtl="0" algn="l">
              <a:spcBef>
                <a:spcPts val="0"/>
              </a:spcBef>
              <a:spcAft>
                <a:spcPts val="0"/>
              </a:spcAft>
              <a:buNone/>
            </a:pPr>
            <a:r>
              <a:rPr lang="en-US" sz="600">
                <a:solidFill>
                  <a:srgbClr val="333333"/>
                </a:solidFill>
                <a:latin typeface="Poppins"/>
                <a:ea typeface="Poppins"/>
                <a:cs typeface="Poppins"/>
                <a:sym typeface="Poppins"/>
              </a:rPr>
              <a:t>•  Differentiate from Neobanks, Regulated bank status + crisis support quality + 4/4 integration. Nuanced: some neobanks maturing, so focus on specifics.</a:t>
            </a:r>
            <a:endParaRPr sz="600">
              <a:solidFill>
                <a:srgbClr val="333333"/>
              </a:solidFill>
              <a:latin typeface="Poppins"/>
              <a:ea typeface="Poppins"/>
              <a:cs typeface="Poppins"/>
              <a:sym typeface="Poppins"/>
            </a:endParaRPr>
          </a:p>
        </p:txBody>
      </p:sp>
      <p:sp>
        <p:nvSpPr>
          <p:cNvPr id="4394" name="Google Shape;4394;p354"/>
          <p:cNvSpPr txBox="1"/>
          <p:nvPr/>
        </p:nvSpPr>
        <p:spPr>
          <a:xfrm>
            <a:off x="2465000" y="3890000"/>
            <a:ext cx="350100" cy="18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FFFFFF"/>
                </a:solidFill>
                <a:latin typeface="Inter Tight"/>
                <a:ea typeface="Inter Tight"/>
                <a:cs typeface="Inter Tight"/>
                <a:sym typeface="Inter Tight"/>
              </a:rPr>
              <a:t>ST</a:t>
            </a:r>
            <a:endParaRPr b="1" sz="1000">
              <a:solidFill>
                <a:srgbClr val="FFFFFF"/>
              </a:solidFill>
              <a:latin typeface="Inter Tight"/>
              <a:ea typeface="Inter Tight"/>
              <a:cs typeface="Inter Tight"/>
              <a:sym typeface="Inter Tight"/>
            </a:endParaRPr>
          </a:p>
        </p:txBody>
      </p:sp>
      <p:sp>
        <p:nvSpPr>
          <p:cNvPr id="4395" name="Google Shape;4395;p354"/>
          <p:cNvSpPr/>
          <p:nvPr/>
        </p:nvSpPr>
        <p:spPr>
          <a:xfrm>
            <a:off x="4630000" y="3860000"/>
            <a:ext cx="2145000" cy="1149900"/>
          </a:xfrm>
          <a:prstGeom prst="roundRect">
            <a:avLst>
              <a:gd fmla="val 16667" name="adj"/>
            </a:avLst>
          </a:prstGeom>
          <a:solidFill>
            <a:srgbClr val="F8F9FA"/>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6" name="Google Shape;4396;p354"/>
          <p:cNvSpPr txBox="1"/>
          <p:nvPr/>
        </p:nvSpPr>
        <p:spPr>
          <a:xfrm>
            <a:off x="4932512" y="3938925"/>
            <a:ext cx="1925100" cy="77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333333"/>
                </a:solidFill>
                <a:latin typeface="Poppins"/>
                <a:ea typeface="Poppins"/>
                <a:cs typeface="Poppins"/>
                <a:sym typeface="Poppins"/>
              </a:rPr>
              <a:t>•  Gaps → Niche Focus — No cash/multi-currency = feature for digital-native newborns. "Everything you need, nothing you don't."</a:t>
            </a:r>
            <a:endParaRPr sz="600">
              <a:solidFill>
                <a:srgbClr val="333333"/>
              </a:solidFill>
              <a:latin typeface="Poppins"/>
              <a:ea typeface="Poppins"/>
              <a:cs typeface="Poppins"/>
              <a:sym typeface="Poppins"/>
            </a:endParaRPr>
          </a:p>
          <a:p>
            <a:pPr indent="0" lvl="0" marL="0" rtl="0" algn="l">
              <a:spcBef>
                <a:spcPts val="0"/>
              </a:spcBef>
              <a:spcAft>
                <a:spcPts val="0"/>
              </a:spcAft>
              <a:buNone/>
            </a:pPr>
            <a:r>
              <a:rPr lang="en-US" sz="600">
                <a:solidFill>
                  <a:srgbClr val="333333"/>
                </a:solidFill>
                <a:latin typeface="Poppins"/>
                <a:ea typeface="Poppins"/>
                <a:cs typeface="Poppins"/>
                <a:sym typeface="Poppins"/>
              </a:rPr>
              <a:t>•  Community-Led Brand — Advisory board of 10-15 local business owners. Testimonials = launch campaign foundation. South Summit Madrid presence.</a:t>
            </a:r>
            <a:endParaRPr sz="600">
              <a:solidFill>
                <a:srgbClr val="333333"/>
              </a:solidFill>
              <a:latin typeface="Poppins"/>
              <a:ea typeface="Poppins"/>
              <a:cs typeface="Poppins"/>
              <a:sym typeface="Poppins"/>
            </a:endParaRPr>
          </a:p>
        </p:txBody>
      </p:sp>
      <p:sp>
        <p:nvSpPr>
          <p:cNvPr id="4397" name="Google Shape;4397;p354"/>
          <p:cNvSpPr/>
          <p:nvPr/>
        </p:nvSpPr>
        <p:spPr>
          <a:xfrm>
            <a:off x="6835000" y="3860000"/>
            <a:ext cx="2145000" cy="1149900"/>
          </a:xfrm>
          <a:prstGeom prst="roundRect">
            <a:avLst>
              <a:gd fmla="val 16667" name="adj"/>
            </a:avLst>
          </a:prstGeom>
          <a:solidFill>
            <a:srgbClr val="F8F9FA"/>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8" name="Google Shape;4398;p354"/>
          <p:cNvSpPr txBox="1"/>
          <p:nvPr/>
        </p:nvSpPr>
        <p:spPr>
          <a:xfrm>
            <a:off x="7075025" y="3946500"/>
            <a:ext cx="1831200" cy="77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solidFill>
                  <a:srgbClr val="333333"/>
                </a:solidFill>
                <a:latin typeface="Poppins"/>
                <a:ea typeface="Poppins"/>
                <a:cs typeface="Poppins"/>
                <a:sym typeface="Poppins"/>
              </a:rPr>
              <a:t>•  High Switching Costs ASAP — Drive Tax Pots + invoicing adoption in first 6 months. Window narrowing with Qonto's banking license filing.</a:t>
            </a:r>
            <a:endParaRPr sz="600">
              <a:solidFill>
                <a:srgbClr val="333333"/>
              </a:solidFill>
              <a:latin typeface="Poppins"/>
              <a:ea typeface="Poppins"/>
              <a:cs typeface="Poppins"/>
              <a:sym typeface="Poppins"/>
            </a:endParaRPr>
          </a:p>
          <a:p>
            <a:pPr indent="0" lvl="0" marL="0" rtl="0" algn="l">
              <a:spcBef>
                <a:spcPts val="0"/>
              </a:spcBef>
              <a:spcAft>
                <a:spcPts val="0"/>
              </a:spcAft>
              <a:buNone/>
            </a:pPr>
            <a:r>
              <a:rPr lang="en-US" sz="600">
                <a:solidFill>
                  <a:srgbClr val="333333"/>
                </a:solidFill>
                <a:latin typeface="Poppins"/>
                <a:ea typeface="Poppins"/>
                <a:cs typeface="Poppins"/>
                <a:sym typeface="Poppins"/>
              </a:rPr>
              <a:t>•  Financial Discipline — CAC target ≤ €199. Prioritize efficient channels (partnerships, PLG). Avoid price wars with Qonto (€144M profit), SumUp ($600M).</a:t>
            </a:r>
            <a:endParaRPr sz="600">
              <a:solidFill>
                <a:srgbClr val="333333"/>
              </a:solidFill>
              <a:latin typeface="Poppins"/>
              <a:ea typeface="Poppins"/>
              <a:cs typeface="Poppins"/>
              <a:sym typeface="Poppins"/>
            </a:endParaRPr>
          </a:p>
        </p:txBody>
      </p:sp>
      <p:sp>
        <p:nvSpPr>
          <p:cNvPr id="4399" name="Google Shape;4399;p354"/>
          <p:cNvSpPr txBox="1"/>
          <p:nvPr/>
        </p:nvSpPr>
        <p:spPr>
          <a:xfrm rot="-5400000">
            <a:off x="-624100" y="966527"/>
            <a:ext cx="1892700" cy="2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222222"/>
                </a:solidFill>
                <a:latin typeface="Inter Tight"/>
                <a:ea typeface="Inter Tight"/>
                <a:cs typeface="Inter Tight"/>
                <a:sym typeface="Inter Tight"/>
              </a:rPr>
              <a:t>STRENGTHS</a:t>
            </a:r>
            <a:endParaRPr b="1" sz="1100">
              <a:solidFill>
                <a:srgbClr val="222222"/>
              </a:solidFill>
              <a:latin typeface="Inter Tight"/>
              <a:ea typeface="Inter Tight"/>
              <a:cs typeface="Inter Tight"/>
              <a:sym typeface="Inter Tight"/>
            </a:endParaRPr>
          </a:p>
        </p:txBody>
      </p:sp>
      <p:sp>
        <p:nvSpPr>
          <p:cNvPr id="4400" name="Google Shape;4400;p354"/>
          <p:cNvSpPr/>
          <p:nvPr/>
        </p:nvSpPr>
        <p:spPr>
          <a:xfrm rot="-5400000">
            <a:off x="2356050" y="4344950"/>
            <a:ext cx="350100" cy="180000"/>
          </a:xfrm>
          <a:prstGeom prst="roundRect">
            <a:avLst>
              <a:gd fmla="val 16667" name="adj"/>
            </a:avLst>
          </a:prstGeom>
          <a:solidFill>
            <a:srgbClr val="FE4F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800">
                <a:solidFill>
                  <a:schemeClr val="lt1"/>
                </a:solidFill>
              </a:rPr>
              <a:t>ST</a:t>
            </a:r>
            <a:endParaRPr b="1" sz="800">
              <a:solidFill>
                <a:schemeClr val="lt1"/>
              </a:solidFill>
            </a:endParaRPr>
          </a:p>
        </p:txBody>
      </p:sp>
      <p:sp>
        <p:nvSpPr>
          <p:cNvPr id="4401" name="Google Shape;4401;p354"/>
          <p:cNvSpPr/>
          <p:nvPr/>
        </p:nvSpPr>
        <p:spPr>
          <a:xfrm rot="-5400000">
            <a:off x="4599900" y="4322146"/>
            <a:ext cx="410400" cy="180000"/>
          </a:xfrm>
          <a:prstGeom prst="roundRect">
            <a:avLst>
              <a:gd fmla="val 16667" name="adj"/>
            </a:avLst>
          </a:prstGeom>
          <a:solidFill>
            <a:srgbClr val="FE4F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800">
                <a:solidFill>
                  <a:schemeClr val="lt1"/>
                </a:solidFill>
              </a:rPr>
              <a:t>WO</a:t>
            </a:r>
            <a:endParaRPr b="1" sz="800">
              <a:solidFill>
                <a:schemeClr val="lt1"/>
              </a:solidFill>
            </a:endParaRPr>
          </a:p>
        </p:txBody>
      </p:sp>
      <p:sp>
        <p:nvSpPr>
          <p:cNvPr id="4402" name="Google Shape;4402;p354"/>
          <p:cNvSpPr/>
          <p:nvPr/>
        </p:nvSpPr>
        <p:spPr>
          <a:xfrm rot="-5400000">
            <a:off x="6779825" y="4271700"/>
            <a:ext cx="410400" cy="180000"/>
          </a:xfrm>
          <a:prstGeom prst="roundRect">
            <a:avLst>
              <a:gd fmla="val 16667" name="adj"/>
            </a:avLst>
          </a:prstGeom>
          <a:solidFill>
            <a:srgbClr val="FE4F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800">
                <a:solidFill>
                  <a:schemeClr val="lt1"/>
                </a:solidFill>
              </a:rPr>
              <a:t>WT</a:t>
            </a:r>
            <a:endParaRPr b="1" sz="800">
              <a:solidFill>
                <a:schemeClr val="lt1"/>
              </a:solidFill>
            </a:endParaRPr>
          </a:p>
        </p:txBody>
      </p:sp>
      <p:sp>
        <p:nvSpPr>
          <p:cNvPr id="4403" name="Google Shape;4403;p354"/>
          <p:cNvSpPr/>
          <p:nvPr/>
        </p:nvSpPr>
        <p:spPr>
          <a:xfrm>
            <a:off x="123606" y="121600"/>
            <a:ext cx="1496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 &amp; SWOT</a:t>
            </a:r>
            <a:endParaRPr b="1" sz="900">
              <a:solidFill>
                <a:srgbClr val="FFFFFF"/>
              </a:solidFill>
              <a:latin typeface="Poppins"/>
              <a:ea typeface="Poppins"/>
              <a:cs typeface="Poppins"/>
              <a:sym typeface="Poppins"/>
            </a:endParaRPr>
          </a:p>
        </p:txBody>
      </p:sp>
      <p:sp>
        <p:nvSpPr>
          <p:cNvPr id="4404" name="Google Shape;4404;p354"/>
          <p:cNvSpPr/>
          <p:nvPr/>
        </p:nvSpPr>
        <p:spPr>
          <a:xfrm>
            <a:off x="1679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409" name="Shape 4409"/>
        <p:cNvGrpSpPr/>
        <p:nvPr/>
      </p:nvGrpSpPr>
      <p:grpSpPr>
        <a:xfrm>
          <a:off x="0" y="0"/>
          <a:ext cx="0" cy="0"/>
          <a:chOff x="0" y="0"/>
          <a:chExt cx="0" cy="0"/>
        </a:xfrm>
      </p:grpSpPr>
      <p:sp>
        <p:nvSpPr>
          <p:cNvPr id="4410" name="Google Shape;4410;p355"/>
          <p:cNvSpPr/>
          <p:nvPr/>
        </p:nvSpPr>
        <p:spPr>
          <a:xfrm>
            <a:off x="120150" y="402300"/>
            <a:ext cx="8903700" cy="4631700"/>
          </a:xfrm>
          <a:prstGeom prst="roundRect">
            <a:avLst>
              <a:gd fmla="val 3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411" name="Google Shape;4411;p355"/>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pic>
        <p:nvPicPr>
          <p:cNvPr descr="image.png" id="4412" name="Google Shape;4412;p355"/>
          <p:cNvPicPr preferRelativeResize="0"/>
          <p:nvPr/>
        </p:nvPicPr>
        <p:blipFill rotWithShape="1">
          <a:blip r:embed="rId4">
            <a:alphaModFix/>
          </a:blip>
          <a:srcRect b="0" l="0" r="0" t="0"/>
          <a:stretch/>
        </p:blipFill>
        <p:spPr>
          <a:xfrm>
            <a:off x="213886" y="496023"/>
            <a:ext cx="355549" cy="355549"/>
          </a:xfrm>
          <a:prstGeom prst="rect">
            <a:avLst/>
          </a:prstGeom>
          <a:noFill/>
          <a:ln>
            <a:noFill/>
          </a:ln>
        </p:spPr>
      </p:pic>
      <p:sp>
        <p:nvSpPr>
          <p:cNvPr id="4413" name="Google Shape;4413;p355"/>
          <p:cNvSpPr txBox="1"/>
          <p:nvPr/>
        </p:nvSpPr>
        <p:spPr>
          <a:xfrm>
            <a:off x="630732" y="430000"/>
            <a:ext cx="8413200" cy="600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900" u="none" cap="none" strike="noStrike">
                <a:solidFill>
                  <a:schemeClr val="dk1"/>
                </a:solidFill>
                <a:latin typeface="Inter Tight Black"/>
                <a:ea typeface="Inter Tight Black"/>
                <a:cs typeface="Inter Tight Black"/>
                <a:sym typeface="Inter Tight Black"/>
              </a:rPr>
              <a:t>The Human-Centric Partner, B2B Banking Strategy for Freelancers and Solopreneurs </a:t>
            </a:r>
            <a:endParaRPr sz="1900"/>
          </a:p>
        </p:txBody>
      </p:sp>
      <p:pic>
        <p:nvPicPr>
          <p:cNvPr descr="medal_badge.png" id="4414" name="Google Shape;4414;p355"/>
          <p:cNvPicPr preferRelativeResize="0"/>
          <p:nvPr/>
        </p:nvPicPr>
        <p:blipFill rotWithShape="1">
          <a:blip r:embed="rId5">
            <a:alphaModFix/>
          </a:blip>
          <a:srcRect b="0" l="0" r="0" t="0"/>
          <a:stretch/>
        </p:blipFill>
        <p:spPr>
          <a:xfrm>
            <a:off x="270000" y="1043624"/>
            <a:ext cx="380000" cy="380000"/>
          </a:xfrm>
          <a:prstGeom prst="rect">
            <a:avLst/>
          </a:prstGeom>
          <a:noFill/>
          <a:ln>
            <a:noFill/>
          </a:ln>
        </p:spPr>
      </p:pic>
      <p:sp>
        <p:nvSpPr>
          <p:cNvPr id="4415" name="Google Shape;4415;p355"/>
          <p:cNvSpPr txBox="1"/>
          <p:nvPr/>
        </p:nvSpPr>
        <p:spPr>
          <a:xfrm>
            <a:off x="825000" y="1019056"/>
            <a:ext cx="8117700" cy="70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00">
                <a:solidFill>
                  <a:schemeClr val="dk1"/>
                </a:solidFill>
                <a:latin typeface="Poppins"/>
                <a:ea typeface="Poppins"/>
                <a:cs typeface="Poppins"/>
                <a:sym typeface="Poppins"/>
              </a:rPr>
              <a:t>Finom combines high-tech efficiency (24h IBAN, 60s invoicing) with human-centric, localized service (Barcelona branch). Acquisition driven by low-barrier free plan with cashback. Primary churn catalyst: catastrophic failure in high-stakes scenarios (missing funds, account freezes) plus inability to pay Spanish taxes — undermining the 'all-in-one' promise.</a:t>
            </a:r>
            <a:endParaRPr/>
          </a:p>
        </p:txBody>
      </p:sp>
      <p:sp>
        <p:nvSpPr>
          <p:cNvPr id="4416" name="Google Shape;4416;p355"/>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17" name="Google Shape;4417;p355"/>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Strengths</a:t>
            </a:r>
            <a:endParaRPr/>
          </a:p>
        </p:txBody>
      </p:sp>
      <p:sp>
        <p:nvSpPr>
          <p:cNvPr id="4418" name="Google Shape;4418;p355"/>
          <p:cNvSpPr txBox="1"/>
          <p:nvPr/>
        </p:nvSpPr>
        <p:spPr>
          <a:xfrm>
            <a:off x="545000" y="1780000"/>
            <a:ext cx="4440000" cy="1354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Exceptional Routine Support:</a:t>
            </a:r>
            <a:r>
              <a:rPr b="0" i="0" lang="en-US" sz="800">
                <a:solidFill>
                  <a:srgbClr val="333333"/>
                </a:solidFill>
                <a:latin typeface="Poppins"/>
                <a:ea typeface="Poppins"/>
                <a:cs typeface="Poppins"/>
                <a:sym typeface="Poppins"/>
              </a:rPr>
              <a:t> Consistently praised as "blazing fast" and "personalized" from "real people" — key differentiator vs. traditional banks.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All-in-One Platform:</a:t>
            </a:r>
            <a:r>
              <a:rPr b="0" i="0" lang="en-US" sz="800">
                <a:solidFill>
                  <a:srgbClr val="333333"/>
                </a:solidFill>
                <a:latin typeface="Poppins"/>
                <a:ea typeface="Poppins"/>
                <a:cs typeface="Poppins"/>
                <a:sym typeface="Poppins"/>
              </a:rPr>
              <a:t> Consolidates business account, invoicing (20%+ faster payments), expense management, and accounting integrations in one dashboard.</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Compelling Freemium + Incentives:</a:t>
            </a:r>
            <a:r>
              <a:rPr b="0" i="0" lang="en-US" sz="800">
                <a:solidFill>
                  <a:srgbClr val="333333"/>
                </a:solidFill>
                <a:latin typeface="Poppins"/>
                <a:ea typeface="Poppins"/>
                <a:cs typeface="Poppins"/>
                <a:sym typeface="Poppins"/>
              </a:rPr>
              <a:t> Fully functional free Solo plan with up to 3% cashback on card expenses. 125K+ customers, &gt;€300M funded.</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Fast Onboarding:</a:t>
            </a:r>
            <a:r>
              <a:rPr b="0" i="0" lang="en-US" sz="800">
                <a:solidFill>
                  <a:srgbClr val="333333"/>
                </a:solidFill>
                <a:latin typeface="Poppins"/>
                <a:ea typeface="Poppins"/>
                <a:cs typeface="Poppins"/>
                <a:sym typeface="Poppins"/>
              </a:rPr>
              <a:t> Fully online, local Spanish IBAN in 24 hours. Solaris BaaS partnership enables banking infrastructure.</a:t>
            </a:r>
            <a:endParaRPr/>
          </a:p>
        </p:txBody>
      </p:sp>
      <p:sp>
        <p:nvSpPr>
          <p:cNvPr id="4419" name="Google Shape;4419;p355"/>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20" name="Google Shape;4420;p355"/>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Weaknesses</a:t>
            </a:r>
            <a:endParaRPr/>
          </a:p>
        </p:txBody>
      </p:sp>
      <p:sp>
        <p:nvSpPr>
          <p:cNvPr id="4421" name="Google Shape;4421;p355"/>
          <p:cNvSpPr txBox="1"/>
          <p:nvPr/>
        </p:nvSpPr>
        <p:spPr>
          <a:xfrm>
            <a:off x="545000" y="3450000"/>
            <a:ext cx="4440000" cy="1477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Critical AEAT Gap:</a:t>
            </a:r>
            <a:r>
              <a:rPr b="0" i="0" lang="en-US" sz="800">
                <a:solidFill>
                  <a:srgbClr val="333333"/>
                </a:solidFill>
                <a:latin typeface="Poppins"/>
                <a:ea typeface="Poppins"/>
                <a:cs typeface="Poppins"/>
                <a:sym typeface="Poppins"/>
              </a:rPr>
              <a:t> Cannot pay taxes or handle direct debits from Agencia Tributaria — a major flaw undermining the "all-in-one" promise for Spanish businesses.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Crisis Support Failure:</a:t>
            </a:r>
            <a:r>
              <a:rPr b="0" i="0" lang="en-US" sz="800">
                <a:solidFill>
                  <a:srgbClr val="333333"/>
                </a:solidFill>
                <a:latin typeface="Poppins"/>
                <a:ea typeface="Poppins"/>
                <a:cs typeface="Poppins"/>
                <a:sym typeface="Poppins"/>
              </a:rPr>
              <a:t> Routine support lauded but collapses during high-stakes issues: missing funds and "sporadically" responsive support in emergencies.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Lack of Core Banking:</a:t>
            </a:r>
            <a:r>
              <a:rPr b="0" i="0" lang="en-US" sz="800">
                <a:solidFill>
                  <a:srgbClr val="333333"/>
                </a:solidFill>
                <a:latin typeface="Poppins"/>
                <a:ea typeface="Poppins"/>
                <a:cs typeface="Poppins"/>
                <a:sym typeface="Poppins"/>
              </a:rPr>
              <a:t> No cash/check deposits, ATM withdrawal limits. Not ideal for businesses needing full banking.</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Account Freeze Risk:</a:t>
            </a:r>
            <a:r>
              <a:rPr b="0" i="0" lang="en-US" sz="800">
                <a:solidFill>
                  <a:srgbClr val="333333"/>
                </a:solidFill>
                <a:latin typeface="Poppins"/>
                <a:ea typeface="Poppins"/>
                <a:cs typeface="Poppins"/>
                <a:sym typeface="Poppins"/>
              </a:rPr>
              <a:t> Abrupt account blocks with little explanation — leading to accusations of being a "scam."</a:t>
            </a:r>
            <a:endParaRPr/>
          </a:p>
        </p:txBody>
      </p:sp>
      <p:sp>
        <p:nvSpPr>
          <p:cNvPr id="4422" name="Google Shape;4422;p355"/>
          <p:cNvSpPr/>
          <p:nvPr/>
        </p:nvSpPr>
        <p:spPr>
          <a:xfrm>
            <a:off x="5200000" y="2527125"/>
            <a:ext cx="1850100" cy="1872600"/>
          </a:xfrm>
          <a:prstGeom prst="roundRect">
            <a:avLst>
              <a:gd fmla="val 5000" name="adj"/>
            </a:avLst>
          </a:prstGeom>
          <a:solidFill>
            <a:srgbClr val="D6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23" name="Google Shape;4423;p355"/>
          <p:cNvSpPr txBox="1"/>
          <p:nvPr/>
        </p:nvSpPr>
        <p:spPr>
          <a:xfrm>
            <a:off x="5191250" y="2522921"/>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4424" name="Google Shape;4424;p355"/>
          <p:cNvSpPr txBox="1"/>
          <p:nvPr/>
        </p:nvSpPr>
        <p:spPr>
          <a:xfrm>
            <a:off x="5199850" y="2760675"/>
            <a:ext cx="1900200" cy="1747500"/>
          </a:xfrm>
          <a:prstGeom prst="rect">
            <a:avLst/>
          </a:prstGeom>
          <a:noFill/>
          <a:ln>
            <a:noFill/>
          </a:ln>
        </p:spPr>
        <p:txBody>
          <a:bodyPr anchorCtr="0" anchor="t" bIns="0" lIns="0" spcFirstLastPara="1" rIns="0" wrap="square" tIns="0">
            <a:noAutofit/>
          </a:bodyPr>
          <a:lstStyle/>
          <a:p>
            <a:pPr indent="-187960" lvl="0" marL="256032"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Speed:</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Opened a business account for my BV within a few hours. At ING, I'm still waiting after 4 weeks.</a:t>
            </a:r>
            <a:endParaRPr sz="1300"/>
          </a:p>
          <a:p>
            <a:pPr indent="-187960" lvl="0" marL="256032"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Human Service:</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Customer service from Emma, Alain, Igor, Javi is exceptional. Having a human is a key differentiator.</a:t>
            </a:r>
            <a:endParaRPr sz="1300"/>
          </a:p>
          <a:p>
            <a:pPr indent="-187960" lvl="0" marL="256032"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Simplicity:</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Easy, intuitive, with real Cashback. Very complete. The app is very good, fast, and efficient.</a:t>
            </a:r>
            <a:endParaRPr sz="1300"/>
          </a:p>
        </p:txBody>
      </p:sp>
      <p:sp>
        <p:nvSpPr>
          <p:cNvPr id="4425" name="Google Shape;4425;p355"/>
          <p:cNvSpPr/>
          <p:nvPr/>
        </p:nvSpPr>
        <p:spPr>
          <a:xfrm>
            <a:off x="7100000" y="2527125"/>
            <a:ext cx="1850100" cy="1872600"/>
          </a:xfrm>
          <a:prstGeom prst="roundRect">
            <a:avLst>
              <a:gd fmla="val 5000" name="adj"/>
            </a:avLst>
          </a:prstGeom>
          <a:solidFill>
            <a:srgbClr val="F5D0D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26" name="Google Shape;4426;p355"/>
          <p:cNvSpPr txBox="1"/>
          <p:nvPr/>
        </p:nvSpPr>
        <p:spPr>
          <a:xfrm>
            <a:off x="7091250" y="2522921"/>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4427" name="Google Shape;4427;p355"/>
          <p:cNvSpPr txBox="1"/>
          <p:nvPr/>
        </p:nvSpPr>
        <p:spPr>
          <a:xfrm>
            <a:off x="7063028" y="2760675"/>
            <a:ext cx="1952700" cy="1872600"/>
          </a:xfrm>
          <a:prstGeom prst="rect">
            <a:avLst/>
          </a:prstGeom>
          <a:noFill/>
          <a:ln>
            <a:noFill/>
          </a:ln>
        </p:spPr>
        <p:txBody>
          <a:bodyPr anchorCtr="0" anchor="t" bIns="0" lIns="0" spcFirstLastPara="1" rIns="0" wrap="square" tIns="0">
            <a:noAutofit/>
          </a:bodyPr>
          <a:lstStyle/>
          <a:p>
            <a:pPr indent="-187960" lvl="0" marL="256032"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Missing Funds:</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All the money in my account just disappeared. I've been waiting 3 months for them to return it.</a:t>
            </a:r>
            <a:endParaRPr sz="1300"/>
          </a:p>
          <a:p>
            <a:pPr indent="-187960" lvl="0" marL="256032"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Tax Gap:</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Warning: you can't make payments to Hacienda. Forces you to have another account just for that.</a:t>
            </a:r>
            <a:endParaRPr sz="1300"/>
          </a:p>
          <a:p>
            <a:pPr indent="-187960" lvl="0" marL="256032"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Bait-and-Switch:</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Abusive changes to terms. They tell you it's free, then after 30 minutes... hundreds of euros.</a:t>
            </a:r>
            <a:endParaRPr sz="1300"/>
          </a:p>
        </p:txBody>
      </p:sp>
      <p:sp>
        <p:nvSpPr>
          <p:cNvPr id="4428" name="Google Shape;4428;p355"/>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429" name="Google Shape;4429;p355"/>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0" name="Google Shape;4430;p355"/>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6"/>
              </a:rPr>
              <a:t>4.6/5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7"/>
              </a:rPr>
              <a:t>12K</a:t>
            </a:r>
            <a:endParaRPr sz="700">
              <a:solidFill>
                <a:srgbClr val="808080"/>
              </a:solidFill>
              <a:latin typeface="Poppins"/>
              <a:ea typeface="Poppins"/>
              <a:cs typeface="Poppins"/>
              <a:sym typeface="Poppins"/>
            </a:endParaRPr>
          </a:p>
        </p:txBody>
      </p:sp>
      <p:pic>
        <p:nvPicPr>
          <p:cNvPr id="4431" name="Google Shape;4431;p355"/>
          <p:cNvPicPr preferRelativeResize="0"/>
          <p:nvPr/>
        </p:nvPicPr>
        <p:blipFill>
          <a:blip r:embed="rId8">
            <a:alphaModFix/>
          </a:blip>
          <a:stretch>
            <a:fillRect/>
          </a:stretch>
        </p:blipFill>
        <p:spPr>
          <a:xfrm>
            <a:off x="5572929" y="4508200"/>
            <a:ext cx="500000" cy="125000"/>
          </a:xfrm>
          <a:prstGeom prst="rect">
            <a:avLst/>
          </a:prstGeom>
          <a:noFill/>
          <a:ln>
            <a:noFill/>
          </a:ln>
        </p:spPr>
      </p:pic>
      <p:sp>
        <p:nvSpPr>
          <p:cNvPr id="4432" name="Google Shape;4432;p355"/>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9"/>
              </a:rPr>
              <a:t>4.7/5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0"/>
              </a:rPr>
              <a:t>164</a:t>
            </a:r>
            <a:endParaRPr sz="700">
              <a:solidFill>
                <a:srgbClr val="808080"/>
              </a:solidFill>
              <a:latin typeface="Poppins"/>
              <a:ea typeface="Poppins"/>
              <a:cs typeface="Poppins"/>
              <a:sym typeface="Poppins"/>
            </a:endParaRPr>
          </a:p>
        </p:txBody>
      </p:sp>
      <p:pic>
        <p:nvPicPr>
          <p:cNvPr id="4433" name="Google Shape;4433;p355"/>
          <p:cNvPicPr preferRelativeResize="0"/>
          <p:nvPr/>
        </p:nvPicPr>
        <p:blipFill>
          <a:blip r:embed="rId11">
            <a:alphaModFix/>
          </a:blip>
          <a:stretch>
            <a:fillRect/>
          </a:stretch>
        </p:blipFill>
        <p:spPr>
          <a:xfrm>
            <a:off x="6996261" y="4493200"/>
            <a:ext cx="140000" cy="140000"/>
          </a:xfrm>
          <a:prstGeom prst="rect">
            <a:avLst/>
          </a:prstGeom>
          <a:noFill/>
          <a:ln>
            <a:noFill/>
          </a:ln>
        </p:spPr>
      </p:pic>
      <p:sp>
        <p:nvSpPr>
          <p:cNvPr id="4434" name="Google Shape;4434;p355"/>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2"/>
              </a:rPr>
              <a:t>4.1/5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3"/>
              </a:rPr>
              <a:t>3.2K</a:t>
            </a:r>
            <a:endParaRPr sz="700">
              <a:solidFill>
                <a:srgbClr val="808080"/>
              </a:solidFill>
              <a:latin typeface="Poppins"/>
              <a:ea typeface="Poppins"/>
              <a:cs typeface="Poppins"/>
              <a:sym typeface="Poppins"/>
            </a:endParaRPr>
          </a:p>
        </p:txBody>
      </p:sp>
      <p:pic>
        <p:nvPicPr>
          <p:cNvPr id="4435" name="Google Shape;4435;p355"/>
          <p:cNvPicPr preferRelativeResize="0"/>
          <p:nvPr/>
        </p:nvPicPr>
        <p:blipFill>
          <a:blip r:embed="rId14">
            <a:alphaModFix/>
          </a:blip>
          <a:stretch>
            <a:fillRect/>
          </a:stretch>
        </p:blipFill>
        <p:spPr>
          <a:xfrm>
            <a:off x="8059595" y="4483200"/>
            <a:ext cx="500000" cy="150000"/>
          </a:xfrm>
          <a:prstGeom prst="rect">
            <a:avLst/>
          </a:prstGeom>
          <a:noFill/>
          <a:ln>
            <a:noFill/>
          </a:ln>
        </p:spPr>
      </p:pic>
      <p:sp>
        <p:nvSpPr>
          <p:cNvPr id="4436" name="Google Shape;4436;p355"/>
          <p:cNvSpPr/>
          <p:nvPr/>
        </p:nvSpPr>
        <p:spPr>
          <a:xfrm>
            <a:off x="5200000" y="1700950"/>
            <a:ext cx="3669900" cy="766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125K+ businesses</a:t>
            </a:r>
            <a:r>
              <a:rPr lang="en-US" sz="700" u="sng">
                <a:solidFill>
                  <a:schemeClr val="dk1"/>
                </a:solidFill>
                <a:latin typeface="Poppins"/>
                <a:ea typeface="Poppins"/>
                <a:cs typeface="Poppins"/>
                <a:sym typeface="Poppins"/>
                <a:hlinkClick r:id="rId15">
                  <a:extLst>
                    <a:ext uri="{A12FA001-AC4F-418D-AE19-62706E023703}">
                      <ahyp:hlinkClr val="tx"/>
                    </a:ext>
                  </a:extLst>
                </a:hlinkClick>
              </a:rPr>
              <a:t> (1)</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Revenue</a:t>
            </a:r>
            <a:r>
              <a:rPr b="1" lang="en-US" sz="1200">
                <a:solidFill>
                  <a:schemeClr val="dk1"/>
                </a:solidFill>
                <a:latin typeface="Poppins"/>
                <a:ea typeface="Poppins"/>
                <a:cs typeface="Poppins"/>
                <a:sym typeface="Poppins"/>
              </a:rPr>
              <a:t>: ~$50M ARR</a:t>
            </a:r>
            <a:r>
              <a:rPr lang="en-US" sz="700" u="sng">
                <a:solidFill>
                  <a:schemeClr val="dk1"/>
                </a:solidFill>
                <a:latin typeface="Poppins"/>
                <a:ea typeface="Poppins"/>
                <a:cs typeface="Poppins"/>
                <a:sym typeface="Poppins"/>
                <a:hlinkClick r:id="rId16">
                  <a:extLst>
                    <a:ext uri="{A12FA001-AC4F-418D-AE19-62706E023703}">
                      <ahyp:hlinkClr val="tx"/>
                    </a:ext>
                  </a:extLst>
                </a:hlinkClick>
              </a:rPr>
              <a:t> (2)</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Market</a:t>
            </a:r>
            <a:r>
              <a:rPr b="1" lang="en-US" sz="1200">
                <a:solidFill>
                  <a:schemeClr val="dk1"/>
                </a:solidFill>
                <a:latin typeface="Poppins"/>
                <a:ea typeface="Poppins"/>
                <a:cs typeface="Poppins"/>
                <a:sym typeface="Poppins"/>
              </a:rPr>
              <a:t>: Niche SME neobank</a:t>
            </a:r>
            <a:r>
              <a:rPr lang="en-US" sz="700" u="sng">
                <a:solidFill>
                  <a:schemeClr val="dk1"/>
                </a:solidFill>
                <a:latin typeface="Poppins"/>
                <a:ea typeface="Poppins"/>
                <a:cs typeface="Poppins"/>
                <a:sym typeface="Poppins"/>
                <a:hlinkClick r:id="rId17">
                  <a:extLst>
                    <a:ext uri="{A12FA001-AC4F-418D-AE19-62706E023703}">
                      <ahyp:hlinkClr val="tx"/>
                    </a:ext>
                  </a:extLst>
                </a:hlinkClick>
              </a:rPr>
              <a:t> (3)</a:t>
            </a:r>
            <a:endParaRPr sz="700" u="sng">
              <a:solidFill>
                <a:schemeClr val="dk1"/>
              </a:solidFill>
              <a:latin typeface="Poppins"/>
              <a:ea typeface="Poppins"/>
              <a:cs typeface="Poppins"/>
              <a:sym typeface="Poppins"/>
            </a:endParaRPr>
          </a:p>
        </p:txBody>
      </p:sp>
      <p:sp>
        <p:nvSpPr>
          <p:cNvPr id="4437" name="Google Shape;4437;p355">
            <a:hlinkClick r:id="rId18"/>
          </p:cNvPr>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rgbClr val="333333"/>
                </a:solidFill>
                <a:latin typeface="Poppins"/>
                <a:ea typeface="Poppins"/>
                <a:cs typeface="Poppins"/>
                <a:sym typeface="Poppins"/>
              </a:rPr>
              <a:t>Finom docs</a:t>
            </a:r>
            <a:endParaRPr b="1" sz="900" u="sng">
              <a:solidFill>
                <a:srgbClr val="333333"/>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442" name="Shape 4442"/>
        <p:cNvGrpSpPr/>
        <p:nvPr/>
      </p:nvGrpSpPr>
      <p:grpSpPr>
        <a:xfrm>
          <a:off x="0" y="0"/>
          <a:ext cx="0" cy="0"/>
          <a:chOff x="0" y="0"/>
          <a:chExt cx="0" cy="0"/>
        </a:xfrm>
      </p:grpSpPr>
      <p:sp>
        <p:nvSpPr>
          <p:cNvPr id="4443" name="Google Shape;4443;p356"/>
          <p:cNvSpPr/>
          <p:nvPr/>
        </p:nvSpPr>
        <p:spPr>
          <a:xfrm>
            <a:off x="120150" y="402300"/>
            <a:ext cx="8903700" cy="4631700"/>
          </a:xfrm>
          <a:prstGeom prst="roundRect">
            <a:avLst>
              <a:gd fmla="val 3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4444" name="Google Shape;4444;p356"/>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pic>
        <p:nvPicPr>
          <p:cNvPr descr="image.png" id="4445" name="Google Shape;4445;p356"/>
          <p:cNvPicPr preferRelativeResize="0"/>
          <p:nvPr/>
        </p:nvPicPr>
        <p:blipFill rotWithShape="1">
          <a:blip r:embed="rId4">
            <a:alphaModFix/>
          </a:blip>
          <a:srcRect b="0" l="0" r="0" t="0"/>
          <a:stretch/>
        </p:blipFill>
        <p:spPr>
          <a:xfrm>
            <a:off x="195182" y="467968"/>
            <a:ext cx="355550" cy="355550"/>
          </a:xfrm>
          <a:prstGeom prst="rect">
            <a:avLst/>
          </a:prstGeom>
          <a:noFill/>
          <a:ln>
            <a:noFill/>
          </a:ln>
        </p:spPr>
      </p:pic>
      <p:sp>
        <p:nvSpPr>
          <p:cNvPr id="4446" name="Google Shape;4446;p356"/>
          <p:cNvSpPr txBox="1"/>
          <p:nvPr/>
        </p:nvSpPr>
        <p:spPr>
          <a:xfrm>
            <a:off x="630732" y="430000"/>
            <a:ext cx="8413200" cy="600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900">
                <a:solidFill>
                  <a:schemeClr val="dk1"/>
                </a:solidFill>
                <a:latin typeface="Inter Tight Black"/>
                <a:ea typeface="Inter Tight Black"/>
                <a:cs typeface="Inter Tight Black"/>
                <a:sym typeface="Inter Tight Black"/>
              </a:rPr>
              <a:t>Your Financial Partner Bank, Integrated Financial Management Platform — €144M Profit, 600K+ Customers, Banking License Filed</a:t>
            </a:r>
            <a:endParaRPr sz="1900"/>
          </a:p>
        </p:txBody>
      </p:sp>
      <p:pic>
        <p:nvPicPr>
          <p:cNvPr descr="medal_badge.png" id="4447" name="Google Shape;4447;p356"/>
          <p:cNvPicPr preferRelativeResize="0"/>
          <p:nvPr/>
        </p:nvPicPr>
        <p:blipFill rotWithShape="1">
          <a:blip r:embed="rId5">
            <a:alphaModFix/>
          </a:blip>
          <a:srcRect b="0" l="0" r="0" t="0"/>
          <a:stretch/>
        </p:blipFill>
        <p:spPr>
          <a:xfrm>
            <a:off x="270000" y="1043624"/>
            <a:ext cx="380000" cy="380000"/>
          </a:xfrm>
          <a:prstGeom prst="rect">
            <a:avLst/>
          </a:prstGeom>
          <a:noFill/>
          <a:ln>
            <a:noFill/>
          </a:ln>
        </p:spPr>
      </p:pic>
      <p:sp>
        <p:nvSpPr>
          <p:cNvPr id="4448" name="Google Shape;4448;p356"/>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00">
                <a:solidFill>
                  <a:schemeClr val="dk1"/>
                </a:solidFill>
                <a:latin typeface="Poppins"/>
                <a:ea typeface="Poppins"/>
                <a:cs typeface="Poppins"/>
                <a:sym typeface="Poppins"/>
              </a:rPr>
              <a:t>Qonto's strategy is to be an integrated financial management platform (invoicing, team management, accounting) creating big switching costs. Acquisition driven by promise of freeing SMEs from admin burdens. Now profitable (€144M in 2024, up from €71M) with 600K+ customers across 8 markets. Banking license formally filed July 2025 with French ACPR. However, the 'uh-oh moment' is when 'ultra-responsive support' collapses during crises.</a:t>
            </a:r>
            <a:endParaRPr/>
          </a:p>
        </p:txBody>
      </p:sp>
      <p:sp>
        <p:nvSpPr>
          <p:cNvPr id="4449" name="Google Shape;4449;p356"/>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50" name="Google Shape;4450;p356"/>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Strengths</a:t>
            </a:r>
            <a:endParaRPr/>
          </a:p>
        </p:txBody>
      </p:sp>
      <p:sp>
        <p:nvSpPr>
          <p:cNvPr id="4451" name="Google Shape;4451;p356"/>
          <p:cNvSpPr txBox="1"/>
          <p:nvPr/>
        </p:nvSpPr>
        <p:spPr>
          <a:xfrm>
            <a:off x="545000" y="1780000"/>
            <a:ext cx="4440000" cy="1354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All-in-One B2B Platform:</a:t>
            </a:r>
            <a:r>
              <a:rPr b="0" i="0" lang="en-US" sz="800">
                <a:solidFill>
                  <a:srgbClr val="333333"/>
                </a:solidFill>
                <a:latin typeface="Poppins"/>
                <a:ea typeface="Poppins"/>
                <a:cs typeface="Poppins"/>
                <a:sym typeface="Poppins"/>
              </a:rPr>
              <a:t> Business account + expense management + invoicing + accounting + Regate (€35.7M acquisition) for a complete financial OS.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Proven Profitability:</a:t>
            </a:r>
            <a:r>
              <a:rPr b="0" i="0" lang="en-US" sz="800">
                <a:solidFill>
                  <a:srgbClr val="333333"/>
                </a:solidFill>
                <a:latin typeface="Poppins"/>
                <a:ea typeface="Poppins"/>
                <a:cs typeface="Poppins"/>
                <a:sym typeface="Poppins"/>
              </a:rPr>
              <a:t> €448.7M revenue (+44%), €144M profit (2x from 2023), €8.1B deposits. Strongest unit economics among B2B fintechs.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Superior UX + Brand:</a:t>
            </a:r>
            <a:r>
              <a:rPr b="0" i="0" lang="en-US" sz="800">
                <a:solidFill>
                  <a:srgbClr val="333333"/>
                </a:solidFill>
                <a:latin typeface="Poppins"/>
                <a:ea typeface="Poppins"/>
                <a:cs typeface="Poppins"/>
                <a:sym typeface="Poppins"/>
              </a:rPr>
              <a:t> Trustpilot 4.8/5 (53K reviews), G2 4.7/5. Intuitive, modern interface praised by users. 70% revenue increase in Spain.</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AEAT + Veri*Factu Leader:</a:t>
            </a:r>
            <a:r>
              <a:rPr b="0" i="0" lang="en-US" sz="800">
                <a:solidFill>
                  <a:srgbClr val="333333"/>
                </a:solidFill>
                <a:latin typeface="Poppins"/>
                <a:ea typeface="Poppins"/>
                <a:cs typeface="Poppins"/>
                <a:sym typeface="Poppins"/>
              </a:rPr>
              <a:t> First fintech with AEAT collaboration (Oct 2024) + Veri*Factu compliance via Regate. Leads B2B regulatory integration.</a:t>
            </a:r>
            <a:endParaRPr/>
          </a:p>
        </p:txBody>
      </p:sp>
      <p:sp>
        <p:nvSpPr>
          <p:cNvPr id="4452" name="Google Shape;4452;p356"/>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53" name="Google Shape;4453;p356"/>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Weaknesses</a:t>
            </a:r>
            <a:endParaRPr/>
          </a:p>
        </p:txBody>
      </p:sp>
      <p:sp>
        <p:nvSpPr>
          <p:cNvPr id="4454" name="Google Shape;4454;p356"/>
          <p:cNvSpPr txBox="1"/>
          <p:nvPr/>
        </p:nvSpPr>
        <p:spPr>
          <a:xfrm>
            <a:off x="545000" y="3450000"/>
            <a:ext cx="4440000" cy="1354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Critical Trust Deficit:</a:t>
            </a:r>
            <a:r>
              <a:rPr b="0" i="0" lang="en-US" sz="800">
                <a:solidFill>
                  <a:srgbClr val="333333"/>
                </a:solidFill>
                <a:latin typeface="Poppins"/>
                <a:ea typeface="Poppins"/>
                <a:cs typeface="Poppins"/>
                <a:sym typeface="Poppins"/>
              </a:rPr>
              <a:t> Support collapses during crises: "non-existent" human escalation, automated responses, accounts blocked for 15+ days.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Account Freeze + Fund Retention:</a:t>
            </a:r>
            <a:r>
              <a:rPr b="0" i="0" lang="en-US" sz="800">
                <a:solidFill>
                  <a:srgbClr val="333333"/>
                </a:solidFill>
                <a:latin typeface="Poppins"/>
                <a:ea typeface="Poppins"/>
                <a:cs typeface="Poppins"/>
                <a:sym typeface="Poppins"/>
              </a:rPr>
              <a:t> Most severe complaint: accounts blocked without reason, preventing fund access. Users preparing lawsuits (€8,800 case).</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No Social Security Integration:</a:t>
            </a:r>
            <a:r>
              <a:rPr b="0" i="0" lang="en-US" sz="800">
                <a:solidFill>
                  <a:srgbClr val="333333"/>
                </a:solidFill>
                <a:latin typeface="Poppins"/>
                <a:ea typeface="Poppins"/>
                <a:cs typeface="Poppins"/>
                <a:sym typeface="Poppins"/>
              </a:rPr>
              <a:t> NOT entidad colaboradora TGSS. Forces 50% of clients to maintain a parallel traditional bank account.</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Inconsistent Price Perception:</a:t>
            </a:r>
            <a:r>
              <a:rPr b="0" i="0" lang="en-US" sz="800">
                <a:solidFill>
                  <a:srgbClr val="333333"/>
                </a:solidFill>
                <a:latin typeface="Poppins"/>
                <a:ea typeface="Poppins"/>
                <a:cs typeface="Poppins"/>
                <a:sym typeface="Poppins"/>
              </a:rPr>
              <a:t> Despite transparency promise, some users report unexpected fees and "upselling" schemes.</a:t>
            </a:r>
            <a:endParaRPr/>
          </a:p>
        </p:txBody>
      </p:sp>
      <p:sp>
        <p:nvSpPr>
          <p:cNvPr id="4455" name="Google Shape;4455;p356"/>
          <p:cNvSpPr/>
          <p:nvPr/>
        </p:nvSpPr>
        <p:spPr>
          <a:xfrm>
            <a:off x="5200000" y="2599698"/>
            <a:ext cx="1850100" cy="1915800"/>
          </a:xfrm>
          <a:prstGeom prst="roundRect">
            <a:avLst>
              <a:gd fmla="val 5000" name="adj"/>
            </a:avLst>
          </a:prstGeom>
          <a:solidFill>
            <a:srgbClr val="D6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56" name="Google Shape;4456;p356"/>
          <p:cNvSpPr txBox="1"/>
          <p:nvPr/>
        </p:nvSpPr>
        <p:spPr>
          <a:xfrm>
            <a:off x="5192500" y="2548355"/>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4457" name="Google Shape;4457;p356"/>
          <p:cNvSpPr txBox="1"/>
          <p:nvPr/>
        </p:nvSpPr>
        <p:spPr>
          <a:xfrm>
            <a:off x="5114700" y="2726348"/>
            <a:ext cx="1850100" cy="1168500"/>
          </a:xfrm>
          <a:prstGeom prst="rect">
            <a:avLst/>
          </a:prstGeom>
          <a:noFill/>
          <a:ln>
            <a:noFill/>
          </a:ln>
        </p:spPr>
        <p:txBody>
          <a:bodyPr anchorCtr="0" anchor="t" bIns="45700" lIns="91425" spcFirstLastPara="1" rIns="91425" wrap="square" tIns="45700">
            <a:noAutofit/>
          </a:bodyPr>
          <a:lstStyle/>
          <a:p>
            <a:pPr indent="-169672" lvl="0" marL="237743"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Efficiency:</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The best neobank in Europe. Simple, fast, transparent, with a UX on another level.</a:t>
            </a:r>
            <a:endParaRPr sz="1300"/>
          </a:p>
          <a:p>
            <a:pPr indent="-169672" lvl="0" marL="237743"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Integration:</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Quarterly accounting went from a chore to a pleasure. Accountant accesses everything.</a:t>
            </a:r>
            <a:endParaRPr sz="1300"/>
          </a:p>
          <a:p>
            <a:pPr indent="-169672" lvl="0" marL="237743"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Simplicity:</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Perfect bank for SMEs and startups. Very fast opening, intuitive and simple interface.</a:t>
            </a:r>
            <a:endParaRPr sz="1300"/>
          </a:p>
        </p:txBody>
      </p:sp>
      <p:sp>
        <p:nvSpPr>
          <p:cNvPr id="4458" name="Google Shape;4458;p356"/>
          <p:cNvSpPr/>
          <p:nvPr/>
        </p:nvSpPr>
        <p:spPr>
          <a:xfrm>
            <a:off x="7100000" y="2564000"/>
            <a:ext cx="1850100" cy="1951500"/>
          </a:xfrm>
          <a:prstGeom prst="roundRect">
            <a:avLst>
              <a:gd fmla="val 5000" name="adj"/>
            </a:avLst>
          </a:prstGeom>
          <a:solidFill>
            <a:srgbClr val="F5D0D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59" name="Google Shape;4459;p356"/>
          <p:cNvSpPr txBox="1"/>
          <p:nvPr/>
        </p:nvSpPr>
        <p:spPr>
          <a:xfrm>
            <a:off x="7092500" y="2563104"/>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4460" name="Google Shape;4460;p356"/>
          <p:cNvSpPr txBox="1"/>
          <p:nvPr/>
        </p:nvSpPr>
        <p:spPr>
          <a:xfrm>
            <a:off x="6996250" y="2741096"/>
            <a:ext cx="1996200" cy="1168500"/>
          </a:xfrm>
          <a:prstGeom prst="rect">
            <a:avLst/>
          </a:prstGeom>
          <a:noFill/>
          <a:ln>
            <a:noFill/>
          </a:ln>
        </p:spPr>
        <p:txBody>
          <a:bodyPr anchorCtr="0" anchor="t" bIns="45700" lIns="91425" spcFirstLastPara="1" rIns="91425" wrap="square" tIns="45700">
            <a:noAutofit/>
          </a:bodyPr>
          <a:lstStyle/>
          <a:p>
            <a:pPr indent="-169672" lvl="0" marL="237743"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Abandonment:</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Impossible to talk to them. Account blocked 15+ days with money inside, only an irritating bot.</a:t>
            </a:r>
            <a:endParaRPr sz="1300"/>
          </a:p>
          <a:p>
            <a:pPr indent="-169672" lvl="0" marL="237743"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Fund Loss:</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They blocked our account, we lost €8,800, no explanation. Preparing a lawsuit.</a:t>
            </a:r>
            <a:endParaRPr sz="1300"/>
          </a:p>
          <a:p>
            <a:pPr indent="-169672" lvl="0" marL="237743"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Scam Accusations:</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CAREFUL — they block your funds at the slightest chance. Customer service solves nothing.</a:t>
            </a:r>
            <a:endParaRPr sz="1300"/>
          </a:p>
        </p:txBody>
      </p:sp>
      <p:sp>
        <p:nvSpPr>
          <p:cNvPr id="4461" name="Google Shape;4461;p356"/>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462" name="Google Shape;4462;p356"/>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3" name="Google Shape;4463;p356"/>
          <p:cNvSpPr/>
          <p:nvPr/>
        </p:nvSpPr>
        <p:spPr>
          <a:xfrm>
            <a:off x="5164710" y="4683022"/>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6"/>
              </a:rPr>
              <a:t>4.8/5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7"/>
              </a:rPr>
              <a:t>53K</a:t>
            </a:r>
            <a:endParaRPr sz="700">
              <a:solidFill>
                <a:srgbClr val="808080"/>
              </a:solidFill>
              <a:latin typeface="Poppins"/>
              <a:ea typeface="Poppins"/>
              <a:cs typeface="Poppins"/>
              <a:sym typeface="Poppins"/>
            </a:endParaRPr>
          </a:p>
        </p:txBody>
      </p:sp>
      <p:pic>
        <p:nvPicPr>
          <p:cNvPr id="4464" name="Google Shape;4464;p356"/>
          <p:cNvPicPr preferRelativeResize="0"/>
          <p:nvPr/>
        </p:nvPicPr>
        <p:blipFill>
          <a:blip r:embed="rId8">
            <a:alphaModFix/>
          </a:blip>
          <a:stretch>
            <a:fillRect/>
          </a:stretch>
        </p:blipFill>
        <p:spPr>
          <a:xfrm>
            <a:off x="5511376" y="4557771"/>
            <a:ext cx="500000" cy="125000"/>
          </a:xfrm>
          <a:prstGeom prst="rect">
            <a:avLst/>
          </a:prstGeom>
          <a:noFill/>
          <a:ln>
            <a:noFill/>
          </a:ln>
        </p:spPr>
      </p:pic>
      <p:sp>
        <p:nvSpPr>
          <p:cNvPr id="4465" name="Google Shape;4465;p356"/>
          <p:cNvSpPr/>
          <p:nvPr/>
        </p:nvSpPr>
        <p:spPr>
          <a:xfrm>
            <a:off x="6408043" y="4683022"/>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9"/>
              </a:rPr>
              <a:t>4.7/5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0"/>
              </a:rPr>
              <a:t>1.2K</a:t>
            </a:r>
            <a:endParaRPr sz="700">
              <a:solidFill>
                <a:srgbClr val="808080"/>
              </a:solidFill>
              <a:latin typeface="Poppins"/>
              <a:ea typeface="Poppins"/>
              <a:cs typeface="Poppins"/>
              <a:sym typeface="Poppins"/>
            </a:endParaRPr>
          </a:p>
        </p:txBody>
      </p:sp>
      <p:pic>
        <p:nvPicPr>
          <p:cNvPr id="4466" name="Google Shape;4466;p356"/>
          <p:cNvPicPr preferRelativeResize="0"/>
          <p:nvPr/>
        </p:nvPicPr>
        <p:blipFill>
          <a:blip r:embed="rId11">
            <a:alphaModFix/>
          </a:blip>
          <a:stretch>
            <a:fillRect/>
          </a:stretch>
        </p:blipFill>
        <p:spPr>
          <a:xfrm>
            <a:off x="6934709" y="4542771"/>
            <a:ext cx="140000" cy="140000"/>
          </a:xfrm>
          <a:prstGeom prst="rect">
            <a:avLst/>
          </a:prstGeom>
          <a:noFill/>
          <a:ln>
            <a:noFill/>
          </a:ln>
        </p:spPr>
      </p:pic>
      <p:sp>
        <p:nvSpPr>
          <p:cNvPr id="4467" name="Google Shape;4467;p356"/>
          <p:cNvSpPr/>
          <p:nvPr/>
        </p:nvSpPr>
        <p:spPr>
          <a:xfrm>
            <a:off x="7651376" y="4683022"/>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2"/>
              </a:rPr>
              <a:t>4.3/5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3"/>
              </a:rPr>
              <a:t>25K</a:t>
            </a:r>
            <a:endParaRPr sz="700">
              <a:solidFill>
                <a:srgbClr val="808080"/>
              </a:solidFill>
              <a:latin typeface="Poppins"/>
              <a:ea typeface="Poppins"/>
              <a:cs typeface="Poppins"/>
              <a:sym typeface="Poppins"/>
            </a:endParaRPr>
          </a:p>
        </p:txBody>
      </p:sp>
      <p:pic>
        <p:nvPicPr>
          <p:cNvPr id="4468" name="Google Shape;4468;p356"/>
          <p:cNvPicPr preferRelativeResize="0"/>
          <p:nvPr/>
        </p:nvPicPr>
        <p:blipFill>
          <a:blip r:embed="rId14">
            <a:alphaModFix/>
          </a:blip>
          <a:stretch>
            <a:fillRect/>
          </a:stretch>
        </p:blipFill>
        <p:spPr>
          <a:xfrm>
            <a:off x="7998042" y="4532771"/>
            <a:ext cx="500000" cy="150000"/>
          </a:xfrm>
          <a:prstGeom prst="rect">
            <a:avLst/>
          </a:prstGeom>
          <a:noFill/>
          <a:ln>
            <a:noFill/>
          </a:ln>
        </p:spPr>
      </p:pic>
      <p:sp>
        <p:nvSpPr>
          <p:cNvPr id="4469" name="Google Shape;4469;p356"/>
          <p:cNvSpPr/>
          <p:nvPr/>
        </p:nvSpPr>
        <p:spPr>
          <a:xfrm>
            <a:off x="5200000" y="1656700"/>
            <a:ext cx="3669900" cy="891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600K+ businesses</a:t>
            </a:r>
            <a:r>
              <a:rPr lang="en-US" sz="700" u="sng">
                <a:solidFill>
                  <a:schemeClr val="dk1"/>
                </a:solidFill>
                <a:latin typeface="Poppins"/>
                <a:ea typeface="Poppins"/>
                <a:cs typeface="Poppins"/>
                <a:sym typeface="Poppins"/>
                <a:hlinkClick r:id="rId15">
                  <a:extLst>
                    <a:ext uri="{A12FA001-AC4F-418D-AE19-62706E023703}">
                      <ahyp:hlinkClr val="tx"/>
                    </a:ext>
                  </a:extLst>
                </a:hlinkClick>
              </a:rPr>
              <a:t> (1)</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Revenue</a:t>
            </a:r>
            <a:r>
              <a:rPr b="1" lang="en-US" sz="1200">
                <a:solidFill>
                  <a:schemeClr val="dk1"/>
                </a:solidFill>
                <a:latin typeface="Poppins"/>
                <a:ea typeface="Poppins"/>
                <a:cs typeface="Poppins"/>
                <a:sym typeface="Poppins"/>
              </a:rPr>
              <a:t>: €448.7M (2024)</a:t>
            </a:r>
            <a:r>
              <a:rPr lang="en-US" sz="700" u="sng">
                <a:solidFill>
                  <a:schemeClr val="dk1"/>
                </a:solidFill>
                <a:latin typeface="Poppins"/>
                <a:ea typeface="Poppins"/>
                <a:cs typeface="Poppins"/>
                <a:sym typeface="Poppins"/>
                <a:hlinkClick r:id="rId16">
                  <a:extLst>
                    <a:ext uri="{A12FA001-AC4F-418D-AE19-62706E023703}">
                      <ahyp:hlinkClr val="tx"/>
                    </a:ext>
                  </a:extLst>
                </a:hlinkClick>
              </a:rPr>
              <a:t> (2)</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Market</a:t>
            </a:r>
            <a:r>
              <a:rPr b="1" lang="en-US" sz="1200">
                <a:solidFill>
                  <a:schemeClr val="dk1"/>
                </a:solidFill>
                <a:latin typeface="Poppins"/>
                <a:ea typeface="Poppins"/>
                <a:cs typeface="Poppins"/>
                <a:sym typeface="Poppins"/>
              </a:rPr>
              <a:t>: Leading EU SME neobank</a:t>
            </a:r>
            <a:r>
              <a:rPr lang="en-US" sz="700" u="sng">
                <a:solidFill>
                  <a:schemeClr val="dk1"/>
                </a:solidFill>
                <a:latin typeface="Poppins"/>
                <a:ea typeface="Poppins"/>
                <a:cs typeface="Poppins"/>
                <a:sym typeface="Poppins"/>
                <a:hlinkClick r:id="rId17">
                  <a:extLst>
                    <a:ext uri="{A12FA001-AC4F-418D-AE19-62706E023703}">
                      <ahyp:hlinkClr val="tx"/>
                    </a:ext>
                  </a:extLst>
                </a:hlinkClick>
              </a:rPr>
              <a:t> (3)</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NPS</a:t>
            </a:r>
            <a:r>
              <a:rPr b="1" lang="en-US" sz="1200">
                <a:solidFill>
                  <a:schemeClr val="dk1"/>
                </a:solidFill>
                <a:latin typeface="Poppins"/>
                <a:ea typeface="Poppins"/>
                <a:cs typeface="Poppins"/>
                <a:sym typeface="Poppins"/>
              </a:rPr>
              <a:t>: 76</a:t>
            </a:r>
            <a:r>
              <a:rPr lang="en-US" sz="700" u="sng">
                <a:solidFill>
                  <a:schemeClr val="dk1"/>
                </a:solidFill>
                <a:latin typeface="Poppins"/>
                <a:ea typeface="Poppins"/>
                <a:cs typeface="Poppins"/>
                <a:sym typeface="Poppins"/>
                <a:hlinkClick r:id="rId18">
                  <a:extLst>
                    <a:ext uri="{A12FA001-AC4F-418D-AE19-62706E023703}">
                      <ahyp:hlinkClr val="tx"/>
                    </a:ext>
                  </a:extLst>
                </a:hlinkClick>
              </a:rPr>
              <a:t> (4)</a:t>
            </a:r>
            <a:endParaRPr sz="700" u="sng">
              <a:solidFill>
                <a:schemeClr val="dk1"/>
              </a:solidFill>
              <a:latin typeface="Poppins"/>
              <a:ea typeface="Poppins"/>
              <a:cs typeface="Poppins"/>
              <a:sym typeface="Poppins"/>
            </a:endParaRPr>
          </a:p>
        </p:txBody>
      </p:sp>
      <p:sp>
        <p:nvSpPr>
          <p:cNvPr id="4470" name="Google Shape;4470;p356">
            <a:hlinkClick r:id="rId19"/>
          </p:cNvPr>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rgbClr val="333333"/>
                </a:solidFill>
                <a:latin typeface="Poppins"/>
                <a:ea typeface="Poppins"/>
                <a:cs typeface="Poppins"/>
                <a:sym typeface="Poppins"/>
              </a:rPr>
              <a:t>Qonto docs</a:t>
            </a:r>
            <a:endParaRPr b="1" sz="900" u="sng">
              <a:solidFill>
                <a:srgbClr val="333333"/>
              </a:solidFill>
              <a:latin typeface="Poppins"/>
              <a:ea typeface="Poppins"/>
              <a:cs typeface="Poppins"/>
              <a:sym typeface="Poppi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475" name="Shape 4475"/>
        <p:cNvGrpSpPr/>
        <p:nvPr/>
      </p:nvGrpSpPr>
      <p:grpSpPr>
        <a:xfrm>
          <a:off x="0" y="0"/>
          <a:ext cx="0" cy="0"/>
          <a:chOff x="0" y="0"/>
          <a:chExt cx="0" cy="0"/>
        </a:xfrm>
      </p:grpSpPr>
      <p:sp>
        <p:nvSpPr>
          <p:cNvPr id="4476" name="Google Shape;4476;p357"/>
          <p:cNvSpPr/>
          <p:nvPr/>
        </p:nvSpPr>
        <p:spPr>
          <a:xfrm>
            <a:off x="120150" y="402300"/>
            <a:ext cx="8903700" cy="4631700"/>
          </a:xfrm>
          <a:prstGeom prst="roundRect">
            <a:avLst>
              <a:gd fmla="val 3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4477" name="Google Shape;4477;p357"/>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pic>
        <p:nvPicPr>
          <p:cNvPr descr="image.png" id="4478" name="Google Shape;4478;p357"/>
          <p:cNvPicPr preferRelativeResize="0"/>
          <p:nvPr/>
        </p:nvPicPr>
        <p:blipFill rotWithShape="1">
          <a:blip r:embed="rId4">
            <a:alphaModFix/>
          </a:blip>
          <a:srcRect b="0" l="0" r="0" t="0"/>
          <a:stretch/>
        </p:blipFill>
        <p:spPr>
          <a:xfrm>
            <a:off x="195007" y="552368"/>
            <a:ext cx="1506568" cy="355550"/>
          </a:xfrm>
          <a:prstGeom prst="rect">
            <a:avLst/>
          </a:prstGeom>
          <a:noFill/>
          <a:ln>
            <a:noFill/>
          </a:ln>
        </p:spPr>
      </p:pic>
      <p:sp>
        <p:nvSpPr>
          <p:cNvPr id="4479" name="Google Shape;4479;p357"/>
          <p:cNvSpPr txBox="1"/>
          <p:nvPr/>
        </p:nvSpPr>
        <p:spPr>
          <a:xfrm>
            <a:off x="1781749" y="430000"/>
            <a:ext cx="7262400" cy="600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900">
                <a:solidFill>
                  <a:schemeClr val="dk1"/>
                </a:solidFill>
                <a:latin typeface="Inter Tight Black"/>
                <a:ea typeface="Inter Tight Black"/>
                <a:cs typeface="Inter Tight Black"/>
                <a:sym typeface="Inter Tight Black"/>
              </a:rPr>
              <a:t>The Borderless Promise, 20K+ New Businesses/Month — €4B Revenue, 6M+ Spanish Users, AEAT Collaborator </a:t>
            </a:r>
            <a:endParaRPr sz="1900"/>
          </a:p>
        </p:txBody>
      </p:sp>
      <p:pic>
        <p:nvPicPr>
          <p:cNvPr descr="medal_badge.png" id="4480" name="Google Shape;4480;p357"/>
          <p:cNvPicPr preferRelativeResize="0"/>
          <p:nvPr/>
        </p:nvPicPr>
        <p:blipFill rotWithShape="1">
          <a:blip r:embed="rId5">
            <a:alphaModFix/>
          </a:blip>
          <a:srcRect b="0" l="0" r="0" t="0"/>
          <a:stretch/>
        </p:blipFill>
        <p:spPr>
          <a:xfrm>
            <a:off x="270000" y="1043624"/>
            <a:ext cx="380000" cy="380000"/>
          </a:xfrm>
          <a:prstGeom prst="rect">
            <a:avLst/>
          </a:prstGeom>
          <a:noFill/>
          <a:ln>
            <a:noFill/>
          </a:ln>
        </p:spPr>
      </p:pic>
      <p:sp>
        <p:nvSpPr>
          <p:cNvPr id="4481" name="Google Shape;4481;p357"/>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00">
                <a:solidFill>
                  <a:schemeClr val="dk1"/>
                </a:solidFill>
                <a:latin typeface="Poppins"/>
                <a:ea typeface="Poppins"/>
                <a:cs typeface="Poppins"/>
                <a:sym typeface="Poppins"/>
              </a:rPr>
              <a:t>Revolut positions as a 'superapp' eliminating international operations friction, promising borderless money. Primary acquisition: significant cost savings (up to 6% on payments) and sleek UX with 20K+ new businesses monthly. Now €4B annual revenue (+72%), €1.4B profit, banking license Jun 2024. AEAT collaboration since Mar 2025. However, sudden and opaque account freezes due to automated processes create the critical 'uh-oh moment.'</a:t>
            </a:r>
            <a:endParaRPr/>
          </a:p>
        </p:txBody>
      </p:sp>
      <p:sp>
        <p:nvSpPr>
          <p:cNvPr id="4482" name="Google Shape;4482;p357"/>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83" name="Google Shape;4483;p357"/>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Strengths</a:t>
            </a:r>
            <a:endParaRPr/>
          </a:p>
        </p:txBody>
      </p:sp>
      <p:sp>
        <p:nvSpPr>
          <p:cNvPr id="4484" name="Google Shape;4484;p357"/>
          <p:cNvSpPr txBox="1"/>
          <p:nvPr/>
        </p:nvSpPr>
        <p:spPr>
          <a:xfrm>
            <a:off x="545000" y="1780000"/>
            <a:ext cx="4440000" cy="1477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"All-in-One" Global Platform:</a:t>
            </a:r>
            <a:r>
              <a:rPr b="0" i="0" lang="en-US" sz="800">
                <a:solidFill>
                  <a:srgbClr val="333333"/>
                </a:solidFill>
                <a:latin typeface="Poppins"/>
                <a:ea typeface="Poppins"/>
                <a:cs typeface="Poppins"/>
                <a:sym typeface="Poppins"/>
              </a:rPr>
              <a:t> Multi-currency accounts, expense management, payments, treasury in one "superapp." 35+ currencies at interbank rates.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Superior UX + Automation:</a:t>
            </a:r>
            <a:r>
              <a:rPr b="0" i="0" lang="en-US" sz="800">
                <a:solidFill>
                  <a:srgbClr val="333333"/>
                </a:solidFill>
                <a:latin typeface="Poppins"/>
                <a:ea typeface="Poppins"/>
                <a:cs typeface="Poppins"/>
                <a:sym typeface="Poppins"/>
              </a:rPr>
              <a:t> Consistently praised as "amazingly simple" — up to 88% faster than manual processes. 4.9/5 App Store.</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Massive Cost Savings:</a:t>
            </a:r>
            <a:r>
              <a:rPr b="0" i="0" lang="en-US" sz="800">
                <a:solidFill>
                  <a:srgbClr val="333333"/>
                </a:solidFill>
                <a:latin typeface="Poppins"/>
                <a:ea typeface="Poppins"/>
                <a:cs typeface="Poppins"/>
                <a:sym typeface="Poppins"/>
              </a:rPr>
              <a:t> Average 6% savings on payments vs. traditional banks. Primary acquisition driver for businesses with international operations.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Full Spanish Localization:</a:t>
            </a:r>
            <a:r>
              <a:rPr b="0" i="0" lang="en-US" sz="800">
                <a:solidFill>
                  <a:srgbClr val="333333"/>
                </a:solidFill>
                <a:latin typeface="Poppins"/>
                <a:ea typeface="Poppins"/>
                <a:cs typeface="Poppins"/>
                <a:sym typeface="Poppins"/>
              </a:rPr>
              <a:t> AEAT collaborator (Mar 2025), Spanish IBAN, Bizum integration. GlobalHire EOR service launched 2025.</a:t>
            </a:r>
            <a:endParaRPr/>
          </a:p>
        </p:txBody>
      </p:sp>
      <p:sp>
        <p:nvSpPr>
          <p:cNvPr id="4485" name="Google Shape;4485;p357"/>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86" name="Google Shape;4486;p357"/>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Weaknesses</a:t>
            </a:r>
            <a:endParaRPr/>
          </a:p>
        </p:txBody>
      </p:sp>
      <p:sp>
        <p:nvSpPr>
          <p:cNvPr id="4487" name="Google Shape;4487;p357"/>
          <p:cNvSpPr txBox="1"/>
          <p:nvPr/>
        </p:nvSpPr>
        <p:spPr>
          <a:xfrm>
            <a:off x="545000" y="3450000"/>
            <a:ext cx="4440000" cy="1477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Critical Support Failure:</a:t>
            </a:r>
            <a:r>
              <a:rPr b="0" i="0" lang="en-US" sz="800">
                <a:solidFill>
                  <a:srgbClr val="333333"/>
                </a:solidFill>
                <a:latin typeface="Poppins"/>
                <a:ea typeface="Poppins"/>
                <a:cs typeface="Poppins"/>
                <a:sym typeface="Poppins"/>
              </a:rPr>
              <a:t> "Non-existent," "ineffective," "desperately frustrating" — the most significant weakness across all user feedback channels.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Account Freeze Risk:</a:t>
            </a:r>
            <a:r>
              <a:rPr b="0" i="0" lang="en-US" sz="800">
                <a:solidFill>
                  <a:srgbClr val="333333"/>
                </a:solidFill>
                <a:latin typeface="Poppins"/>
                <a:ea typeface="Poppins"/>
                <a:cs typeface="Poppins"/>
                <a:sym typeface="Poppins"/>
              </a:rPr>
              <a:t> Opaque compliance freezes "without explanation" causing "cash flow crises" for businesses. Blocks lasting weeks or months.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No Credit Products:</a:t>
            </a:r>
            <a:r>
              <a:rPr b="0" i="0" lang="en-US" sz="800">
                <a:solidFill>
                  <a:srgbClr val="333333"/>
                </a:solidFill>
                <a:latin typeface="Poppins"/>
                <a:ea typeface="Poppins"/>
                <a:cs typeface="Poppins"/>
                <a:sym typeface="Poppins"/>
              </a:rPr>
              <a:t> Does not offer credit lines, loans, overdrafts, or cash/check deposits. Cannot serve as sole bank for growth-stage businesses.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Deceptive Fee Structure:</a:t>
            </a:r>
            <a:r>
              <a:rPr b="0" i="0" lang="en-US" sz="800">
                <a:solidFill>
                  <a:srgbClr val="333333"/>
                </a:solidFill>
                <a:latin typeface="Poppins"/>
                <a:ea typeface="Poppins"/>
                <a:cs typeface="Poppins"/>
                <a:sym typeface="Poppins"/>
              </a:rPr>
              <a:t> Weekend FX surcharges and limited free plans become "quickly insufficient" for active businesses.</a:t>
            </a:r>
            <a:endParaRPr/>
          </a:p>
        </p:txBody>
      </p:sp>
      <p:sp>
        <p:nvSpPr>
          <p:cNvPr id="4488" name="Google Shape;4488;p357"/>
          <p:cNvSpPr/>
          <p:nvPr/>
        </p:nvSpPr>
        <p:spPr>
          <a:xfrm>
            <a:off x="5200000" y="2630374"/>
            <a:ext cx="1850100" cy="1710300"/>
          </a:xfrm>
          <a:prstGeom prst="roundRect">
            <a:avLst>
              <a:gd fmla="val 5000" name="adj"/>
            </a:avLst>
          </a:prstGeom>
          <a:solidFill>
            <a:srgbClr val="D6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89" name="Google Shape;4489;p357"/>
          <p:cNvSpPr txBox="1"/>
          <p:nvPr/>
        </p:nvSpPr>
        <p:spPr>
          <a:xfrm>
            <a:off x="5192500" y="2614086"/>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4490" name="Google Shape;4490;p357"/>
          <p:cNvSpPr txBox="1"/>
          <p:nvPr/>
        </p:nvSpPr>
        <p:spPr>
          <a:xfrm>
            <a:off x="5119825" y="2821586"/>
            <a:ext cx="1850100" cy="1168500"/>
          </a:xfrm>
          <a:prstGeom prst="rect">
            <a:avLst/>
          </a:prstGeom>
          <a:noFill/>
          <a:ln>
            <a:noFill/>
          </a:ln>
        </p:spPr>
        <p:txBody>
          <a:bodyPr anchorCtr="0" anchor="t" bIns="45700" lIns="91425" spcFirstLastPara="1" rIns="91425" wrap="square" tIns="45700">
            <a:noAutofit/>
          </a:bodyPr>
          <a:lstStyle/>
          <a:p>
            <a:pPr indent="-165100" lvl="0" marL="228600"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Low-Fees:</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The payment platform of the future... much cheaper per month than my bank.</a:t>
            </a:r>
            <a:endParaRPr sz="1300"/>
          </a:p>
          <a:p>
            <a:pPr indent="-165100" lvl="0" marL="228600"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Simplicity:</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Amazingly simple and reliable. I love brands that think big and dare to accelerate.</a:t>
            </a:r>
            <a:endParaRPr sz="1300"/>
          </a:p>
        </p:txBody>
      </p:sp>
      <p:sp>
        <p:nvSpPr>
          <p:cNvPr id="4491" name="Google Shape;4491;p357"/>
          <p:cNvSpPr/>
          <p:nvPr/>
        </p:nvSpPr>
        <p:spPr>
          <a:xfrm>
            <a:off x="7100000" y="2630375"/>
            <a:ext cx="1850100" cy="1710300"/>
          </a:xfrm>
          <a:prstGeom prst="roundRect">
            <a:avLst>
              <a:gd fmla="val 5000" name="adj"/>
            </a:avLst>
          </a:prstGeom>
          <a:solidFill>
            <a:srgbClr val="F5D0D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92" name="Google Shape;4492;p357"/>
          <p:cNvSpPr txBox="1"/>
          <p:nvPr/>
        </p:nvSpPr>
        <p:spPr>
          <a:xfrm>
            <a:off x="7092500" y="2614086"/>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4493" name="Google Shape;4493;p357"/>
          <p:cNvSpPr txBox="1"/>
          <p:nvPr/>
        </p:nvSpPr>
        <p:spPr>
          <a:xfrm>
            <a:off x="7005203" y="2807475"/>
            <a:ext cx="1899900" cy="1168500"/>
          </a:xfrm>
          <a:prstGeom prst="rect">
            <a:avLst/>
          </a:prstGeom>
          <a:noFill/>
          <a:ln>
            <a:noFill/>
          </a:ln>
        </p:spPr>
        <p:txBody>
          <a:bodyPr anchorCtr="0" anchor="t" bIns="45700" lIns="91425" spcFirstLastPara="1" rIns="91425" wrap="square" tIns="45700">
            <a:noAutofit/>
          </a:bodyPr>
          <a:lstStyle/>
          <a:p>
            <a:pPr indent="-165100" lvl="0" marL="228600"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Cash Flow Crisis:</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If you don't want to risk a cash flow crisis for your business — DO NOT USE REVOLUT BUSINESS.</a:t>
            </a:r>
            <a:endParaRPr sz="1300"/>
          </a:p>
          <a:p>
            <a:pPr indent="-165100" lvl="0" marL="228600"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Blocked:</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They restricted my account and made me wait 19 days. Non-existent customer service.</a:t>
            </a:r>
            <a:endParaRPr sz="1300"/>
          </a:p>
          <a:p>
            <a:pPr indent="-165100" lvl="0" marL="228600"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Warning:</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Please stay away from Revolut Business.</a:t>
            </a:r>
            <a:endParaRPr sz="1300"/>
          </a:p>
        </p:txBody>
      </p:sp>
      <p:sp>
        <p:nvSpPr>
          <p:cNvPr id="4494" name="Google Shape;4494;p357"/>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495" name="Google Shape;4495;p357"/>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96" name="Google Shape;4496;p357"/>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6"/>
              </a:rPr>
              <a:t>4.7/5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7"/>
              </a:rPr>
              <a:t>366K</a:t>
            </a:r>
            <a:endParaRPr sz="700">
              <a:solidFill>
                <a:srgbClr val="808080"/>
              </a:solidFill>
              <a:latin typeface="Poppins"/>
              <a:ea typeface="Poppins"/>
              <a:cs typeface="Poppins"/>
              <a:sym typeface="Poppins"/>
            </a:endParaRPr>
          </a:p>
        </p:txBody>
      </p:sp>
      <p:pic>
        <p:nvPicPr>
          <p:cNvPr id="4497" name="Google Shape;4497;p357"/>
          <p:cNvPicPr preferRelativeResize="0"/>
          <p:nvPr/>
        </p:nvPicPr>
        <p:blipFill>
          <a:blip r:embed="rId8">
            <a:alphaModFix/>
          </a:blip>
          <a:stretch>
            <a:fillRect/>
          </a:stretch>
        </p:blipFill>
        <p:spPr>
          <a:xfrm>
            <a:off x="5572929" y="4508200"/>
            <a:ext cx="500000" cy="125000"/>
          </a:xfrm>
          <a:prstGeom prst="rect">
            <a:avLst/>
          </a:prstGeom>
          <a:noFill/>
          <a:ln>
            <a:noFill/>
          </a:ln>
        </p:spPr>
      </p:pic>
      <p:sp>
        <p:nvSpPr>
          <p:cNvPr id="4498" name="Google Shape;4498;p357"/>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9"/>
              </a:rPr>
              <a:t>4.8/5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0"/>
              </a:rPr>
              <a:t>166K</a:t>
            </a:r>
            <a:endParaRPr sz="700">
              <a:solidFill>
                <a:srgbClr val="808080"/>
              </a:solidFill>
              <a:latin typeface="Poppins"/>
              <a:ea typeface="Poppins"/>
              <a:cs typeface="Poppins"/>
              <a:sym typeface="Poppins"/>
            </a:endParaRPr>
          </a:p>
        </p:txBody>
      </p:sp>
      <p:pic>
        <p:nvPicPr>
          <p:cNvPr id="4499" name="Google Shape;4499;p357"/>
          <p:cNvPicPr preferRelativeResize="0"/>
          <p:nvPr/>
        </p:nvPicPr>
        <p:blipFill>
          <a:blip r:embed="rId11">
            <a:alphaModFix/>
          </a:blip>
          <a:stretch>
            <a:fillRect/>
          </a:stretch>
        </p:blipFill>
        <p:spPr>
          <a:xfrm>
            <a:off x="6996261" y="4493200"/>
            <a:ext cx="140000" cy="140000"/>
          </a:xfrm>
          <a:prstGeom prst="rect">
            <a:avLst/>
          </a:prstGeom>
          <a:noFill/>
          <a:ln>
            <a:noFill/>
          </a:ln>
        </p:spPr>
      </p:pic>
      <p:sp>
        <p:nvSpPr>
          <p:cNvPr id="4500" name="Google Shape;4500;p357"/>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2"/>
              </a:rPr>
              <a:t>4.4/5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3"/>
              </a:rPr>
              <a:t>3.3M</a:t>
            </a:r>
            <a:endParaRPr sz="700">
              <a:solidFill>
                <a:srgbClr val="808080"/>
              </a:solidFill>
              <a:latin typeface="Poppins"/>
              <a:ea typeface="Poppins"/>
              <a:cs typeface="Poppins"/>
              <a:sym typeface="Poppins"/>
            </a:endParaRPr>
          </a:p>
        </p:txBody>
      </p:sp>
      <p:pic>
        <p:nvPicPr>
          <p:cNvPr id="4501" name="Google Shape;4501;p357"/>
          <p:cNvPicPr preferRelativeResize="0"/>
          <p:nvPr/>
        </p:nvPicPr>
        <p:blipFill>
          <a:blip r:embed="rId14">
            <a:alphaModFix/>
          </a:blip>
          <a:stretch>
            <a:fillRect/>
          </a:stretch>
        </p:blipFill>
        <p:spPr>
          <a:xfrm>
            <a:off x="8059595" y="4483200"/>
            <a:ext cx="500000" cy="150000"/>
          </a:xfrm>
          <a:prstGeom prst="rect">
            <a:avLst/>
          </a:prstGeom>
          <a:noFill/>
          <a:ln>
            <a:noFill/>
          </a:ln>
        </p:spPr>
      </p:pic>
      <p:sp>
        <p:nvSpPr>
          <p:cNvPr id="4502" name="Google Shape;4502;p357"/>
          <p:cNvSpPr/>
          <p:nvPr/>
        </p:nvSpPr>
        <p:spPr>
          <a:xfrm>
            <a:off x="5200000" y="1700950"/>
            <a:ext cx="3674100" cy="880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00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a:t>
            </a:r>
            <a:r>
              <a:rPr b="1" lang="en-US" sz="1200">
                <a:solidFill>
                  <a:schemeClr val="dk1"/>
                </a:solidFill>
                <a:latin typeface="Poppins"/>
                <a:ea typeface="Poppins"/>
                <a:cs typeface="Poppins"/>
                <a:sym typeface="Poppins"/>
              </a:rPr>
              <a:t>500K+ biz accts (2020)</a:t>
            </a:r>
            <a:r>
              <a:rPr lang="en-US" sz="700" u="sng">
                <a:solidFill>
                  <a:schemeClr val="dk1"/>
                </a:solidFill>
                <a:latin typeface="Poppins"/>
                <a:ea typeface="Poppins"/>
                <a:cs typeface="Poppins"/>
                <a:sym typeface="Poppins"/>
                <a:hlinkClick r:id="rId15">
                  <a:extLst>
                    <a:ext uri="{A12FA001-AC4F-418D-AE19-62706E023703}">
                      <ahyp:hlinkClr val="tx"/>
                    </a:ext>
                  </a:extLst>
                </a:hlinkClick>
              </a:rPr>
              <a:t> (1)</a:t>
            </a:r>
            <a:endParaRPr sz="700" u="sng">
              <a:solidFill>
                <a:schemeClr val="dk1"/>
              </a:solidFill>
              <a:latin typeface="Poppins"/>
              <a:ea typeface="Poppins"/>
              <a:cs typeface="Poppins"/>
              <a:sym typeface="Poppins"/>
            </a:endParaRPr>
          </a:p>
          <a:p>
            <a:pPr indent="-304800" lvl="0" marL="228600" rtl="0" algn="l">
              <a:lnSpc>
                <a:spcPct val="100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Revenue</a:t>
            </a:r>
            <a:r>
              <a:rPr b="1" lang="en-US" sz="1200">
                <a:solidFill>
                  <a:schemeClr val="dk1"/>
                </a:solidFill>
                <a:latin typeface="Poppins"/>
                <a:ea typeface="Poppins"/>
                <a:cs typeface="Poppins"/>
                <a:sym typeface="Poppins"/>
              </a:rPr>
              <a:t>: Part of $4B+ total</a:t>
            </a:r>
            <a:r>
              <a:rPr lang="en-US" sz="700" u="sng">
                <a:solidFill>
                  <a:schemeClr val="dk1"/>
                </a:solidFill>
                <a:latin typeface="Poppins"/>
                <a:ea typeface="Poppins"/>
                <a:cs typeface="Poppins"/>
                <a:sym typeface="Poppins"/>
                <a:hlinkClick r:id="rId16">
                  <a:extLst>
                    <a:ext uri="{A12FA001-AC4F-418D-AE19-62706E023703}">
                      <ahyp:hlinkClr val="tx"/>
                    </a:ext>
                  </a:extLst>
                </a:hlinkClick>
              </a:rPr>
              <a:t> (2)</a:t>
            </a:r>
            <a:endParaRPr sz="700" u="sng">
              <a:solidFill>
                <a:schemeClr val="dk1"/>
              </a:solidFill>
              <a:latin typeface="Poppins"/>
              <a:ea typeface="Poppins"/>
              <a:cs typeface="Poppins"/>
              <a:sym typeface="Poppins"/>
            </a:endParaRPr>
          </a:p>
          <a:p>
            <a:pPr indent="-304800" lvl="0" marL="228600" rtl="0" algn="l">
              <a:lnSpc>
                <a:spcPct val="100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Market</a:t>
            </a:r>
            <a:r>
              <a:rPr b="1" lang="en-US" sz="1200">
                <a:solidFill>
                  <a:schemeClr val="dk1"/>
                </a:solidFill>
                <a:latin typeface="Poppins"/>
                <a:ea typeface="Poppins"/>
                <a:cs typeface="Poppins"/>
                <a:sym typeface="Poppins"/>
              </a:rPr>
              <a:t>: Growing B2B segment</a:t>
            </a:r>
            <a:r>
              <a:rPr lang="en-US" sz="700" u="sng">
                <a:solidFill>
                  <a:schemeClr val="dk1"/>
                </a:solidFill>
                <a:latin typeface="Poppins"/>
                <a:ea typeface="Poppins"/>
                <a:cs typeface="Poppins"/>
                <a:sym typeface="Poppins"/>
                <a:hlinkClick r:id="rId17">
                  <a:extLst>
                    <a:ext uri="{A12FA001-AC4F-418D-AE19-62706E023703}">
                      <ahyp:hlinkClr val="tx"/>
                    </a:ext>
                  </a:extLst>
                </a:hlinkClick>
              </a:rPr>
              <a:t> (3)</a:t>
            </a:r>
            <a:endParaRPr sz="700" u="sng">
              <a:solidFill>
                <a:schemeClr val="dk1"/>
              </a:solidFill>
              <a:latin typeface="Poppins"/>
              <a:ea typeface="Poppins"/>
              <a:cs typeface="Poppins"/>
              <a:sym typeface="Poppins"/>
            </a:endParaRPr>
          </a:p>
          <a:p>
            <a:pPr indent="-304800" lvl="0" marL="228600" rtl="0" algn="l">
              <a:lnSpc>
                <a:spcPct val="100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NPS</a:t>
            </a:r>
            <a:r>
              <a:rPr b="1" lang="en-US" sz="1200">
                <a:solidFill>
                  <a:schemeClr val="dk1"/>
                </a:solidFill>
                <a:latin typeface="Poppins"/>
                <a:ea typeface="Poppins"/>
                <a:cs typeface="Poppins"/>
                <a:sym typeface="Poppins"/>
              </a:rPr>
              <a:t>: 12 (group)</a:t>
            </a:r>
            <a:r>
              <a:rPr lang="en-US" sz="700" u="sng">
                <a:solidFill>
                  <a:schemeClr val="dk1"/>
                </a:solidFill>
                <a:latin typeface="Poppins"/>
                <a:ea typeface="Poppins"/>
                <a:cs typeface="Poppins"/>
                <a:sym typeface="Poppins"/>
                <a:hlinkClick r:id="rId18">
                  <a:extLst>
                    <a:ext uri="{A12FA001-AC4F-418D-AE19-62706E023703}">
                      <ahyp:hlinkClr val="tx"/>
                    </a:ext>
                  </a:extLst>
                </a:hlinkClick>
              </a:rPr>
              <a:t> (4)</a:t>
            </a:r>
            <a:endParaRPr sz="700" u="sng">
              <a:solidFill>
                <a:schemeClr val="dk1"/>
              </a:solidFill>
              <a:latin typeface="Poppins"/>
              <a:ea typeface="Poppins"/>
              <a:cs typeface="Poppins"/>
              <a:sym typeface="Poppins"/>
            </a:endParaRPr>
          </a:p>
        </p:txBody>
      </p:sp>
      <p:sp>
        <p:nvSpPr>
          <p:cNvPr id="4503" name="Google Shape;4503;p357">
            <a:hlinkClick r:id="rId19"/>
          </p:cNvPr>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rgbClr val="333333"/>
                </a:solidFill>
                <a:latin typeface="Poppins"/>
                <a:ea typeface="Poppins"/>
                <a:cs typeface="Poppins"/>
                <a:sym typeface="Poppins"/>
              </a:rPr>
              <a:t>Revolut Biz docs</a:t>
            </a:r>
            <a:endParaRPr b="1" sz="900" u="sng">
              <a:solidFill>
                <a:srgbClr val="333333"/>
              </a:solidFill>
              <a:latin typeface="Poppins"/>
              <a:ea typeface="Poppins"/>
              <a:cs typeface="Poppins"/>
              <a:sym typeface="Poppi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508" name="Shape 4508"/>
        <p:cNvGrpSpPr/>
        <p:nvPr/>
      </p:nvGrpSpPr>
      <p:grpSpPr>
        <a:xfrm>
          <a:off x="0" y="0"/>
          <a:ext cx="0" cy="0"/>
          <a:chOff x="0" y="0"/>
          <a:chExt cx="0" cy="0"/>
        </a:xfrm>
      </p:grpSpPr>
      <p:sp>
        <p:nvSpPr>
          <p:cNvPr id="4509" name="Google Shape;4509;p358"/>
          <p:cNvSpPr/>
          <p:nvPr/>
        </p:nvSpPr>
        <p:spPr>
          <a:xfrm>
            <a:off x="120150" y="402300"/>
            <a:ext cx="8903700" cy="4631700"/>
          </a:xfrm>
          <a:prstGeom prst="roundRect">
            <a:avLst>
              <a:gd fmla="val 3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4510" name="Google Shape;4510;p358"/>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pic>
        <p:nvPicPr>
          <p:cNvPr descr="image.png" id="4511" name="Google Shape;4511;p358"/>
          <p:cNvPicPr preferRelativeResize="0"/>
          <p:nvPr/>
        </p:nvPicPr>
        <p:blipFill rotWithShape="1">
          <a:blip r:embed="rId4">
            <a:alphaModFix/>
          </a:blip>
          <a:srcRect b="0" l="0" r="0" t="0"/>
          <a:stretch/>
        </p:blipFill>
        <p:spPr>
          <a:xfrm>
            <a:off x="195173" y="467977"/>
            <a:ext cx="435550" cy="435550"/>
          </a:xfrm>
          <a:prstGeom prst="rect">
            <a:avLst/>
          </a:prstGeom>
          <a:noFill/>
          <a:ln>
            <a:noFill/>
          </a:ln>
        </p:spPr>
      </p:pic>
      <p:sp>
        <p:nvSpPr>
          <p:cNvPr id="4512" name="Google Shape;4512;p358"/>
          <p:cNvSpPr txBox="1"/>
          <p:nvPr/>
        </p:nvSpPr>
        <p:spPr>
          <a:xfrm>
            <a:off x="630732" y="385000"/>
            <a:ext cx="8413200" cy="600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900">
                <a:solidFill>
                  <a:schemeClr val="dk1"/>
                </a:solidFill>
                <a:latin typeface="Inter Tight Black"/>
                <a:ea typeface="Inter Tight Black"/>
                <a:cs typeface="Inter Tight Black"/>
                <a:sym typeface="Inter Tight Black"/>
              </a:rPr>
              <a:t>The Accelerated Growth Paradox, Land-and-Expand Model — $600M Revenue, 4M+ Merchants, Pre-IPO ($10-15B), VeriFactu Certified</a:t>
            </a:r>
            <a:endParaRPr sz="1900"/>
          </a:p>
        </p:txBody>
      </p:sp>
      <p:pic>
        <p:nvPicPr>
          <p:cNvPr descr="medal_badge.png" id="4513" name="Google Shape;4513;p358"/>
          <p:cNvPicPr preferRelativeResize="0"/>
          <p:nvPr/>
        </p:nvPicPr>
        <p:blipFill rotWithShape="1">
          <a:blip r:embed="rId5">
            <a:alphaModFix/>
          </a:blip>
          <a:srcRect b="0" l="0" r="0" t="0"/>
          <a:stretch/>
        </p:blipFill>
        <p:spPr>
          <a:xfrm>
            <a:off x="270000" y="1043624"/>
            <a:ext cx="380000" cy="380000"/>
          </a:xfrm>
          <a:prstGeom prst="rect">
            <a:avLst/>
          </a:prstGeom>
          <a:noFill/>
          <a:ln>
            <a:noFill/>
          </a:ln>
        </p:spPr>
      </p:pic>
      <p:sp>
        <p:nvSpPr>
          <p:cNvPr id="4514" name="Google Shape;4514;p358"/>
          <p:cNvSpPr txBox="1"/>
          <p:nvPr/>
        </p:nvSpPr>
        <p:spPr>
          <a:xfrm>
            <a:off x="705000" y="1028650"/>
            <a:ext cx="8117700" cy="70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00">
                <a:solidFill>
                  <a:schemeClr val="dk1"/>
                </a:solidFill>
                <a:latin typeface="Poppins"/>
                <a:ea typeface="Poppins"/>
                <a:cs typeface="Poppins"/>
                <a:sym typeface="Poppins"/>
              </a:rPr>
              <a:t>SumUp's 'land and expand' model combines low-risk entry (pay-as-you-go, no contracts) with a sticky 'Super App' ecosystem that creates switching costs. $600M revenue, EBITDA positive since Dec 2022, 4M+ merchants across 37 markets, 1B+ annual transactions. Now includes Business Account (€1B+ deposits, 1.5M users) and 250K+ Merchant Cash Advances. Veri*Factu certified for Spain (Jan 2026). Pre-IPO at $10-15B.</a:t>
            </a:r>
            <a:endParaRPr/>
          </a:p>
        </p:txBody>
      </p:sp>
      <p:sp>
        <p:nvSpPr>
          <p:cNvPr id="4515" name="Google Shape;4515;p358"/>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16" name="Google Shape;4516;p358"/>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Strengths</a:t>
            </a:r>
            <a:endParaRPr/>
          </a:p>
        </p:txBody>
      </p:sp>
      <p:sp>
        <p:nvSpPr>
          <p:cNvPr id="4517" name="Google Shape;4517;p358"/>
          <p:cNvSpPr txBox="1"/>
          <p:nvPr/>
        </p:nvSpPr>
        <p:spPr>
          <a:xfrm>
            <a:off x="545000" y="1780000"/>
            <a:ext cx="4440000" cy="1354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Near-Zero Entry Barrier:</a:t>
            </a:r>
            <a:r>
              <a:rPr b="0" i="0" lang="en-US" sz="800">
                <a:solidFill>
                  <a:srgbClr val="333333"/>
                </a:solidFill>
                <a:latin typeface="Poppins"/>
                <a:ea typeface="Poppins"/>
                <a:cs typeface="Poppins"/>
                <a:sym typeface="Poppins"/>
              </a:rPr>
              <a:t> Pay-as-you-go, no monthly fees or contracts. Solo Lite €39+VAT, Solo €79+VAT. Massively attracts micro-entrepreneurs.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Sticky "Super App" Ecosystem:</a:t>
            </a:r>
            <a:r>
              <a:rPr b="0" i="0" lang="en-US" sz="800">
                <a:solidFill>
                  <a:srgbClr val="333333"/>
                </a:solidFill>
                <a:latin typeface="Poppins"/>
                <a:ea typeface="Poppins"/>
                <a:cs typeface="Poppins"/>
                <a:sym typeface="Poppins"/>
              </a:rPr>
              <a:t> POS + Business Account + Invoicing + Online Store creates high switching costs. €1B+ deposits, 1.5M active business account users.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Clear Niche Dominance:</a:t>
            </a:r>
            <a:r>
              <a:rPr b="0" i="0" lang="en-US" sz="800">
                <a:solidFill>
                  <a:srgbClr val="333333"/>
                </a:solidFill>
                <a:latin typeface="Poppins"/>
                <a:ea typeface="Poppins"/>
                <a:cs typeface="Poppins"/>
                <a:sym typeface="Poppins"/>
              </a:rPr>
              <a:t> Absolute dominance in mobile merchants and temporary businesses (pop-ups, markets). 4M+ merchants globally.</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Veri*Factu + Merchant Cash Advances:</a:t>
            </a:r>
            <a:r>
              <a:rPr b="0" i="0" lang="en-US" sz="800">
                <a:solidFill>
                  <a:srgbClr val="333333"/>
                </a:solidFill>
                <a:latin typeface="Poppins"/>
                <a:ea typeface="Poppins"/>
                <a:cs typeface="Poppins"/>
                <a:sym typeface="Poppins"/>
              </a:rPr>
              <a:t> Spain-certified e-invoicing (Jan 2026). 250K+ MCAs issued — now offers lending alongside payments.</a:t>
            </a:r>
            <a:endParaRPr/>
          </a:p>
        </p:txBody>
      </p:sp>
      <p:sp>
        <p:nvSpPr>
          <p:cNvPr id="4518" name="Google Shape;4518;p358"/>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19" name="Google Shape;4519;p358"/>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Weaknesses</a:t>
            </a:r>
            <a:endParaRPr/>
          </a:p>
        </p:txBody>
      </p:sp>
      <p:sp>
        <p:nvSpPr>
          <p:cNvPr id="4520" name="Google Shape;4520;p358"/>
          <p:cNvSpPr txBox="1"/>
          <p:nvPr/>
        </p:nvSpPr>
        <p:spPr>
          <a:xfrm>
            <a:off x="545000" y="3450000"/>
            <a:ext cx="4440000" cy="1354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Systemic Support Collapse:</a:t>
            </a:r>
            <a:r>
              <a:rPr b="0" i="0" lang="en-US" sz="800">
                <a:solidFill>
                  <a:srgbClr val="333333"/>
                </a:solidFill>
                <a:latin typeface="Poppins"/>
                <a:ea typeface="Poppins"/>
                <a:cs typeface="Poppins"/>
                <a:sym typeface="Poppins"/>
              </a:rPr>
              <a:t> "Non-existent," "terrible," "black hole" — most recurrent and damaging complaint across all review channels.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Critical Fund Retention:</a:t>
            </a:r>
            <a:r>
              <a:rPr b="0" i="0" lang="en-US" sz="800">
                <a:solidFill>
                  <a:srgbClr val="333333"/>
                </a:solidFill>
                <a:latin typeface="Poppins"/>
                <a:ea typeface="Poppins"/>
                <a:cs typeface="Poppins"/>
                <a:sym typeface="Poppins"/>
              </a:rPr>
              <a:t> Severe recurring accusations of fund blocking and account freezes without explanation. Primary trust destroyer.</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Fractured Brand Identity:</a:t>
            </a:r>
            <a:r>
              <a:rPr b="0" i="0" lang="en-US" sz="800">
                <a:solidFill>
                  <a:srgbClr val="333333"/>
                </a:solidFill>
                <a:latin typeface="Poppins"/>
                <a:ea typeface="Poppins"/>
                <a:cs typeface="Poppins"/>
                <a:sym typeface="Poppins"/>
              </a:rPr>
              <a:t> Deep dissonance between empathetic marketing and customer experience of abandonment. "Scam" and "fraud" accusations.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Hardware Dependency:</a:t>
            </a:r>
            <a:r>
              <a:rPr b="0" i="0" lang="en-US" sz="800">
                <a:solidFill>
                  <a:srgbClr val="333333"/>
                </a:solidFill>
                <a:latin typeface="Poppins"/>
                <a:ea typeface="Poppins"/>
                <a:cs typeface="Poppins"/>
                <a:sym typeface="Poppins"/>
              </a:rPr>
              <a:t> Card reader failures with no resolution except "buy a new one" — marketing great, reality a disaster.</a:t>
            </a:r>
            <a:endParaRPr/>
          </a:p>
        </p:txBody>
      </p:sp>
      <p:sp>
        <p:nvSpPr>
          <p:cNvPr id="4521" name="Google Shape;4521;p358"/>
          <p:cNvSpPr/>
          <p:nvPr/>
        </p:nvSpPr>
        <p:spPr>
          <a:xfrm>
            <a:off x="5200000" y="2527125"/>
            <a:ext cx="1850100" cy="1941300"/>
          </a:xfrm>
          <a:prstGeom prst="roundRect">
            <a:avLst>
              <a:gd fmla="val 5000" name="adj"/>
            </a:avLst>
          </a:prstGeom>
          <a:solidFill>
            <a:srgbClr val="D6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22" name="Google Shape;4522;p358"/>
          <p:cNvSpPr txBox="1"/>
          <p:nvPr/>
        </p:nvSpPr>
        <p:spPr>
          <a:xfrm>
            <a:off x="5192500" y="2482277"/>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4523" name="Google Shape;4523;p358"/>
          <p:cNvSpPr txBox="1"/>
          <p:nvPr/>
        </p:nvSpPr>
        <p:spPr>
          <a:xfrm>
            <a:off x="5112025" y="2704225"/>
            <a:ext cx="1980600" cy="1168500"/>
          </a:xfrm>
          <a:prstGeom prst="rect">
            <a:avLst/>
          </a:prstGeom>
          <a:noFill/>
          <a:ln>
            <a:noFill/>
          </a:ln>
        </p:spPr>
        <p:txBody>
          <a:bodyPr anchorCtr="0" anchor="t" bIns="45700" lIns="91425" spcFirstLastPara="1" rIns="91425" wrap="square" tIns="45700">
            <a:noAutofit/>
          </a:bodyPr>
          <a:lstStyle/>
          <a:p>
            <a:pPr indent="-169672" lvl="0" marL="237743"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Easy Start:</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Best alternative to a traditional bank. Set it up in half an hour, running same afternoon.</a:t>
            </a:r>
            <a:endParaRPr sz="1300"/>
          </a:p>
          <a:p>
            <a:pPr indent="-169672" lvl="0" marL="237743"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No Contracts:</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No monthly fees or abusive contracts. Just what you need when you're starting.</a:t>
            </a:r>
            <a:endParaRPr sz="1300"/>
          </a:p>
          <a:p>
            <a:pPr indent="-169672" lvl="0" marL="237743"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Freedom:</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Take payments anywhere, at fairs or at a client's home. Don't depend on any bank.</a:t>
            </a:r>
            <a:endParaRPr sz="1300"/>
          </a:p>
        </p:txBody>
      </p:sp>
      <p:sp>
        <p:nvSpPr>
          <p:cNvPr id="4524" name="Google Shape;4524;p358"/>
          <p:cNvSpPr/>
          <p:nvPr/>
        </p:nvSpPr>
        <p:spPr>
          <a:xfrm>
            <a:off x="7100000" y="2527025"/>
            <a:ext cx="1850100" cy="1941300"/>
          </a:xfrm>
          <a:prstGeom prst="roundRect">
            <a:avLst>
              <a:gd fmla="val 5000" name="adj"/>
            </a:avLst>
          </a:prstGeom>
          <a:solidFill>
            <a:srgbClr val="F5D0D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25" name="Google Shape;4525;p358"/>
          <p:cNvSpPr txBox="1"/>
          <p:nvPr/>
        </p:nvSpPr>
        <p:spPr>
          <a:xfrm>
            <a:off x="7092500" y="2475221"/>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4526" name="Google Shape;4526;p358"/>
          <p:cNvSpPr txBox="1"/>
          <p:nvPr/>
        </p:nvSpPr>
        <p:spPr>
          <a:xfrm>
            <a:off x="7012233" y="2649192"/>
            <a:ext cx="1900200" cy="1168500"/>
          </a:xfrm>
          <a:prstGeom prst="rect">
            <a:avLst/>
          </a:prstGeom>
          <a:noFill/>
          <a:ln>
            <a:noFill/>
          </a:ln>
        </p:spPr>
        <p:txBody>
          <a:bodyPr anchorCtr="0" anchor="t" bIns="45700" lIns="91425" spcFirstLastPara="1" rIns="91425" wrap="square" tIns="45700">
            <a:noAutofit/>
          </a:bodyPr>
          <a:lstStyle/>
          <a:p>
            <a:pPr indent="-169672" lvl="0" marL="237743"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Black Hole:</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Waiting weeks for a response. It's a support black hole. Impossible to speak to a human.</a:t>
            </a:r>
            <a:endParaRPr sz="1300"/>
          </a:p>
          <a:p>
            <a:pPr indent="-169672" lvl="0" marL="237743"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Fund Theft:</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They blocked my account without warning and refuse to release my funds. They are thieves.</a:t>
            </a:r>
            <a:endParaRPr sz="1300"/>
          </a:p>
          <a:p>
            <a:pPr indent="-169672" lvl="0" marL="237743"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Broken Hardware:</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Card reader stopped working, solution: buy a new one. Marketing great, reality a disaster.</a:t>
            </a:r>
            <a:endParaRPr sz="1300"/>
          </a:p>
        </p:txBody>
      </p:sp>
      <p:sp>
        <p:nvSpPr>
          <p:cNvPr id="4527" name="Google Shape;4527;p358"/>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528" name="Google Shape;4528;p358"/>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29" name="Google Shape;4529;p358"/>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6"/>
              </a:rPr>
              <a:t>4.1/5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7"/>
              </a:rPr>
              <a:t>40K</a:t>
            </a:r>
            <a:endParaRPr sz="700">
              <a:solidFill>
                <a:srgbClr val="808080"/>
              </a:solidFill>
              <a:latin typeface="Poppins"/>
              <a:ea typeface="Poppins"/>
              <a:cs typeface="Poppins"/>
              <a:sym typeface="Poppins"/>
            </a:endParaRPr>
          </a:p>
        </p:txBody>
      </p:sp>
      <p:pic>
        <p:nvPicPr>
          <p:cNvPr id="4530" name="Google Shape;4530;p358"/>
          <p:cNvPicPr preferRelativeResize="0"/>
          <p:nvPr/>
        </p:nvPicPr>
        <p:blipFill>
          <a:blip r:embed="rId8">
            <a:alphaModFix/>
          </a:blip>
          <a:stretch>
            <a:fillRect/>
          </a:stretch>
        </p:blipFill>
        <p:spPr>
          <a:xfrm>
            <a:off x="5572929" y="4508200"/>
            <a:ext cx="500000" cy="125000"/>
          </a:xfrm>
          <a:prstGeom prst="rect">
            <a:avLst/>
          </a:prstGeom>
          <a:noFill/>
          <a:ln>
            <a:noFill/>
          </a:ln>
        </p:spPr>
      </p:pic>
      <p:sp>
        <p:nvSpPr>
          <p:cNvPr id="4531" name="Google Shape;4531;p358"/>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9"/>
              </a:rPr>
              <a:t>4.5/5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0"/>
              </a:rPr>
              <a:t>1.4K</a:t>
            </a:r>
            <a:endParaRPr sz="700">
              <a:solidFill>
                <a:srgbClr val="808080"/>
              </a:solidFill>
              <a:latin typeface="Poppins"/>
              <a:ea typeface="Poppins"/>
              <a:cs typeface="Poppins"/>
              <a:sym typeface="Poppins"/>
            </a:endParaRPr>
          </a:p>
        </p:txBody>
      </p:sp>
      <p:pic>
        <p:nvPicPr>
          <p:cNvPr id="4532" name="Google Shape;4532;p358"/>
          <p:cNvPicPr preferRelativeResize="0"/>
          <p:nvPr/>
        </p:nvPicPr>
        <p:blipFill>
          <a:blip r:embed="rId11">
            <a:alphaModFix/>
          </a:blip>
          <a:stretch>
            <a:fillRect/>
          </a:stretch>
        </p:blipFill>
        <p:spPr>
          <a:xfrm>
            <a:off x="6996261" y="4493200"/>
            <a:ext cx="140000" cy="140000"/>
          </a:xfrm>
          <a:prstGeom prst="rect">
            <a:avLst/>
          </a:prstGeom>
          <a:noFill/>
          <a:ln>
            <a:noFill/>
          </a:ln>
        </p:spPr>
      </p:pic>
      <p:sp>
        <p:nvSpPr>
          <p:cNvPr id="4533" name="Google Shape;4533;p358"/>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2"/>
              </a:rPr>
              <a:t>3.9/5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3"/>
              </a:rPr>
              <a:t>119K</a:t>
            </a:r>
            <a:endParaRPr sz="700">
              <a:solidFill>
                <a:srgbClr val="808080"/>
              </a:solidFill>
              <a:latin typeface="Poppins"/>
              <a:ea typeface="Poppins"/>
              <a:cs typeface="Poppins"/>
              <a:sym typeface="Poppins"/>
            </a:endParaRPr>
          </a:p>
        </p:txBody>
      </p:sp>
      <p:pic>
        <p:nvPicPr>
          <p:cNvPr id="4534" name="Google Shape;4534;p358"/>
          <p:cNvPicPr preferRelativeResize="0"/>
          <p:nvPr/>
        </p:nvPicPr>
        <p:blipFill>
          <a:blip r:embed="rId14">
            <a:alphaModFix/>
          </a:blip>
          <a:stretch>
            <a:fillRect/>
          </a:stretch>
        </p:blipFill>
        <p:spPr>
          <a:xfrm>
            <a:off x="8059595" y="4483200"/>
            <a:ext cx="500000" cy="150000"/>
          </a:xfrm>
          <a:prstGeom prst="rect">
            <a:avLst/>
          </a:prstGeom>
          <a:noFill/>
          <a:ln>
            <a:noFill/>
          </a:ln>
        </p:spPr>
      </p:pic>
      <p:sp>
        <p:nvSpPr>
          <p:cNvPr id="4535" name="Google Shape;4535;p358"/>
          <p:cNvSpPr/>
          <p:nvPr/>
        </p:nvSpPr>
        <p:spPr>
          <a:xfrm>
            <a:off x="5200000" y="1700950"/>
            <a:ext cx="3669900" cy="766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Merchants</a:t>
            </a:r>
            <a:r>
              <a:rPr b="1" lang="en-US" sz="1200">
                <a:solidFill>
                  <a:schemeClr val="dk1"/>
                </a:solidFill>
                <a:latin typeface="Poppins"/>
                <a:ea typeface="Poppins"/>
                <a:cs typeface="Poppins"/>
                <a:sym typeface="Poppins"/>
              </a:rPr>
              <a:t>: 4M+ globally</a:t>
            </a:r>
            <a:r>
              <a:rPr lang="en-US" sz="700">
                <a:solidFill>
                  <a:schemeClr val="dk1"/>
                </a:solidFill>
                <a:uFill>
                  <a:noFill/>
                </a:uFill>
                <a:latin typeface="Poppins"/>
                <a:ea typeface="Poppins"/>
                <a:cs typeface="Poppins"/>
                <a:sym typeface="Poppins"/>
                <a:hlinkClick r:id="rId15">
                  <a:extLst>
                    <a:ext uri="{A12FA001-AC4F-418D-AE19-62706E023703}">
                      <ahyp:hlinkClr val="tx"/>
                    </a:ext>
                  </a:extLst>
                </a:hlinkClick>
              </a:rPr>
              <a:t> (1)</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Revenue</a:t>
            </a:r>
            <a:r>
              <a:rPr b="1" lang="en-US" sz="1200">
                <a:solidFill>
                  <a:schemeClr val="dk1"/>
                </a:solidFill>
                <a:latin typeface="Poppins"/>
                <a:ea typeface="Poppins"/>
                <a:cs typeface="Poppins"/>
                <a:sym typeface="Poppins"/>
              </a:rPr>
              <a:t>: ~€188M (2023)</a:t>
            </a:r>
            <a:r>
              <a:rPr lang="en-US" sz="1200">
                <a:solidFill>
                  <a:schemeClr val="dk1"/>
                </a:solidFill>
                <a:uFill>
                  <a:noFill/>
                </a:uFill>
                <a:latin typeface="Poppins"/>
                <a:ea typeface="Poppins"/>
                <a:cs typeface="Poppins"/>
                <a:sym typeface="Poppins"/>
                <a:hlinkClick r:id="rId16">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7">
                  <a:extLst>
                    <a:ext uri="{A12FA001-AC4F-418D-AE19-62706E023703}">
                      <ahyp:hlinkClr val="tx"/>
                    </a:ext>
                  </a:extLst>
                </a:hlinkClick>
              </a:rPr>
              <a:t>(2)</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Market</a:t>
            </a:r>
            <a:r>
              <a:rPr b="1" lang="en-US" sz="1200">
                <a:solidFill>
                  <a:schemeClr val="dk1"/>
                </a:solidFill>
                <a:latin typeface="Poppins"/>
                <a:ea typeface="Poppins"/>
                <a:cs typeface="Poppins"/>
                <a:sym typeface="Poppins"/>
              </a:rPr>
              <a:t>: Leading POS provider</a:t>
            </a:r>
            <a:r>
              <a:rPr lang="en-US" sz="1200">
                <a:solidFill>
                  <a:schemeClr val="dk1"/>
                </a:solidFill>
                <a:uFill>
                  <a:noFill/>
                </a:uFill>
                <a:latin typeface="Poppins"/>
                <a:ea typeface="Poppins"/>
                <a:cs typeface="Poppins"/>
                <a:sym typeface="Poppins"/>
                <a:hlinkClick r:id="rId18">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9">
                  <a:extLst>
                    <a:ext uri="{A12FA001-AC4F-418D-AE19-62706E023703}">
                      <ahyp:hlinkClr val="tx"/>
                    </a:ext>
                  </a:extLst>
                </a:hlinkClick>
              </a:rPr>
              <a:t>(3)</a:t>
            </a:r>
            <a:endParaRPr sz="700">
              <a:solidFill>
                <a:schemeClr val="dk1"/>
              </a:solidFill>
              <a:latin typeface="Poppins"/>
              <a:ea typeface="Poppins"/>
              <a:cs typeface="Poppins"/>
              <a:sym typeface="Poppins"/>
            </a:endParaRPr>
          </a:p>
        </p:txBody>
      </p:sp>
      <p:sp>
        <p:nvSpPr>
          <p:cNvPr id="4536" name="Google Shape;4536;p358">
            <a:hlinkClick r:id="rId20"/>
          </p:cNvPr>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rgbClr val="333333"/>
                </a:solidFill>
                <a:latin typeface="Poppins"/>
                <a:ea typeface="Poppins"/>
                <a:cs typeface="Poppins"/>
                <a:sym typeface="Poppins"/>
              </a:rPr>
              <a:t>SumUp docs</a:t>
            </a:r>
            <a:endParaRPr b="1" sz="900" u="sng">
              <a:solidFill>
                <a:srgbClr val="333333"/>
              </a:solidFill>
              <a:latin typeface="Poppins"/>
              <a:ea typeface="Poppins"/>
              <a:cs typeface="Poppins"/>
              <a:sym typeface="Poppi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541" name="Shape 4541"/>
        <p:cNvGrpSpPr/>
        <p:nvPr/>
      </p:nvGrpSpPr>
      <p:grpSpPr>
        <a:xfrm>
          <a:off x="0" y="0"/>
          <a:ext cx="0" cy="0"/>
          <a:chOff x="0" y="0"/>
          <a:chExt cx="0" cy="0"/>
        </a:xfrm>
      </p:grpSpPr>
      <p:sp>
        <p:nvSpPr>
          <p:cNvPr id="4542" name="Google Shape;4542;p359"/>
          <p:cNvSpPr/>
          <p:nvPr/>
        </p:nvSpPr>
        <p:spPr>
          <a:xfrm>
            <a:off x="120150" y="402300"/>
            <a:ext cx="8903700" cy="4631700"/>
          </a:xfrm>
          <a:prstGeom prst="roundRect">
            <a:avLst>
              <a:gd fmla="val 3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4543" name="Google Shape;4543;p359"/>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pic>
        <p:nvPicPr>
          <p:cNvPr descr="image.png" id="4544" name="Google Shape;4544;p359"/>
          <p:cNvPicPr preferRelativeResize="0"/>
          <p:nvPr/>
        </p:nvPicPr>
        <p:blipFill rotWithShape="1">
          <a:blip r:embed="rId4">
            <a:alphaModFix/>
          </a:blip>
          <a:srcRect b="0" l="0" r="0" t="0"/>
          <a:stretch/>
        </p:blipFill>
        <p:spPr>
          <a:xfrm>
            <a:off x="195182" y="467968"/>
            <a:ext cx="1185166" cy="355550"/>
          </a:xfrm>
          <a:prstGeom prst="rect">
            <a:avLst/>
          </a:prstGeom>
          <a:noFill/>
          <a:ln>
            <a:noFill/>
          </a:ln>
        </p:spPr>
      </p:pic>
      <p:sp>
        <p:nvSpPr>
          <p:cNvPr id="4545" name="Google Shape;4545;p359"/>
          <p:cNvSpPr txBox="1"/>
          <p:nvPr/>
        </p:nvSpPr>
        <p:spPr>
          <a:xfrm>
            <a:off x="1460348" y="430000"/>
            <a:ext cx="7583700" cy="600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900">
                <a:solidFill>
                  <a:schemeClr val="dk1"/>
                </a:solidFill>
                <a:latin typeface="Inter Tight Black"/>
                <a:ea typeface="Inter Tight Black"/>
                <a:cs typeface="Inter Tight Black"/>
                <a:sym typeface="Inter Tight Black"/>
              </a:rPr>
              <a:t>Empresas: The Dual Path Strategist, Leveraging Scale and Segmentation for Reputational Shielding</a:t>
            </a:r>
            <a:endParaRPr sz="1900"/>
          </a:p>
        </p:txBody>
      </p:sp>
      <p:pic>
        <p:nvPicPr>
          <p:cNvPr descr="medal_badge.png" id="4546" name="Google Shape;4546;p359"/>
          <p:cNvPicPr preferRelativeResize="0"/>
          <p:nvPr/>
        </p:nvPicPr>
        <p:blipFill rotWithShape="1">
          <a:blip r:embed="rId5">
            <a:alphaModFix/>
          </a:blip>
          <a:srcRect b="0" l="0" r="0" t="0"/>
          <a:stretch/>
        </p:blipFill>
        <p:spPr>
          <a:xfrm>
            <a:off x="270000" y="1043624"/>
            <a:ext cx="380000" cy="380000"/>
          </a:xfrm>
          <a:prstGeom prst="rect">
            <a:avLst/>
          </a:prstGeom>
          <a:noFill/>
          <a:ln>
            <a:noFill/>
          </a:ln>
        </p:spPr>
      </p:pic>
      <p:sp>
        <p:nvSpPr>
          <p:cNvPr id="4547" name="Google Shape;4547;p359"/>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00">
                <a:solidFill>
                  <a:schemeClr val="dk1"/>
                </a:solidFill>
                <a:latin typeface="Poppins"/>
                <a:ea typeface="Poppins"/>
                <a:cs typeface="Poppins"/>
                <a:sym typeface="Poppins"/>
              </a:rPr>
              <a:t>BBVA employs a 'Duality and Reputational Shield' strategy — using scale and aspirational narratives to deflect operational failures. Segmented value propositions: financial hooks for mass market + Spark for high-growth tech (€1B committed, 1,700 customers). €10.5B profit 2025 (+4.5%), 1.2M new Spain customers. The OPA on Sabadell FAILED Oct 2025 (25.47% acceptance). Critical weakness: 'BBVA Empresas' app described as 'catastrophic failure.'</a:t>
            </a:r>
            <a:endParaRPr/>
          </a:p>
        </p:txBody>
      </p:sp>
      <p:sp>
        <p:nvSpPr>
          <p:cNvPr id="4548" name="Google Shape;4548;p359"/>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49" name="Google Shape;4549;p359"/>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Strengths</a:t>
            </a:r>
            <a:endParaRPr/>
          </a:p>
        </p:txBody>
      </p:sp>
      <p:sp>
        <p:nvSpPr>
          <p:cNvPr id="4550" name="Google Shape;4550;p359"/>
          <p:cNvSpPr txBox="1"/>
          <p:nvPr/>
        </p:nvSpPr>
        <p:spPr>
          <a:xfrm>
            <a:off x="545000" y="1780000"/>
            <a:ext cx="4440000" cy="1354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Corporate Reputation:</a:t>
            </a:r>
            <a:r>
              <a:rPr b="0" i="0" lang="en-US" sz="800">
                <a:solidFill>
                  <a:srgbClr val="333333"/>
                </a:solidFill>
                <a:latin typeface="Poppins"/>
                <a:ea typeface="Poppins"/>
                <a:cs typeface="Poppins"/>
                <a:sym typeface="Poppins"/>
              </a:rPr>
              <a:t> Top 3 LinkedIn Employer in Spain. World leader in sustainability comms. Powerful 'reputational halo' effect.</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Specialized Niche (Spark):</a:t>
            </a:r>
            <a:r>
              <a:rPr b="0" i="0" lang="en-US" sz="800">
                <a:solidFill>
                  <a:srgbClr val="333333"/>
                </a:solidFill>
                <a:latin typeface="Poppins"/>
                <a:ea typeface="Poppins"/>
                <a:cs typeface="Poppins"/>
                <a:sym typeface="Poppins"/>
              </a:rPr>
              <a:t> BBVA Spark: €1B committed financing, 1,700 customers, 30+ deals in 2025. Unique Venture Debt for high-growth startups.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Advanced Digital Ecosystem:</a:t>
            </a:r>
            <a:r>
              <a:rPr b="0" i="0" lang="en-US" sz="800">
                <a:solidFill>
                  <a:srgbClr val="333333"/>
                </a:solidFill>
                <a:latin typeface="Poppins"/>
                <a:ea typeface="Poppins"/>
                <a:cs typeface="Poppins"/>
                <a:sym typeface="Poppins"/>
              </a:rPr>
              <a:t> BBVA One View integrates accounts from 80+ external banks. Powerful for corporate treasury management.</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Customer Acquisition Engine:</a:t>
            </a:r>
            <a:r>
              <a:rPr b="0" i="0" lang="en-US" sz="800">
                <a:solidFill>
                  <a:srgbClr val="333333"/>
                </a:solidFill>
                <a:latin typeface="Poppins"/>
                <a:ea typeface="Poppins"/>
                <a:cs typeface="Poppins"/>
                <a:sym typeface="Poppins"/>
              </a:rPr>
              <a:t> 'Cuenta Negocios Bienvenida' (12 months commission-free). 1.2M new customers in Spain 2025.</a:t>
            </a:r>
            <a:endParaRPr/>
          </a:p>
        </p:txBody>
      </p:sp>
      <p:sp>
        <p:nvSpPr>
          <p:cNvPr id="4551" name="Google Shape;4551;p359"/>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52" name="Google Shape;4552;p359"/>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Weaknesses</a:t>
            </a:r>
            <a:endParaRPr/>
          </a:p>
        </p:txBody>
      </p:sp>
      <p:sp>
        <p:nvSpPr>
          <p:cNvPr id="4553" name="Google Shape;4553;p359"/>
          <p:cNvSpPr txBox="1"/>
          <p:nvPr/>
        </p:nvSpPr>
        <p:spPr>
          <a:xfrm>
            <a:off x="545000" y="3450000"/>
            <a:ext cx="4440000" cy="1477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Critical Trust Deficit:</a:t>
            </a:r>
            <a:r>
              <a:rPr b="0" i="0" lang="en-US" sz="800">
                <a:solidFill>
                  <a:srgbClr val="333333"/>
                </a:solidFill>
                <a:latin typeface="Poppins"/>
                <a:ea typeface="Poppins"/>
                <a:cs typeface="Poppins"/>
                <a:sym typeface="Poppins"/>
              </a:rPr>
              <a:t> Service described as 'pesimo' (abysmal), 'desastre' (disaster). Trustpilot 1.3/5 from 2,141 reviews — 24x volume increase reinforces pattern.</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"Empresas" App Disaster:</a:t>
            </a:r>
            <a:r>
              <a:rPr b="0" i="0" lang="en-US" sz="800">
                <a:solidFill>
                  <a:srgbClr val="333333"/>
                </a:solidFill>
                <a:latin typeface="Poppins"/>
                <a:ea typeface="Poppins"/>
                <a:cs typeface="Poppins"/>
                <a:sym typeface="Poppins"/>
              </a:rPr>
              <a:t> New business app/portal described as 'horrible,' 'unreliable,' 'a mess' — transformed loyal users into vocal detractors.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Fee Opacity:</a:t>
            </a:r>
            <a:r>
              <a:rPr b="0" i="0" lang="en-US" sz="800">
                <a:solidFill>
                  <a:srgbClr val="333333"/>
                </a:solidFill>
                <a:latin typeface="Poppins"/>
                <a:ea typeface="Poppins"/>
                <a:cs typeface="Poppins"/>
                <a:sym typeface="Poppins"/>
              </a:rPr>
              <a:t> Deep-seated perception of 'abusive commissions.' Consumer group recovered nearly €29,000 from client due to security failure.</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OPA Failure Aftermath:</a:t>
            </a:r>
            <a:r>
              <a:rPr b="0" i="0" lang="en-US" sz="800">
                <a:solidFill>
                  <a:srgbClr val="333333"/>
                </a:solidFill>
                <a:latin typeface="Poppins"/>
                <a:ea typeface="Poppins"/>
                <a:cs typeface="Poppins"/>
                <a:sym typeface="Poppins"/>
              </a:rPr>
              <a:t> Failed takeover of Sabadell (Oct 2025) consumed management attention. Sabadell now on offensive with €6.3B shareholder return.</a:t>
            </a:r>
            <a:endParaRPr/>
          </a:p>
        </p:txBody>
      </p:sp>
      <p:sp>
        <p:nvSpPr>
          <p:cNvPr id="4554" name="Google Shape;4554;p359"/>
          <p:cNvSpPr/>
          <p:nvPr/>
        </p:nvSpPr>
        <p:spPr>
          <a:xfrm>
            <a:off x="5200000" y="2630364"/>
            <a:ext cx="1850100" cy="1813500"/>
          </a:xfrm>
          <a:prstGeom prst="roundRect">
            <a:avLst>
              <a:gd fmla="val 5000" name="adj"/>
            </a:avLst>
          </a:prstGeom>
          <a:solidFill>
            <a:srgbClr val="D6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55" name="Google Shape;4555;p359"/>
          <p:cNvSpPr txBox="1"/>
          <p:nvPr/>
        </p:nvSpPr>
        <p:spPr>
          <a:xfrm>
            <a:off x="5191250" y="2600845"/>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4556" name="Google Shape;4556;p359"/>
          <p:cNvSpPr txBox="1"/>
          <p:nvPr/>
        </p:nvSpPr>
        <p:spPr>
          <a:xfrm>
            <a:off x="5165248" y="2787618"/>
            <a:ext cx="1850100" cy="1168500"/>
          </a:xfrm>
          <a:prstGeom prst="rect">
            <a:avLst/>
          </a:prstGeom>
          <a:noFill/>
          <a:ln>
            <a:noFill/>
          </a:ln>
        </p:spPr>
        <p:txBody>
          <a:bodyPr anchorCtr="0" anchor="t" bIns="45700" lIns="91425" spcFirstLastPara="1" rIns="91425" wrap="square" tIns="45700">
            <a:noAutofit/>
          </a:bodyPr>
          <a:lstStyle/>
          <a:p>
            <a:pPr indent="-165100" lvl="0" marL="228600"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Spark Excellence:</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The ideal partner to accompany us on this journey." (A BBVA Spark client)</a:t>
            </a:r>
            <a:endParaRPr sz="800"/>
          </a:p>
          <a:p>
            <a:pPr indent="-165100" lvl="0" marL="228600"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Security:</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They saved me from a cyberattack via SMS. In 5 minutes BBVA blocked my card and returned money.</a:t>
            </a:r>
            <a:endParaRPr sz="800"/>
          </a:p>
        </p:txBody>
      </p:sp>
      <p:sp>
        <p:nvSpPr>
          <p:cNvPr id="4557" name="Google Shape;4557;p359"/>
          <p:cNvSpPr/>
          <p:nvPr/>
        </p:nvSpPr>
        <p:spPr>
          <a:xfrm>
            <a:off x="7100000" y="2630364"/>
            <a:ext cx="1850100" cy="1813500"/>
          </a:xfrm>
          <a:prstGeom prst="roundRect">
            <a:avLst>
              <a:gd fmla="val 5000" name="adj"/>
            </a:avLst>
          </a:prstGeom>
          <a:solidFill>
            <a:srgbClr val="F5D0D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58" name="Google Shape;4558;p359"/>
          <p:cNvSpPr txBox="1"/>
          <p:nvPr/>
        </p:nvSpPr>
        <p:spPr>
          <a:xfrm>
            <a:off x="7091250" y="2608219"/>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4559" name="Google Shape;4559;p359"/>
          <p:cNvSpPr txBox="1"/>
          <p:nvPr/>
        </p:nvSpPr>
        <p:spPr>
          <a:xfrm>
            <a:off x="6993556" y="2743383"/>
            <a:ext cx="2053200" cy="1168500"/>
          </a:xfrm>
          <a:prstGeom prst="rect">
            <a:avLst/>
          </a:prstGeom>
          <a:noFill/>
          <a:ln>
            <a:noFill/>
          </a:ln>
        </p:spPr>
        <p:txBody>
          <a:bodyPr anchorCtr="0" anchor="t" bIns="45700" lIns="91425" spcFirstLastPara="1" rIns="91425" wrap="square" tIns="45700">
            <a:noAutofit/>
          </a:bodyPr>
          <a:lstStyle/>
          <a:p>
            <a:pPr indent="-165100" lvl="0" marL="228600"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Service Collapse:</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A real piece of garbage customer service for SMEs... days for them to answer, unfeasible for agile management.</a:t>
            </a:r>
            <a:endParaRPr sz="800"/>
          </a:p>
          <a:p>
            <a:pPr indent="-165100" lvl="0" marL="228600"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App Disaster:</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The web doesn't work from almost any browser. The app works very badly, not intuitive at all.</a:t>
            </a:r>
            <a:endParaRPr sz="800"/>
          </a:p>
          <a:p>
            <a:pPr indent="-165100" lvl="0" marL="228600"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Hidden Fees:</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They invent commissions and interest rates you didn't even know about.</a:t>
            </a:r>
            <a:endParaRPr sz="800"/>
          </a:p>
        </p:txBody>
      </p:sp>
      <p:sp>
        <p:nvSpPr>
          <p:cNvPr id="4560" name="Google Shape;4560;p359"/>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561" name="Google Shape;4561;p359"/>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2" name="Google Shape;4562;p359"/>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6"/>
              </a:rPr>
              <a:t>1.3/5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7"/>
              </a:rPr>
              <a:t>2.2K</a:t>
            </a:r>
            <a:endParaRPr sz="700">
              <a:solidFill>
                <a:srgbClr val="808080"/>
              </a:solidFill>
              <a:latin typeface="Poppins"/>
              <a:ea typeface="Poppins"/>
              <a:cs typeface="Poppins"/>
              <a:sym typeface="Poppins"/>
            </a:endParaRPr>
          </a:p>
        </p:txBody>
      </p:sp>
      <p:pic>
        <p:nvPicPr>
          <p:cNvPr id="4563" name="Google Shape;4563;p359"/>
          <p:cNvPicPr preferRelativeResize="0"/>
          <p:nvPr/>
        </p:nvPicPr>
        <p:blipFill>
          <a:blip r:embed="rId8">
            <a:alphaModFix/>
          </a:blip>
          <a:stretch>
            <a:fillRect/>
          </a:stretch>
        </p:blipFill>
        <p:spPr>
          <a:xfrm>
            <a:off x="5572929" y="4508200"/>
            <a:ext cx="500000" cy="125000"/>
          </a:xfrm>
          <a:prstGeom prst="rect">
            <a:avLst/>
          </a:prstGeom>
          <a:noFill/>
          <a:ln>
            <a:noFill/>
          </a:ln>
        </p:spPr>
      </p:pic>
      <p:sp>
        <p:nvSpPr>
          <p:cNvPr id="4564" name="Google Shape;4564;p359"/>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9"/>
              </a:rPr>
              <a:t>4.8/5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0"/>
              </a:rPr>
              <a:t>158K</a:t>
            </a:r>
            <a:endParaRPr sz="700">
              <a:solidFill>
                <a:srgbClr val="808080"/>
              </a:solidFill>
              <a:latin typeface="Poppins"/>
              <a:ea typeface="Poppins"/>
              <a:cs typeface="Poppins"/>
              <a:sym typeface="Poppins"/>
            </a:endParaRPr>
          </a:p>
        </p:txBody>
      </p:sp>
      <p:pic>
        <p:nvPicPr>
          <p:cNvPr id="4565" name="Google Shape;4565;p359"/>
          <p:cNvPicPr preferRelativeResize="0"/>
          <p:nvPr/>
        </p:nvPicPr>
        <p:blipFill>
          <a:blip r:embed="rId11">
            <a:alphaModFix/>
          </a:blip>
          <a:stretch>
            <a:fillRect/>
          </a:stretch>
        </p:blipFill>
        <p:spPr>
          <a:xfrm>
            <a:off x="6996261" y="4493200"/>
            <a:ext cx="140000" cy="140000"/>
          </a:xfrm>
          <a:prstGeom prst="rect">
            <a:avLst/>
          </a:prstGeom>
          <a:noFill/>
          <a:ln>
            <a:noFill/>
          </a:ln>
        </p:spPr>
      </p:pic>
      <p:sp>
        <p:nvSpPr>
          <p:cNvPr id="4566" name="Google Shape;4566;p359"/>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2"/>
              </a:rPr>
              <a:t>4.7/5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3"/>
              </a:rPr>
              <a:t>289K</a:t>
            </a:r>
            <a:endParaRPr sz="700">
              <a:solidFill>
                <a:srgbClr val="808080"/>
              </a:solidFill>
              <a:latin typeface="Poppins"/>
              <a:ea typeface="Poppins"/>
              <a:cs typeface="Poppins"/>
              <a:sym typeface="Poppins"/>
            </a:endParaRPr>
          </a:p>
        </p:txBody>
      </p:sp>
      <p:pic>
        <p:nvPicPr>
          <p:cNvPr id="4567" name="Google Shape;4567;p359"/>
          <p:cNvPicPr preferRelativeResize="0"/>
          <p:nvPr/>
        </p:nvPicPr>
        <p:blipFill>
          <a:blip r:embed="rId14">
            <a:alphaModFix/>
          </a:blip>
          <a:stretch>
            <a:fillRect/>
          </a:stretch>
        </p:blipFill>
        <p:spPr>
          <a:xfrm>
            <a:off x="8059595" y="4483200"/>
            <a:ext cx="500000" cy="150000"/>
          </a:xfrm>
          <a:prstGeom prst="rect">
            <a:avLst/>
          </a:prstGeom>
          <a:noFill/>
          <a:ln>
            <a:noFill/>
          </a:ln>
        </p:spPr>
      </p:pic>
      <p:sp>
        <p:nvSpPr>
          <p:cNvPr id="4568" name="Google Shape;4568;p359"/>
          <p:cNvSpPr/>
          <p:nvPr/>
        </p:nvSpPr>
        <p:spPr>
          <a:xfrm>
            <a:off x="5200000" y="1634574"/>
            <a:ext cx="3674100" cy="9663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77M global, ~11M ES</a:t>
            </a:r>
            <a:r>
              <a:rPr lang="en-US" sz="700" u="sng">
                <a:solidFill>
                  <a:schemeClr val="dk1"/>
                </a:solidFill>
                <a:latin typeface="Poppins"/>
                <a:ea typeface="Poppins"/>
                <a:cs typeface="Poppins"/>
                <a:sym typeface="Poppins"/>
                <a:hlinkClick r:id="rId15">
                  <a:extLst>
                    <a:ext uri="{A12FA001-AC4F-418D-AE19-62706E023703}">
                      <ahyp:hlinkClr val="tx"/>
                    </a:ext>
                  </a:extLst>
                </a:hlinkClick>
              </a:rPr>
              <a:t> (1)</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Profit</a:t>
            </a:r>
            <a:r>
              <a:rPr b="1" lang="en-US" sz="1200">
                <a:solidFill>
                  <a:schemeClr val="dk1"/>
                </a:solidFill>
                <a:latin typeface="Poppins"/>
                <a:ea typeface="Poppins"/>
                <a:cs typeface="Poppins"/>
                <a:sym typeface="Poppins"/>
              </a:rPr>
              <a:t> </a:t>
            </a:r>
            <a:r>
              <a:rPr lang="en-US" sz="1200">
                <a:solidFill>
                  <a:schemeClr val="dk1"/>
                </a:solidFill>
                <a:latin typeface="Poppins"/>
                <a:ea typeface="Poppins"/>
                <a:cs typeface="Poppins"/>
                <a:sym typeface="Poppins"/>
              </a:rPr>
              <a:t>ES</a:t>
            </a:r>
            <a:r>
              <a:rPr b="1" lang="en-US" sz="1200">
                <a:solidFill>
                  <a:schemeClr val="dk1"/>
                </a:solidFill>
                <a:latin typeface="Poppins"/>
                <a:ea typeface="Poppins"/>
                <a:cs typeface="Poppins"/>
                <a:sym typeface="Poppins"/>
              </a:rPr>
              <a:t>: €4,180M (2025)</a:t>
            </a:r>
            <a:r>
              <a:rPr lang="en-US" sz="700" u="sng">
                <a:solidFill>
                  <a:schemeClr val="dk1"/>
                </a:solidFill>
                <a:latin typeface="Poppins"/>
                <a:ea typeface="Poppins"/>
                <a:cs typeface="Poppins"/>
                <a:sym typeface="Poppins"/>
                <a:hlinkClick r:id="rId16">
                  <a:extLst>
                    <a:ext uri="{A12FA001-AC4F-418D-AE19-62706E023703}">
                      <ahyp:hlinkClr val="tx"/>
                    </a:ext>
                  </a:extLst>
                </a:hlinkClick>
              </a:rPr>
              <a:t> (2)</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SME mkt: </a:t>
            </a:r>
            <a:r>
              <a:rPr b="1" lang="en-US" sz="1200">
                <a:solidFill>
                  <a:schemeClr val="dk1"/>
                </a:solidFill>
                <a:latin typeface="Poppins"/>
                <a:ea typeface="Poppins"/>
                <a:cs typeface="Poppins"/>
                <a:sym typeface="Poppins"/>
              </a:rPr>
              <a:t>Top 3 in Spain</a:t>
            </a:r>
            <a:r>
              <a:rPr lang="en-US" sz="700" u="sng">
                <a:solidFill>
                  <a:schemeClr val="dk1"/>
                </a:solidFill>
                <a:latin typeface="Poppins"/>
                <a:ea typeface="Poppins"/>
                <a:cs typeface="Poppins"/>
                <a:sym typeface="Poppins"/>
                <a:hlinkClick r:id="rId17">
                  <a:extLst>
                    <a:ext uri="{A12FA001-AC4F-418D-AE19-62706E023703}">
                      <ahyp:hlinkClr val="tx"/>
                    </a:ext>
                  </a:extLst>
                </a:hlinkClick>
              </a:rPr>
              <a:t> (3)</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NPS</a:t>
            </a:r>
            <a:r>
              <a:rPr b="1" lang="en-US" sz="1200">
                <a:solidFill>
                  <a:schemeClr val="dk1"/>
                </a:solidFill>
                <a:latin typeface="Poppins"/>
                <a:ea typeface="Poppins"/>
                <a:cs typeface="Poppins"/>
                <a:sym typeface="Poppins"/>
              </a:rPr>
              <a:t>: 32 (global)</a:t>
            </a:r>
            <a:r>
              <a:rPr lang="en-US" sz="700" u="sng">
                <a:solidFill>
                  <a:schemeClr val="dk1"/>
                </a:solidFill>
                <a:latin typeface="Poppins"/>
                <a:ea typeface="Poppins"/>
                <a:cs typeface="Poppins"/>
                <a:sym typeface="Poppins"/>
                <a:hlinkClick r:id="rId18">
                  <a:extLst>
                    <a:ext uri="{A12FA001-AC4F-418D-AE19-62706E023703}">
                      <ahyp:hlinkClr val="tx"/>
                    </a:ext>
                  </a:extLst>
                </a:hlinkClick>
              </a:rPr>
              <a:t> (4)</a:t>
            </a:r>
            <a:endParaRPr sz="700" u="sng">
              <a:solidFill>
                <a:schemeClr val="dk1"/>
              </a:solidFill>
              <a:latin typeface="Poppins"/>
              <a:ea typeface="Poppins"/>
              <a:cs typeface="Poppins"/>
              <a:sym typeface="Poppins"/>
            </a:endParaRPr>
          </a:p>
        </p:txBody>
      </p:sp>
      <p:sp>
        <p:nvSpPr>
          <p:cNvPr id="4569" name="Google Shape;4569;p359">
            <a:hlinkClick r:id="rId19"/>
          </p:cNvPr>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rgbClr val="333333"/>
                </a:solidFill>
                <a:latin typeface="Poppins"/>
                <a:ea typeface="Poppins"/>
                <a:cs typeface="Poppins"/>
                <a:sym typeface="Poppins"/>
              </a:rPr>
              <a:t>BBVA Biz docs</a:t>
            </a:r>
            <a:endParaRPr b="1" sz="900" u="sng">
              <a:solidFill>
                <a:srgbClr val="333333"/>
              </a:solidFill>
              <a:latin typeface="Poppins"/>
              <a:ea typeface="Poppins"/>
              <a:cs typeface="Poppins"/>
              <a:sym typeface="Poppi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574" name="Shape 4574"/>
        <p:cNvGrpSpPr/>
        <p:nvPr/>
      </p:nvGrpSpPr>
      <p:grpSpPr>
        <a:xfrm>
          <a:off x="0" y="0"/>
          <a:ext cx="0" cy="0"/>
          <a:chOff x="0" y="0"/>
          <a:chExt cx="0" cy="0"/>
        </a:xfrm>
      </p:grpSpPr>
      <p:sp>
        <p:nvSpPr>
          <p:cNvPr id="4575" name="Google Shape;4575;p360"/>
          <p:cNvSpPr/>
          <p:nvPr/>
        </p:nvSpPr>
        <p:spPr>
          <a:xfrm>
            <a:off x="120150" y="335932"/>
            <a:ext cx="8903700" cy="4631700"/>
          </a:xfrm>
          <a:prstGeom prst="roundRect">
            <a:avLst>
              <a:gd fmla="val 3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4576" name="Google Shape;4576;p360"/>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pic>
        <p:nvPicPr>
          <p:cNvPr descr="image.png" id="4577" name="Google Shape;4577;p360"/>
          <p:cNvPicPr preferRelativeResize="0"/>
          <p:nvPr/>
        </p:nvPicPr>
        <p:blipFill rotWithShape="1">
          <a:blip r:embed="rId4">
            <a:alphaModFix/>
          </a:blip>
          <a:srcRect b="0" l="0" r="0" t="0"/>
          <a:stretch/>
        </p:blipFill>
        <p:spPr>
          <a:xfrm>
            <a:off x="169825" y="394241"/>
            <a:ext cx="621900" cy="621900"/>
          </a:xfrm>
          <a:prstGeom prst="rect">
            <a:avLst/>
          </a:prstGeom>
          <a:noFill/>
          <a:ln>
            <a:noFill/>
          </a:ln>
        </p:spPr>
      </p:pic>
      <p:sp>
        <p:nvSpPr>
          <p:cNvPr id="4578" name="Google Shape;4578;p360"/>
          <p:cNvSpPr txBox="1"/>
          <p:nvPr/>
        </p:nvSpPr>
        <p:spPr>
          <a:xfrm>
            <a:off x="743425" y="430000"/>
            <a:ext cx="8103000" cy="600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900">
                <a:solidFill>
                  <a:schemeClr val="dk1"/>
                </a:solidFill>
                <a:latin typeface="Inter Tight Black"/>
                <a:ea typeface="Inter Tight Black"/>
                <a:cs typeface="Inter Tight Black"/>
                <a:sym typeface="Inter Tight Black"/>
              </a:rPr>
              <a:t>The Trojan Horse Strategy, Post-OPA Victory — €6.3B Shareholder Return, TSB Sale to Santander (£2.65B), Now on Offensive</a:t>
            </a:r>
            <a:endParaRPr sz="1900"/>
          </a:p>
        </p:txBody>
      </p:sp>
      <p:pic>
        <p:nvPicPr>
          <p:cNvPr descr="medal_badge.png" id="4579" name="Google Shape;4579;p360"/>
          <p:cNvPicPr preferRelativeResize="0"/>
          <p:nvPr/>
        </p:nvPicPr>
        <p:blipFill rotWithShape="1">
          <a:blip r:embed="rId5">
            <a:alphaModFix/>
          </a:blip>
          <a:srcRect b="0" l="0" r="0" t="0"/>
          <a:stretch/>
        </p:blipFill>
        <p:spPr>
          <a:xfrm>
            <a:off x="276075" y="1043624"/>
            <a:ext cx="431450" cy="431450"/>
          </a:xfrm>
          <a:prstGeom prst="rect">
            <a:avLst/>
          </a:prstGeom>
          <a:noFill/>
          <a:ln>
            <a:noFill/>
          </a:ln>
        </p:spPr>
      </p:pic>
      <p:sp>
        <p:nvSpPr>
          <p:cNvPr id="4580" name="Google Shape;4580;p360"/>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chemeClr val="dk1"/>
                </a:solidFill>
                <a:latin typeface="Poppins"/>
                <a:ea typeface="Poppins"/>
                <a:cs typeface="Poppins"/>
                <a:sym typeface="Poppins"/>
              </a:rPr>
              <a:t>Sabadell emerged victorious from the BBVA OPA (failed Oct 2025, 25.47% acceptance). Now pivoting from defensive to offensive: €6.3B shareholder return program, €800M buyback (Feb 2026), TSB sale to Santander (£2.65B). Its 'Trojan Horse' strategy uses Sabadell Hub content to bypass negative mass-market perceptions. Churn catalyst: 'bait-and-switch' hidden fees discovered after promotional periods. Trustpilot 1.2/5 (93% one-star).</a:t>
            </a:r>
            <a:endParaRPr sz="1000">
              <a:latin typeface="Poppins"/>
              <a:ea typeface="Poppins"/>
              <a:cs typeface="Poppins"/>
              <a:sym typeface="Poppins"/>
            </a:endParaRPr>
          </a:p>
        </p:txBody>
      </p:sp>
      <p:sp>
        <p:nvSpPr>
          <p:cNvPr id="4581" name="Google Shape;4581;p360"/>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82" name="Google Shape;4582;p360"/>
          <p:cNvSpPr txBox="1"/>
          <p:nvPr/>
        </p:nvSpPr>
        <p:spPr>
          <a:xfrm rot="-5400000">
            <a:off x="-451500" y="2366600"/>
            <a:ext cx="1569900" cy="27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Strengths</a:t>
            </a:r>
            <a:endParaRPr b="1" sz="1200">
              <a:latin typeface="Poppins"/>
              <a:ea typeface="Poppins"/>
              <a:cs typeface="Poppins"/>
              <a:sym typeface="Poppins"/>
            </a:endParaRPr>
          </a:p>
        </p:txBody>
      </p:sp>
      <p:sp>
        <p:nvSpPr>
          <p:cNvPr id="4583" name="Google Shape;4583;p360"/>
          <p:cNvSpPr txBox="1"/>
          <p:nvPr/>
        </p:nvSpPr>
        <p:spPr>
          <a:xfrm>
            <a:off x="545000" y="1780000"/>
            <a:ext cx="4440000" cy="1231500"/>
          </a:xfrm>
          <a:prstGeom prst="rect">
            <a:avLst/>
          </a:prstGeom>
          <a:noFill/>
          <a:ln>
            <a:noFill/>
          </a:ln>
        </p:spPr>
        <p:txBody>
          <a:bodyPr anchorCtr="0" anchor="t" bIns="45700" lIns="91425" spcFirstLastPara="1" rIns="91425" wrap="square" tIns="45700">
            <a:no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Powerful B2B Specialization:</a:t>
            </a:r>
            <a:r>
              <a:rPr b="0" i="0" lang="en-US" sz="800">
                <a:solidFill>
                  <a:srgbClr val="333333"/>
                </a:solidFill>
                <a:latin typeface="Poppins"/>
                <a:ea typeface="Poppins"/>
                <a:cs typeface="Poppins"/>
                <a:sym typeface="Poppins"/>
              </a:rPr>
              <a:t> BStartup for startups, international business, tourism, agriculture. Customized sector solutions. Dedicated Business Managers.</a:t>
            </a:r>
            <a:endParaRPr sz="800"/>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Content-Led Thought Leadership:</a:t>
            </a:r>
            <a:r>
              <a:rPr b="0" i="0" lang="en-US" sz="800">
                <a:solidFill>
                  <a:srgbClr val="333333"/>
                </a:solidFill>
                <a:latin typeface="Poppins"/>
                <a:ea typeface="Poppins"/>
                <a:cs typeface="Poppins"/>
                <a:sym typeface="Poppins"/>
              </a:rPr>
              <a:t> Sabadell Business Hub attracts high-value clients through webinars and expert content — not product offerings. Strong inbound.</a:t>
            </a:r>
            <a:endParaRPr sz="800"/>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Personalized High-Value Service:</a:t>
            </a:r>
            <a:r>
              <a:rPr b="0" i="0" lang="en-US" sz="800">
                <a:solidFill>
                  <a:srgbClr val="333333"/>
                </a:solidFill>
                <a:latin typeface="Poppins"/>
                <a:ea typeface="Poppins"/>
                <a:cs typeface="Poppins"/>
                <a:sym typeface="Poppins"/>
              </a:rPr>
              <a:t> Dedicated Business Manager provides key differentiation vs. purely digital competitors for large accounts.</a:t>
            </a:r>
            <a:endParaRPr sz="800"/>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Post-OPA Offensive:</a:t>
            </a:r>
            <a:r>
              <a:rPr b="0" i="0" lang="en-US" sz="800">
                <a:solidFill>
                  <a:srgbClr val="333333"/>
                </a:solidFill>
                <a:latin typeface="Poppins"/>
                <a:ea typeface="Poppins"/>
                <a:cs typeface="Poppins"/>
                <a:sym typeface="Poppins"/>
              </a:rPr>
              <a:t> €6.3B return program, €800M buyback, TSB sale proceeds. Significant resources for digital transformation.</a:t>
            </a:r>
            <a:endParaRPr sz="800"/>
          </a:p>
        </p:txBody>
      </p:sp>
      <p:sp>
        <p:nvSpPr>
          <p:cNvPr id="4584" name="Google Shape;4584;p360"/>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85" name="Google Shape;4585;p360"/>
          <p:cNvSpPr txBox="1"/>
          <p:nvPr/>
        </p:nvSpPr>
        <p:spPr>
          <a:xfrm rot="-5400000">
            <a:off x="-451500" y="4036600"/>
            <a:ext cx="1569900" cy="276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Weaknesses</a:t>
            </a:r>
            <a:endParaRPr b="1" sz="1200">
              <a:latin typeface="Poppins"/>
              <a:ea typeface="Poppins"/>
              <a:cs typeface="Poppins"/>
              <a:sym typeface="Poppins"/>
            </a:endParaRPr>
          </a:p>
        </p:txBody>
      </p:sp>
      <p:sp>
        <p:nvSpPr>
          <p:cNvPr id="4586" name="Google Shape;4586;p360"/>
          <p:cNvSpPr txBox="1"/>
          <p:nvPr/>
        </p:nvSpPr>
        <p:spPr>
          <a:xfrm>
            <a:off x="545000" y="3450000"/>
            <a:ext cx="4440000" cy="1231500"/>
          </a:xfrm>
          <a:prstGeom prst="rect">
            <a:avLst/>
          </a:prstGeom>
          <a:noFill/>
          <a:ln>
            <a:noFill/>
          </a:ln>
        </p:spPr>
        <p:txBody>
          <a:bodyPr anchorCtr="0" anchor="t" bIns="45700" lIns="91425" spcFirstLastPara="1" rIns="91425" wrap="square" tIns="45700">
            <a:no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Industrial-Scale Negativity:</a:t>
            </a:r>
            <a:r>
              <a:rPr b="0" i="0" lang="en-US" sz="800">
                <a:solidFill>
                  <a:srgbClr val="333333"/>
                </a:solidFill>
                <a:latin typeface="Poppins"/>
                <a:ea typeface="Poppins"/>
                <a:cs typeface="Poppins"/>
                <a:sym typeface="Poppins"/>
              </a:rPr>
              <a:t> Trustpilot 1.2/5 with 93% one-star reviews (~2,000). Systemic, not isolated incidents.</a:t>
            </a:r>
            <a:endParaRPr sz="800"/>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Hidden Fees + Bait-and-Switch:</a:t>
            </a:r>
            <a:r>
              <a:rPr b="0" i="0" lang="en-US" sz="800">
                <a:solidFill>
                  <a:srgbClr val="333333"/>
                </a:solidFill>
                <a:latin typeface="Poppins"/>
                <a:ea typeface="Poppins"/>
                <a:cs typeface="Poppins"/>
                <a:sym typeface="Poppins"/>
              </a:rPr>
              <a:t> Damaging reputation for 'hidden commissions' creating profound sense of disloyalty and deception.</a:t>
            </a:r>
            <a:endParaRPr sz="800"/>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Support Failure:</a:t>
            </a:r>
            <a:r>
              <a:rPr b="0" i="0" lang="en-US" sz="800">
                <a:solidFill>
                  <a:srgbClr val="333333"/>
                </a:solidFill>
                <a:latin typeface="Poppins"/>
                <a:ea typeface="Poppins"/>
                <a:cs typeface="Poppins"/>
                <a:sym typeface="Poppins"/>
              </a:rPr>
              <a:t> Described as 'terrible,' 'embarrassing,' staffed by personnel who 'lie.' Unreliable and frustrating experience.</a:t>
            </a:r>
            <a:endParaRPr sz="800"/>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Severe Brand Dissonance:</a:t>
            </a:r>
            <a:r>
              <a:rPr b="0" i="0" lang="en-US" sz="800">
                <a:solidFill>
                  <a:srgbClr val="333333"/>
                </a:solidFill>
                <a:latin typeface="Poppins"/>
                <a:ea typeface="Poppins"/>
                <a:cs typeface="Poppins"/>
                <a:sym typeface="Poppins"/>
              </a:rPr>
              <a:t> Acute gap between 'strategic partner' promise and operational reality. CNMC ruling: NOT irreplaceable in SMEs.</a:t>
            </a:r>
            <a:endParaRPr sz="800"/>
          </a:p>
        </p:txBody>
      </p:sp>
      <p:sp>
        <p:nvSpPr>
          <p:cNvPr id="4587" name="Google Shape;4587;p360"/>
          <p:cNvSpPr/>
          <p:nvPr/>
        </p:nvSpPr>
        <p:spPr>
          <a:xfrm>
            <a:off x="5200000" y="2505002"/>
            <a:ext cx="1850100" cy="1899600"/>
          </a:xfrm>
          <a:prstGeom prst="roundRect">
            <a:avLst>
              <a:gd fmla="val 5000" name="adj"/>
            </a:avLst>
          </a:prstGeom>
          <a:solidFill>
            <a:srgbClr val="D6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88" name="Google Shape;4588;p360"/>
          <p:cNvSpPr txBox="1"/>
          <p:nvPr/>
        </p:nvSpPr>
        <p:spPr>
          <a:xfrm>
            <a:off x="5192500" y="2506386"/>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00">
                <a:solidFill>
                  <a:srgbClr val="333333"/>
                </a:solidFill>
                <a:latin typeface="Inter Tight Black"/>
                <a:ea typeface="Inter Tight Black"/>
                <a:cs typeface="Inter Tight Black"/>
                <a:sym typeface="Inter Tight Black"/>
              </a:rPr>
              <a:t>Positive reviews</a:t>
            </a:r>
            <a:endParaRPr sz="1000"/>
          </a:p>
        </p:txBody>
      </p:sp>
      <p:sp>
        <p:nvSpPr>
          <p:cNvPr id="4589" name="Google Shape;4589;p360"/>
          <p:cNvSpPr txBox="1"/>
          <p:nvPr/>
        </p:nvSpPr>
        <p:spPr>
          <a:xfrm>
            <a:off x="5065475" y="2691756"/>
            <a:ext cx="2002500" cy="1168500"/>
          </a:xfrm>
          <a:prstGeom prst="rect">
            <a:avLst/>
          </a:prstGeom>
          <a:noFill/>
          <a:ln>
            <a:noFill/>
          </a:ln>
        </p:spPr>
        <p:txBody>
          <a:bodyPr anchorCtr="0" anchor="t" bIns="45700" lIns="91425" spcFirstLastPara="1" rIns="91425" wrap="square" tIns="45700">
            <a:noAutofit/>
          </a:bodyPr>
          <a:lstStyle/>
          <a:p>
            <a:pPr indent="-279400" lvl="0" marL="347472"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Easy Onboarding:</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Signed up very quickly. The app isn't complex, it's user-friendly and simple.</a:t>
            </a:r>
            <a:endParaRPr sz="800"/>
          </a:p>
          <a:p>
            <a:pPr indent="-279400" lvl="0" marL="347472"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Digital Utility:</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The app is very useful, solves many things without going to the bank.</a:t>
            </a:r>
            <a:endParaRPr sz="800"/>
          </a:p>
          <a:p>
            <a:pPr indent="-279400" lvl="0" marL="347472"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Stability Perception:</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As one of Spain's major banks, some feel their money is in 'good hands.'</a:t>
            </a:r>
            <a:endParaRPr sz="800"/>
          </a:p>
        </p:txBody>
      </p:sp>
      <p:sp>
        <p:nvSpPr>
          <p:cNvPr id="4590" name="Google Shape;4590;p360"/>
          <p:cNvSpPr/>
          <p:nvPr/>
        </p:nvSpPr>
        <p:spPr>
          <a:xfrm>
            <a:off x="7100000" y="2490254"/>
            <a:ext cx="1850100" cy="1899600"/>
          </a:xfrm>
          <a:prstGeom prst="roundRect">
            <a:avLst>
              <a:gd fmla="val 5000" name="adj"/>
            </a:avLst>
          </a:prstGeom>
          <a:solidFill>
            <a:srgbClr val="F5D0D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91" name="Google Shape;4591;p360"/>
          <p:cNvSpPr txBox="1"/>
          <p:nvPr/>
        </p:nvSpPr>
        <p:spPr>
          <a:xfrm>
            <a:off x="7092500" y="2491638"/>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00">
                <a:solidFill>
                  <a:srgbClr val="333333"/>
                </a:solidFill>
                <a:latin typeface="Inter Tight Black"/>
                <a:ea typeface="Inter Tight Black"/>
                <a:cs typeface="Inter Tight Black"/>
                <a:sym typeface="Inter Tight Black"/>
              </a:rPr>
              <a:t>Negative reviews</a:t>
            </a:r>
            <a:endParaRPr sz="1000"/>
          </a:p>
        </p:txBody>
      </p:sp>
      <p:sp>
        <p:nvSpPr>
          <p:cNvPr id="4592" name="Google Shape;4592;p360"/>
          <p:cNvSpPr txBox="1"/>
          <p:nvPr/>
        </p:nvSpPr>
        <p:spPr>
          <a:xfrm>
            <a:off x="7063002" y="2691756"/>
            <a:ext cx="2002500" cy="1168500"/>
          </a:xfrm>
          <a:prstGeom prst="rect">
            <a:avLst/>
          </a:prstGeom>
          <a:noFill/>
          <a:ln>
            <a:noFill/>
          </a:ln>
        </p:spPr>
        <p:txBody>
          <a:bodyPr anchorCtr="0" anchor="t" bIns="45700" lIns="91425" spcFirstLastPara="1" rIns="91425" wrap="square" tIns="45700">
            <a:noAutofit/>
          </a:bodyPr>
          <a:lstStyle/>
          <a:p>
            <a:pPr indent="-279400" lvl="0" marL="347472"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Betrayal:</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Going to another bank that's at least more transparent and loyal to its customers.</a:t>
            </a:r>
            <a:endParaRPr sz="800"/>
          </a:p>
          <a:p>
            <a:pPr indent="-279400" lvl="0" marL="347472"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Incompetence:</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Terrible bank, terrible commissions, terrible service. My worst banking experience.</a:t>
            </a:r>
            <a:endParaRPr sz="800"/>
          </a:p>
          <a:p>
            <a:pPr indent="-279400" lvl="0" marL="347472"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B2B Failure:</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If you're serious, with projects, forget about Sabadell.</a:t>
            </a:r>
            <a:endParaRPr sz="800"/>
          </a:p>
        </p:txBody>
      </p:sp>
      <p:sp>
        <p:nvSpPr>
          <p:cNvPr id="4593" name="Google Shape;4593;p360"/>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594" name="Google Shape;4594;p360"/>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95" name="Google Shape;4595;p360"/>
          <p:cNvSpPr/>
          <p:nvPr/>
        </p:nvSpPr>
        <p:spPr>
          <a:xfrm>
            <a:off x="5292630" y="4626077"/>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000" u="sng">
                <a:solidFill>
                  <a:schemeClr val="hlink"/>
                </a:solidFill>
                <a:latin typeface="Poppins"/>
                <a:ea typeface="Poppins"/>
                <a:cs typeface="Poppins"/>
                <a:sym typeface="Poppins"/>
                <a:hlinkClick r:id="rId6"/>
              </a:rPr>
              <a:t>1.2/5</a:t>
            </a:r>
            <a:endParaRPr b="1" sz="1000">
              <a:solidFill>
                <a:srgbClr val="00B57A"/>
              </a:solidFill>
              <a:latin typeface="Poppins"/>
              <a:ea typeface="Poppins"/>
              <a:cs typeface="Poppins"/>
              <a:sym typeface="Poppins"/>
            </a:endParaRPr>
          </a:p>
          <a:p>
            <a:pPr indent="0" lvl="0" marL="0" rtl="0" algn="ctr">
              <a:spcBef>
                <a:spcPts val="0"/>
              </a:spcBef>
              <a:spcAft>
                <a:spcPts val="0"/>
              </a:spcAft>
              <a:buNone/>
            </a:pPr>
            <a:r>
              <a:rPr lang="en-US" sz="1000" u="sng">
                <a:solidFill>
                  <a:schemeClr val="hlink"/>
                </a:solidFill>
                <a:latin typeface="Poppins"/>
                <a:ea typeface="Poppins"/>
                <a:cs typeface="Poppins"/>
                <a:sym typeface="Poppins"/>
                <a:hlinkClick r:id="rId7"/>
              </a:rPr>
              <a:t>2K</a:t>
            </a:r>
            <a:endParaRPr sz="1000">
              <a:solidFill>
                <a:srgbClr val="808080"/>
              </a:solidFill>
              <a:latin typeface="Poppins"/>
              <a:ea typeface="Poppins"/>
              <a:cs typeface="Poppins"/>
              <a:sym typeface="Poppins"/>
            </a:endParaRPr>
          </a:p>
        </p:txBody>
      </p:sp>
      <p:pic>
        <p:nvPicPr>
          <p:cNvPr id="4596" name="Google Shape;4596;p360"/>
          <p:cNvPicPr preferRelativeResize="0"/>
          <p:nvPr/>
        </p:nvPicPr>
        <p:blipFill>
          <a:blip r:embed="rId8">
            <a:alphaModFix/>
          </a:blip>
          <a:stretch>
            <a:fillRect/>
          </a:stretch>
        </p:blipFill>
        <p:spPr>
          <a:xfrm>
            <a:off x="5572925" y="4422867"/>
            <a:ext cx="679276" cy="169819"/>
          </a:xfrm>
          <a:prstGeom prst="rect">
            <a:avLst/>
          </a:prstGeom>
          <a:noFill/>
          <a:ln>
            <a:noFill/>
          </a:ln>
        </p:spPr>
      </p:pic>
      <p:sp>
        <p:nvSpPr>
          <p:cNvPr id="4597" name="Google Shape;4597;p360"/>
          <p:cNvSpPr/>
          <p:nvPr/>
        </p:nvSpPr>
        <p:spPr>
          <a:xfrm>
            <a:off x="6535963" y="4626077"/>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000" u="sng">
                <a:solidFill>
                  <a:schemeClr val="hlink"/>
                </a:solidFill>
                <a:latin typeface="Poppins"/>
                <a:ea typeface="Poppins"/>
                <a:cs typeface="Poppins"/>
                <a:sym typeface="Poppins"/>
                <a:hlinkClick r:id="rId9"/>
              </a:rPr>
              <a:t>4.6/5</a:t>
            </a:r>
            <a:endParaRPr b="1" sz="1000">
              <a:solidFill>
                <a:srgbClr val="007AFF"/>
              </a:solidFill>
              <a:latin typeface="Poppins"/>
              <a:ea typeface="Poppins"/>
              <a:cs typeface="Poppins"/>
              <a:sym typeface="Poppins"/>
            </a:endParaRPr>
          </a:p>
          <a:p>
            <a:pPr indent="0" lvl="0" marL="0" rtl="0" algn="ctr">
              <a:spcBef>
                <a:spcPts val="0"/>
              </a:spcBef>
              <a:spcAft>
                <a:spcPts val="0"/>
              </a:spcAft>
              <a:buNone/>
            </a:pPr>
            <a:r>
              <a:rPr lang="en-US" sz="1000" u="sng">
                <a:solidFill>
                  <a:schemeClr val="hlink"/>
                </a:solidFill>
                <a:latin typeface="Poppins"/>
                <a:ea typeface="Poppins"/>
                <a:cs typeface="Poppins"/>
                <a:sym typeface="Poppins"/>
                <a:hlinkClick r:id="rId10"/>
              </a:rPr>
              <a:t>324K</a:t>
            </a:r>
            <a:endParaRPr sz="1000">
              <a:solidFill>
                <a:srgbClr val="808080"/>
              </a:solidFill>
              <a:latin typeface="Poppins"/>
              <a:ea typeface="Poppins"/>
              <a:cs typeface="Poppins"/>
              <a:sym typeface="Poppins"/>
            </a:endParaRPr>
          </a:p>
        </p:txBody>
      </p:sp>
      <p:pic>
        <p:nvPicPr>
          <p:cNvPr id="4598" name="Google Shape;4598;p360"/>
          <p:cNvPicPr preferRelativeResize="0"/>
          <p:nvPr/>
        </p:nvPicPr>
        <p:blipFill>
          <a:blip r:embed="rId11">
            <a:alphaModFix/>
          </a:blip>
          <a:stretch>
            <a:fillRect/>
          </a:stretch>
        </p:blipFill>
        <p:spPr>
          <a:xfrm>
            <a:off x="6970406" y="4439894"/>
            <a:ext cx="191787" cy="191787"/>
          </a:xfrm>
          <a:prstGeom prst="rect">
            <a:avLst/>
          </a:prstGeom>
          <a:noFill/>
          <a:ln>
            <a:noFill/>
          </a:ln>
        </p:spPr>
      </p:pic>
      <p:sp>
        <p:nvSpPr>
          <p:cNvPr id="4599" name="Google Shape;4599;p360"/>
          <p:cNvSpPr/>
          <p:nvPr/>
        </p:nvSpPr>
        <p:spPr>
          <a:xfrm>
            <a:off x="7779296" y="4603955"/>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000" u="sng">
                <a:solidFill>
                  <a:schemeClr val="hlink"/>
                </a:solidFill>
                <a:latin typeface="Poppins"/>
                <a:ea typeface="Poppins"/>
                <a:cs typeface="Poppins"/>
                <a:sym typeface="Poppins"/>
                <a:hlinkClick r:id="rId12"/>
              </a:rPr>
              <a:t>4.3/5</a:t>
            </a:r>
            <a:endParaRPr b="1" sz="1000">
              <a:solidFill>
                <a:srgbClr val="42A147"/>
              </a:solidFill>
              <a:latin typeface="Poppins"/>
              <a:ea typeface="Poppins"/>
              <a:cs typeface="Poppins"/>
              <a:sym typeface="Poppins"/>
            </a:endParaRPr>
          </a:p>
          <a:p>
            <a:pPr indent="0" lvl="0" marL="0" rtl="0" algn="ctr">
              <a:spcBef>
                <a:spcPts val="0"/>
              </a:spcBef>
              <a:spcAft>
                <a:spcPts val="0"/>
              </a:spcAft>
              <a:buNone/>
            </a:pPr>
            <a:r>
              <a:rPr lang="en-US" sz="1000" u="sng">
                <a:solidFill>
                  <a:schemeClr val="hlink"/>
                </a:solidFill>
                <a:latin typeface="Poppins"/>
                <a:ea typeface="Poppins"/>
                <a:cs typeface="Poppins"/>
                <a:sym typeface="Poppins"/>
                <a:hlinkClick r:id="rId13"/>
              </a:rPr>
              <a:t>N/A</a:t>
            </a:r>
            <a:endParaRPr sz="1000">
              <a:solidFill>
                <a:srgbClr val="808080"/>
              </a:solidFill>
              <a:latin typeface="Poppins"/>
              <a:ea typeface="Poppins"/>
              <a:cs typeface="Poppins"/>
              <a:sym typeface="Poppins"/>
            </a:endParaRPr>
          </a:p>
        </p:txBody>
      </p:sp>
      <p:pic>
        <p:nvPicPr>
          <p:cNvPr id="4600" name="Google Shape;4600;p360"/>
          <p:cNvPicPr preferRelativeResize="0"/>
          <p:nvPr/>
        </p:nvPicPr>
        <p:blipFill>
          <a:blip r:embed="rId14">
            <a:alphaModFix/>
          </a:blip>
          <a:stretch>
            <a:fillRect/>
          </a:stretch>
        </p:blipFill>
        <p:spPr>
          <a:xfrm>
            <a:off x="8065759" y="4436132"/>
            <a:ext cx="566050" cy="169822"/>
          </a:xfrm>
          <a:prstGeom prst="rect">
            <a:avLst/>
          </a:prstGeom>
          <a:noFill/>
          <a:ln>
            <a:noFill/>
          </a:ln>
        </p:spPr>
      </p:pic>
      <p:sp>
        <p:nvSpPr>
          <p:cNvPr id="4601" name="Google Shape;4601;p360"/>
          <p:cNvSpPr/>
          <p:nvPr/>
        </p:nvSpPr>
        <p:spPr>
          <a:xfrm>
            <a:off x="5200000" y="1715698"/>
            <a:ext cx="3669900" cy="766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~6.5M active (Spain)</a:t>
            </a:r>
            <a:r>
              <a:rPr lang="en-US" sz="1200">
                <a:solidFill>
                  <a:schemeClr val="dk1"/>
                </a:solidFill>
                <a:uFill>
                  <a:noFill/>
                </a:uFill>
                <a:latin typeface="Poppins"/>
                <a:ea typeface="Poppins"/>
                <a:cs typeface="Poppins"/>
                <a:sym typeface="Poppins"/>
                <a:hlinkClick r:id="rId15">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6">
                  <a:extLst>
                    <a:ext uri="{A12FA001-AC4F-418D-AE19-62706E023703}">
                      <ahyp:hlinkClr val="tx"/>
                    </a:ext>
                  </a:extLst>
                </a:hlinkClick>
              </a:rPr>
              <a:t>(1)</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Profit</a:t>
            </a:r>
            <a:r>
              <a:rPr b="1" lang="en-US" sz="1200">
                <a:solidFill>
                  <a:schemeClr val="dk1"/>
                </a:solidFill>
                <a:latin typeface="Poppins"/>
                <a:ea typeface="Poppins"/>
                <a:cs typeface="Poppins"/>
                <a:sym typeface="Poppins"/>
              </a:rPr>
              <a:t>: €1,775M (2025)</a:t>
            </a:r>
            <a:r>
              <a:rPr lang="en-US" sz="1200">
                <a:solidFill>
                  <a:schemeClr val="dk1"/>
                </a:solidFill>
                <a:uFill>
                  <a:noFill/>
                </a:uFill>
                <a:latin typeface="Poppins"/>
                <a:ea typeface="Poppins"/>
                <a:cs typeface="Poppins"/>
                <a:sym typeface="Poppins"/>
                <a:hlinkClick r:id="rId17">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8">
                  <a:extLst>
                    <a:ext uri="{A12FA001-AC4F-418D-AE19-62706E023703}">
                      <ahyp:hlinkClr val="tx"/>
                    </a:ext>
                  </a:extLst>
                </a:hlinkClick>
              </a:rPr>
              <a:t>(2)</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NPS</a:t>
            </a:r>
            <a:r>
              <a:rPr b="1" lang="en-US" sz="1200">
                <a:solidFill>
                  <a:schemeClr val="dk1"/>
                </a:solidFill>
                <a:latin typeface="Poppins"/>
                <a:ea typeface="Poppins"/>
                <a:cs typeface="Poppins"/>
                <a:sym typeface="Poppins"/>
              </a:rPr>
              <a:t>: 38–45 (PB)</a:t>
            </a:r>
            <a:r>
              <a:rPr lang="en-US" sz="1200">
                <a:solidFill>
                  <a:schemeClr val="dk1"/>
                </a:solidFill>
                <a:uFill>
                  <a:noFill/>
                </a:uFill>
                <a:latin typeface="Poppins"/>
                <a:ea typeface="Poppins"/>
                <a:cs typeface="Poppins"/>
                <a:sym typeface="Poppins"/>
                <a:hlinkClick r:id="rId19">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20">
                  <a:extLst>
                    <a:ext uri="{A12FA001-AC4F-418D-AE19-62706E023703}">
                      <ahyp:hlinkClr val="tx"/>
                    </a:ext>
                  </a:extLst>
                </a:hlinkClick>
              </a:rPr>
              <a:t>(3)</a:t>
            </a:r>
            <a:endParaRPr sz="700">
              <a:solidFill>
                <a:schemeClr val="dk1"/>
              </a:solidFill>
              <a:latin typeface="Poppins"/>
              <a:ea typeface="Poppins"/>
              <a:cs typeface="Poppins"/>
              <a:sym typeface="Poppins"/>
            </a:endParaRPr>
          </a:p>
        </p:txBody>
      </p:sp>
      <p:sp>
        <p:nvSpPr>
          <p:cNvPr id="4602" name="Google Shape;4602;p360">
            <a:hlinkClick r:id="rId21"/>
          </p:cNvPr>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rgbClr val="333333"/>
                </a:solidFill>
                <a:latin typeface="Poppins"/>
                <a:ea typeface="Poppins"/>
                <a:cs typeface="Poppins"/>
                <a:sym typeface="Poppins"/>
              </a:rPr>
              <a:t>Sabadell docs</a:t>
            </a:r>
            <a:endParaRPr b="1" sz="900" u="sng">
              <a:solidFill>
                <a:srgbClr val="333333"/>
              </a:solidFill>
              <a:latin typeface="Poppins"/>
              <a:ea typeface="Poppins"/>
              <a:cs typeface="Poppins"/>
              <a:sym typeface="Poppi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607" name="Shape 4607"/>
        <p:cNvGrpSpPr/>
        <p:nvPr/>
      </p:nvGrpSpPr>
      <p:grpSpPr>
        <a:xfrm>
          <a:off x="0" y="0"/>
          <a:ext cx="0" cy="0"/>
          <a:chOff x="0" y="0"/>
          <a:chExt cx="0" cy="0"/>
        </a:xfrm>
      </p:grpSpPr>
      <p:sp>
        <p:nvSpPr>
          <p:cNvPr id="4608" name="Google Shape;4608;p361"/>
          <p:cNvSpPr/>
          <p:nvPr/>
        </p:nvSpPr>
        <p:spPr>
          <a:xfrm>
            <a:off x="120150" y="402300"/>
            <a:ext cx="8903700" cy="4631700"/>
          </a:xfrm>
          <a:prstGeom prst="roundRect">
            <a:avLst>
              <a:gd fmla="val 3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4609" name="Google Shape;4609;p361"/>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pic>
        <p:nvPicPr>
          <p:cNvPr descr="image.png" id="4610" name="Google Shape;4610;p361"/>
          <p:cNvPicPr preferRelativeResize="0"/>
          <p:nvPr/>
        </p:nvPicPr>
        <p:blipFill rotWithShape="1">
          <a:blip r:embed="rId4">
            <a:alphaModFix/>
          </a:blip>
          <a:srcRect b="0" l="0" r="0" t="0"/>
          <a:stretch/>
        </p:blipFill>
        <p:spPr>
          <a:xfrm>
            <a:off x="195173" y="467977"/>
            <a:ext cx="454825" cy="454825"/>
          </a:xfrm>
          <a:prstGeom prst="rect">
            <a:avLst/>
          </a:prstGeom>
          <a:noFill/>
          <a:ln>
            <a:noFill/>
          </a:ln>
        </p:spPr>
      </p:pic>
      <p:sp>
        <p:nvSpPr>
          <p:cNvPr id="4611" name="Google Shape;4611;p361"/>
          <p:cNvSpPr txBox="1"/>
          <p:nvPr/>
        </p:nvSpPr>
        <p:spPr>
          <a:xfrm>
            <a:off x="623351" y="430000"/>
            <a:ext cx="8479200" cy="600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900">
                <a:solidFill>
                  <a:schemeClr val="dk1"/>
                </a:solidFill>
                <a:latin typeface="Inter Tight Black"/>
                <a:ea typeface="Inter Tight Black"/>
                <a:cs typeface="Inter Tight Black"/>
                <a:sym typeface="Inter Tight Black"/>
              </a:rPr>
              <a:t>A Fragmented Digital Perception, 25% SME Market Share, €14.1B Record Profit 2025, 180M Customers, Euromoney World's Best Retail Bank</a:t>
            </a:r>
            <a:endParaRPr sz="1900"/>
          </a:p>
        </p:txBody>
      </p:sp>
      <p:pic>
        <p:nvPicPr>
          <p:cNvPr descr="medal_badge.png" id="4612" name="Google Shape;4612;p361"/>
          <p:cNvPicPr preferRelativeResize="0"/>
          <p:nvPr/>
        </p:nvPicPr>
        <p:blipFill rotWithShape="1">
          <a:blip r:embed="rId5">
            <a:alphaModFix/>
          </a:blip>
          <a:srcRect b="0" l="0" r="0" t="0"/>
          <a:stretch/>
        </p:blipFill>
        <p:spPr>
          <a:xfrm>
            <a:off x="270000" y="1043624"/>
            <a:ext cx="380000" cy="380000"/>
          </a:xfrm>
          <a:prstGeom prst="rect">
            <a:avLst/>
          </a:prstGeom>
          <a:noFill/>
          <a:ln>
            <a:noFill/>
          </a:ln>
        </p:spPr>
      </p:pic>
      <p:sp>
        <p:nvSpPr>
          <p:cNvPr id="4613" name="Google Shape;4613;p361"/>
          <p:cNvSpPr txBox="1"/>
          <p:nvPr/>
        </p:nvSpPr>
        <p:spPr>
          <a:xfrm>
            <a:off x="825000" y="1012000"/>
            <a:ext cx="8117700" cy="70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00">
                <a:solidFill>
                  <a:schemeClr val="dk1"/>
                </a:solidFill>
                <a:latin typeface="Poppins"/>
                <a:ea typeface="Poppins"/>
                <a:cs typeface="Poppins"/>
                <a:sym typeface="Poppins"/>
              </a:rPr>
              <a:t>Santander's strategy revolves around global scale and non-financial value ecosystem (Santander X, Work Cafes) to create customer dependency. The 'Paradox of Quality': business-specific digital tools (Santander Empresas app 4.8/5) defy its negative consumer reputation. €14.1B record profit 2025, 180M customers, Euromoney 'World's Best Retail Bank' + 'Europe's Best Digital Bank for SMEs.' OpenAI partnership: €200M AI savings, 40% contact center AI-assisted.</a:t>
            </a:r>
            <a:endParaRPr/>
          </a:p>
        </p:txBody>
      </p:sp>
      <p:sp>
        <p:nvSpPr>
          <p:cNvPr id="4614" name="Google Shape;4614;p361"/>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15" name="Google Shape;4615;p361"/>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Strengths</a:t>
            </a:r>
            <a:endParaRPr/>
          </a:p>
        </p:txBody>
      </p:sp>
      <p:sp>
        <p:nvSpPr>
          <p:cNvPr id="4616" name="Google Shape;4616;p361"/>
          <p:cNvSpPr txBox="1"/>
          <p:nvPr/>
        </p:nvSpPr>
        <p:spPr>
          <a:xfrm>
            <a:off x="545000" y="1780000"/>
            <a:ext cx="4440000" cy="1231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Global Scale + Network:</a:t>
            </a:r>
            <a:r>
              <a:rPr b="0" i="0" lang="en-US" sz="800">
                <a:solidFill>
                  <a:srgbClr val="333333"/>
                </a:solidFill>
                <a:latin typeface="Poppins"/>
                <a:ea typeface="Poppins"/>
                <a:cs typeface="Poppins"/>
                <a:sym typeface="Poppins"/>
              </a:rPr>
              <a:t> International operations leader. Export finance: 4th consecutive year (#1), 14.5% market share, $18.2B volume.</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Comprehensive Product Suite:</a:t>
            </a:r>
            <a:r>
              <a:rPr b="0" i="0" lang="en-US" sz="800">
                <a:solidFill>
                  <a:srgbClr val="333333"/>
                </a:solidFill>
                <a:latin typeface="Poppins"/>
                <a:ea typeface="Poppins"/>
                <a:cs typeface="Poppins"/>
                <a:sym typeface="Poppins"/>
              </a:rPr>
              <a:t> Full business lifecycle: Confirming, Factoring, Venture Debt, Cyber Insurance. Most complete product set.</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Non-Financial Ecosystem:</a:t>
            </a:r>
            <a:r>
              <a:rPr b="0" i="0" lang="en-US" sz="800">
                <a:solidFill>
                  <a:srgbClr val="333333"/>
                </a:solidFill>
                <a:latin typeface="Poppins"/>
                <a:ea typeface="Poppins"/>
                <a:cs typeface="Poppins"/>
                <a:sym typeface="Poppins"/>
              </a:rPr>
              <a:t> Santander X, Work Cafes, training platforms. Creates differentiation and loyalty beyond banking.</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Best-in-Class Business App:</a:t>
            </a:r>
            <a:r>
              <a:rPr b="0" i="0" lang="en-US" sz="800">
                <a:solidFill>
                  <a:srgbClr val="333333"/>
                </a:solidFill>
                <a:latin typeface="Poppins"/>
                <a:ea typeface="Poppins"/>
                <a:cs typeface="Poppins"/>
                <a:sym typeface="Poppins"/>
              </a:rPr>
              <a:t> Santander Empresas 4.8/5 App Store. 'Functional, fast, simple' — paradox vs. consumer brand perception.</a:t>
            </a:r>
            <a:endParaRPr/>
          </a:p>
        </p:txBody>
      </p:sp>
      <p:sp>
        <p:nvSpPr>
          <p:cNvPr id="4617" name="Google Shape;4617;p361"/>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18" name="Google Shape;4618;p361"/>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Weaknesses</a:t>
            </a:r>
            <a:endParaRPr/>
          </a:p>
        </p:txBody>
      </p:sp>
      <p:sp>
        <p:nvSpPr>
          <p:cNvPr id="4619" name="Google Shape;4619;p361"/>
          <p:cNvSpPr txBox="1"/>
          <p:nvPr/>
        </p:nvSpPr>
        <p:spPr>
          <a:xfrm>
            <a:off x="545000" y="3450000"/>
            <a:ext cx="4440000" cy="1354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Systemic Service Failure:</a:t>
            </a:r>
            <a:r>
              <a:rPr b="0" i="0" lang="en-US" sz="800">
                <a:solidFill>
                  <a:srgbClr val="333333"/>
                </a:solidFill>
                <a:latin typeface="Poppins"/>
                <a:ea typeface="Poppins"/>
                <a:cs typeface="Poppins"/>
                <a:sym typeface="Poppins"/>
              </a:rPr>
              <a:t> Unresponsive managers, inefficient phone support. Business clients trapped in 'vicious circle' between channels.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Consumer Brand Drag:</a:t>
            </a:r>
            <a:r>
              <a:rPr b="0" i="0" lang="en-US" sz="800">
                <a:solidFill>
                  <a:srgbClr val="333333"/>
                </a:solidFill>
                <a:latin typeface="Poppins"/>
                <a:ea typeface="Poppins"/>
                <a:cs typeface="Poppins"/>
                <a:sym typeface="Poppins"/>
              </a:rPr>
              <a:t> Poor general app creates negative 'bandwagon effect' deterring new business clients who perceive technology as unreliable.</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Fee Opacity + 'Zero Commission' Trap:</a:t>
            </a:r>
            <a:r>
              <a:rPr b="0" i="0" lang="en-US" sz="800">
                <a:solidFill>
                  <a:srgbClr val="333333"/>
                </a:solidFill>
                <a:latin typeface="Poppins"/>
                <a:ea typeface="Poppins"/>
                <a:cs typeface="Poppins"/>
                <a:sym typeface="Poppins"/>
              </a:rPr>
              <a:t> Disconnect between promotional 'zero commission' offers and recurring 'abusive' fee complaints.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Operational Failures:</a:t>
            </a:r>
            <a:r>
              <a:rPr b="0" i="0" lang="en-US" sz="800">
                <a:solidFill>
                  <a:srgbClr val="333333"/>
                </a:solidFill>
                <a:latin typeface="Poppins"/>
                <a:ea typeface="Poppins"/>
                <a:cs typeface="Poppins"/>
                <a:sym typeface="Poppins"/>
              </a:rPr>
              <a:t> Unexplained account freezes + ineffective problem-resolution. €49 charge on €12 overdraft cited as 'illegal practice.'</a:t>
            </a:r>
            <a:endParaRPr/>
          </a:p>
        </p:txBody>
      </p:sp>
      <p:sp>
        <p:nvSpPr>
          <p:cNvPr id="4620" name="Google Shape;4620;p361"/>
          <p:cNvSpPr/>
          <p:nvPr/>
        </p:nvSpPr>
        <p:spPr>
          <a:xfrm>
            <a:off x="5200000" y="2527125"/>
            <a:ext cx="1850100" cy="1813500"/>
          </a:xfrm>
          <a:prstGeom prst="roundRect">
            <a:avLst>
              <a:gd fmla="val 5000" name="adj"/>
            </a:avLst>
          </a:prstGeom>
          <a:solidFill>
            <a:srgbClr val="D6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21" name="Google Shape;4621;p361"/>
          <p:cNvSpPr txBox="1"/>
          <p:nvPr/>
        </p:nvSpPr>
        <p:spPr>
          <a:xfrm>
            <a:off x="5192500" y="2499012"/>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4622" name="Google Shape;4622;p361"/>
          <p:cNvSpPr txBox="1"/>
          <p:nvPr/>
        </p:nvSpPr>
        <p:spPr>
          <a:xfrm>
            <a:off x="5098400" y="2704625"/>
            <a:ext cx="1833000" cy="1266300"/>
          </a:xfrm>
          <a:prstGeom prst="rect">
            <a:avLst/>
          </a:prstGeom>
          <a:noFill/>
          <a:ln>
            <a:noFill/>
          </a:ln>
        </p:spPr>
        <p:txBody>
          <a:bodyPr anchorCtr="0" anchor="t" bIns="45700" lIns="91425" spcFirstLastPara="1" rIns="91425" wrap="square" tIns="45700">
            <a:noAutofit/>
          </a:bodyPr>
          <a:lstStyle/>
          <a:p>
            <a:pPr indent="-165100" lvl="0" marL="228600"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Business App:</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The business app is functional, fast, easy. Intuitive, allows almost all transactions without going to the bank.</a:t>
            </a:r>
            <a:endParaRPr sz="1300"/>
          </a:p>
          <a:p>
            <a:pPr indent="-165100" lvl="0" marL="228600"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Scale:</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Global network positions it as natural leader for companies with international activity.</a:t>
            </a:r>
            <a:endParaRPr sz="1300"/>
          </a:p>
        </p:txBody>
      </p:sp>
      <p:sp>
        <p:nvSpPr>
          <p:cNvPr id="4623" name="Google Shape;4623;p361"/>
          <p:cNvSpPr/>
          <p:nvPr/>
        </p:nvSpPr>
        <p:spPr>
          <a:xfrm>
            <a:off x="7100000" y="2527125"/>
            <a:ext cx="1850100" cy="1813500"/>
          </a:xfrm>
          <a:prstGeom prst="roundRect">
            <a:avLst>
              <a:gd fmla="val 5000" name="adj"/>
            </a:avLst>
          </a:prstGeom>
          <a:solidFill>
            <a:srgbClr val="F5D0D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24" name="Google Shape;4624;p361"/>
          <p:cNvSpPr txBox="1"/>
          <p:nvPr/>
        </p:nvSpPr>
        <p:spPr>
          <a:xfrm>
            <a:off x="7092500" y="2499012"/>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4625" name="Google Shape;4625;p361"/>
          <p:cNvSpPr txBox="1"/>
          <p:nvPr/>
        </p:nvSpPr>
        <p:spPr>
          <a:xfrm>
            <a:off x="6960900" y="2704575"/>
            <a:ext cx="2119500" cy="1266300"/>
          </a:xfrm>
          <a:prstGeom prst="rect">
            <a:avLst/>
          </a:prstGeom>
          <a:noFill/>
          <a:ln>
            <a:noFill/>
          </a:ln>
        </p:spPr>
        <p:txBody>
          <a:bodyPr anchorCtr="0" anchor="t" bIns="45700" lIns="91425" spcFirstLastPara="1" rIns="91425" wrap="square" tIns="45700">
            <a:noAutofit/>
          </a:bodyPr>
          <a:lstStyle/>
          <a:p>
            <a:pPr indent="-165100" lvl="0" marL="228600"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Service Incompetence:</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Business manager is incompetent and inefficient, doesn't respond to weeks of calls and emails.</a:t>
            </a:r>
            <a:endParaRPr sz="1300"/>
          </a:p>
          <a:p>
            <a:pPr indent="-165100" lvl="0" marL="228600"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Abuse:</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Charged our business account €49 for a €12 overdraft. They are thieves and scammers.</a:t>
            </a:r>
            <a:endParaRPr sz="1300"/>
          </a:p>
          <a:p>
            <a:pPr indent="-165100" lvl="0" marL="228600"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Vicious Circle:</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Trapped: manager unreachable, phone support says use website. Nothing gets resolved.</a:t>
            </a:r>
            <a:endParaRPr sz="1300"/>
          </a:p>
        </p:txBody>
      </p:sp>
      <p:sp>
        <p:nvSpPr>
          <p:cNvPr id="4626" name="Google Shape;4626;p361"/>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627" name="Google Shape;4627;p361"/>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8" name="Google Shape;4628;p361"/>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a:t>
            </a:r>
            <a:r>
              <a:rPr b="1" lang="en-US" sz="1300" u="sng">
                <a:solidFill>
                  <a:schemeClr val="hlink"/>
                </a:solidFill>
                <a:latin typeface="Poppins"/>
                <a:ea typeface="Poppins"/>
                <a:cs typeface="Poppins"/>
                <a:sym typeface="Poppins"/>
                <a:hlinkClick r:id="rId6"/>
              </a:rPr>
              <a:t> </a:t>
            </a:r>
            <a:r>
              <a:rPr b="1" lang="en-US" sz="1300" u="sng">
                <a:solidFill>
                  <a:schemeClr val="hlink"/>
                </a:solidFill>
                <a:latin typeface="Poppins"/>
                <a:ea typeface="Poppins"/>
                <a:cs typeface="Poppins"/>
                <a:sym typeface="Poppins"/>
                <a:hlinkClick r:id="rId7"/>
              </a:rPr>
              <a:t>1.2/5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8"/>
              </a:rPr>
              <a:t>1.3K</a:t>
            </a:r>
            <a:endParaRPr sz="700">
              <a:solidFill>
                <a:srgbClr val="808080"/>
              </a:solidFill>
              <a:latin typeface="Poppins"/>
              <a:ea typeface="Poppins"/>
              <a:cs typeface="Poppins"/>
              <a:sym typeface="Poppins"/>
            </a:endParaRPr>
          </a:p>
        </p:txBody>
      </p:sp>
      <p:pic>
        <p:nvPicPr>
          <p:cNvPr id="4629" name="Google Shape;4629;p361"/>
          <p:cNvPicPr preferRelativeResize="0"/>
          <p:nvPr/>
        </p:nvPicPr>
        <p:blipFill>
          <a:blip r:embed="rId9">
            <a:alphaModFix/>
          </a:blip>
          <a:stretch>
            <a:fillRect/>
          </a:stretch>
        </p:blipFill>
        <p:spPr>
          <a:xfrm>
            <a:off x="5572929" y="4508200"/>
            <a:ext cx="500000" cy="125000"/>
          </a:xfrm>
          <a:prstGeom prst="rect">
            <a:avLst/>
          </a:prstGeom>
          <a:noFill/>
          <a:ln>
            <a:noFill/>
          </a:ln>
        </p:spPr>
      </p:pic>
      <p:sp>
        <p:nvSpPr>
          <p:cNvPr id="4630" name="Google Shape;4630;p361"/>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a:t>
            </a:r>
            <a:r>
              <a:rPr b="1" lang="en-US" sz="1300" u="sng">
                <a:solidFill>
                  <a:schemeClr val="hlink"/>
                </a:solidFill>
                <a:latin typeface="Poppins"/>
                <a:ea typeface="Poppins"/>
                <a:cs typeface="Poppins"/>
                <a:sym typeface="Poppins"/>
                <a:hlinkClick r:id="rId10"/>
              </a:rPr>
              <a:t> </a:t>
            </a:r>
            <a:r>
              <a:rPr b="1" lang="en-US" sz="1300" u="sng">
                <a:solidFill>
                  <a:schemeClr val="hlink"/>
                </a:solidFill>
                <a:latin typeface="Poppins"/>
                <a:ea typeface="Poppins"/>
                <a:cs typeface="Poppins"/>
                <a:sym typeface="Poppins"/>
                <a:hlinkClick r:id="rId11"/>
              </a:rPr>
              <a:t>4.8/5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2"/>
              </a:rPr>
              <a:t>425K</a:t>
            </a:r>
            <a:endParaRPr sz="700">
              <a:solidFill>
                <a:srgbClr val="808080"/>
              </a:solidFill>
              <a:latin typeface="Poppins"/>
              <a:ea typeface="Poppins"/>
              <a:cs typeface="Poppins"/>
              <a:sym typeface="Poppins"/>
            </a:endParaRPr>
          </a:p>
        </p:txBody>
      </p:sp>
      <p:pic>
        <p:nvPicPr>
          <p:cNvPr id="4631" name="Google Shape;4631;p361"/>
          <p:cNvPicPr preferRelativeResize="0"/>
          <p:nvPr/>
        </p:nvPicPr>
        <p:blipFill>
          <a:blip r:embed="rId13">
            <a:alphaModFix/>
          </a:blip>
          <a:stretch>
            <a:fillRect/>
          </a:stretch>
        </p:blipFill>
        <p:spPr>
          <a:xfrm>
            <a:off x="6996261" y="4493200"/>
            <a:ext cx="140000" cy="140000"/>
          </a:xfrm>
          <a:prstGeom prst="rect">
            <a:avLst/>
          </a:prstGeom>
          <a:noFill/>
          <a:ln>
            <a:noFill/>
          </a:ln>
        </p:spPr>
      </p:pic>
      <p:sp>
        <p:nvSpPr>
          <p:cNvPr id="4632" name="Google Shape;4632;p361"/>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a:t>
            </a:r>
            <a:r>
              <a:rPr b="1" lang="en-US" sz="1300" u="sng">
                <a:solidFill>
                  <a:schemeClr val="hlink"/>
                </a:solidFill>
                <a:latin typeface="Poppins"/>
                <a:ea typeface="Poppins"/>
                <a:cs typeface="Poppins"/>
                <a:sym typeface="Poppins"/>
                <a:hlinkClick r:id="rId14"/>
              </a:rPr>
              <a:t> </a:t>
            </a:r>
            <a:r>
              <a:rPr b="1" lang="en-US" sz="1300" u="sng">
                <a:solidFill>
                  <a:schemeClr val="hlink"/>
                </a:solidFill>
                <a:latin typeface="Poppins"/>
                <a:ea typeface="Poppins"/>
                <a:cs typeface="Poppins"/>
                <a:sym typeface="Poppins"/>
                <a:hlinkClick r:id="rId15"/>
              </a:rPr>
              <a:t>4.5/5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6"/>
              </a:rPr>
              <a:t>61K</a:t>
            </a:r>
            <a:endParaRPr sz="700">
              <a:solidFill>
                <a:srgbClr val="808080"/>
              </a:solidFill>
              <a:latin typeface="Poppins"/>
              <a:ea typeface="Poppins"/>
              <a:cs typeface="Poppins"/>
              <a:sym typeface="Poppins"/>
            </a:endParaRPr>
          </a:p>
        </p:txBody>
      </p:sp>
      <p:pic>
        <p:nvPicPr>
          <p:cNvPr id="4633" name="Google Shape;4633;p361"/>
          <p:cNvPicPr preferRelativeResize="0"/>
          <p:nvPr/>
        </p:nvPicPr>
        <p:blipFill>
          <a:blip r:embed="rId17">
            <a:alphaModFix/>
          </a:blip>
          <a:stretch>
            <a:fillRect/>
          </a:stretch>
        </p:blipFill>
        <p:spPr>
          <a:xfrm>
            <a:off x="8059595" y="4483200"/>
            <a:ext cx="500000" cy="150000"/>
          </a:xfrm>
          <a:prstGeom prst="rect">
            <a:avLst/>
          </a:prstGeom>
          <a:noFill/>
          <a:ln>
            <a:noFill/>
          </a:ln>
        </p:spPr>
      </p:pic>
      <p:sp>
        <p:nvSpPr>
          <p:cNvPr id="4634" name="Google Shape;4634;p361"/>
          <p:cNvSpPr/>
          <p:nvPr/>
        </p:nvSpPr>
        <p:spPr>
          <a:xfrm>
            <a:off x="5200000" y="1700950"/>
            <a:ext cx="3669900" cy="766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8.84M active (Spain)</a:t>
            </a:r>
            <a:r>
              <a:rPr lang="en-US" sz="1200">
                <a:solidFill>
                  <a:schemeClr val="dk1"/>
                </a:solidFill>
                <a:uFill>
                  <a:noFill/>
                </a:uFill>
                <a:latin typeface="Poppins"/>
                <a:ea typeface="Poppins"/>
                <a:cs typeface="Poppins"/>
                <a:sym typeface="Poppins"/>
                <a:hlinkClick r:id="rId18">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19">
                  <a:extLst>
                    <a:ext uri="{A12FA001-AC4F-418D-AE19-62706E023703}">
                      <ahyp:hlinkClr val="tx"/>
                    </a:ext>
                  </a:extLst>
                </a:hlinkClick>
              </a:rPr>
              <a:t>(1)</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Profit</a:t>
            </a:r>
            <a:r>
              <a:rPr b="1" lang="en-US" sz="1200">
                <a:solidFill>
                  <a:schemeClr val="dk1"/>
                </a:solidFill>
                <a:latin typeface="Poppins"/>
                <a:ea typeface="Poppins"/>
                <a:cs typeface="Poppins"/>
                <a:sym typeface="Poppins"/>
              </a:rPr>
              <a:t>: €3,762M (Spain, 2024)</a:t>
            </a:r>
            <a:r>
              <a:rPr lang="en-US" sz="700">
                <a:solidFill>
                  <a:schemeClr val="dk1"/>
                </a:solidFill>
                <a:uFill>
                  <a:noFill/>
                </a:uFill>
                <a:latin typeface="Poppins"/>
                <a:ea typeface="Poppins"/>
                <a:cs typeface="Poppins"/>
                <a:sym typeface="Poppins"/>
                <a:hlinkClick r:id="rId20">
                  <a:extLst>
                    <a:ext uri="{A12FA001-AC4F-418D-AE19-62706E023703}">
                      <ahyp:hlinkClr val="tx"/>
                    </a:ext>
                  </a:extLst>
                </a:hlinkClick>
              </a:rPr>
              <a:t> (2)</a:t>
            </a:r>
            <a:endParaRPr sz="700">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SME mkt</a:t>
            </a:r>
            <a:r>
              <a:rPr b="1" lang="en-US" sz="1200">
                <a:solidFill>
                  <a:schemeClr val="dk1"/>
                </a:solidFill>
                <a:latin typeface="Poppins"/>
                <a:ea typeface="Poppins"/>
                <a:cs typeface="Poppins"/>
                <a:sym typeface="Poppins"/>
              </a:rPr>
              <a:t>: 25% share (Spain)</a:t>
            </a:r>
            <a:r>
              <a:rPr lang="en-US" sz="1200">
                <a:solidFill>
                  <a:schemeClr val="dk1"/>
                </a:solidFill>
                <a:uFill>
                  <a:noFill/>
                </a:uFill>
                <a:latin typeface="Poppins"/>
                <a:ea typeface="Poppins"/>
                <a:cs typeface="Poppins"/>
                <a:sym typeface="Poppins"/>
                <a:hlinkClick r:id="rId21">
                  <a:extLst>
                    <a:ext uri="{A12FA001-AC4F-418D-AE19-62706E023703}">
                      <ahyp:hlinkClr val="tx"/>
                    </a:ext>
                  </a:extLst>
                </a:hlinkClick>
              </a:rPr>
              <a:t> </a:t>
            </a:r>
            <a:r>
              <a:rPr lang="en-US" sz="700">
                <a:solidFill>
                  <a:schemeClr val="dk1"/>
                </a:solidFill>
                <a:uFill>
                  <a:noFill/>
                </a:uFill>
                <a:latin typeface="Poppins"/>
                <a:ea typeface="Poppins"/>
                <a:cs typeface="Poppins"/>
                <a:sym typeface="Poppins"/>
                <a:hlinkClick r:id="rId22">
                  <a:extLst>
                    <a:ext uri="{A12FA001-AC4F-418D-AE19-62706E023703}">
                      <ahyp:hlinkClr val="tx"/>
                    </a:ext>
                  </a:extLst>
                </a:hlinkClick>
              </a:rPr>
              <a:t>(3)</a:t>
            </a:r>
            <a:endParaRPr sz="700">
              <a:solidFill>
                <a:schemeClr val="dk1"/>
              </a:solidFill>
              <a:latin typeface="Poppins"/>
              <a:ea typeface="Poppins"/>
              <a:cs typeface="Poppins"/>
              <a:sym typeface="Poppins"/>
            </a:endParaRPr>
          </a:p>
        </p:txBody>
      </p:sp>
      <p:sp>
        <p:nvSpPr>
          <p:cNvPr id="4635" name="Google Shape;4635;p361">
            <a:hlinkClick r:id="rId23"/>
          </p:cNvPr>
          <p:cNvSpPr txBox="1"/>
          <p:nvPr/>
        </p:nvSpPr>
        <p:spPr>
          <a:xfrm>
            <a:off x="6579423" y="96700"/>
            <a:ext cx="13698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rgbClr val="333333"/>
                </a:solidFill>
                <a:latin typeface="Poppins"/>
                <a:ea typeface="Poppins"/>
                <a:cs typeface="Poppins"/>
                <a:sym typeface="Poppins"/>
              </a:rPr>
              <a:t>Santander Biz docs</a:t>
            </a:r>
            <a:endParaRPr b="1" sz="900" u="sng">
              <a:solidFill>
                <a:srgbClr val="333333"/>
              </a:solidFill>
              <a:latin typeface="Poppins"/>
              <a:ea typeface="Poppins"/>
              <a:cs typeface="Poppins"/>
              <a:sym typeface="Poppi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4F40"/>
        </a:solidFill>
      </p:bgPr>
    </p:bg>
    <p:spTree>
      <p:nvGrpSpPr>
        <p:cNvPr id="4640" name="Shape 4640"/>
        <p:cNvGrpSpPr/>
        <p:nvPr/>
      </p:nvGrpSpPr>
      <p:grpSpPr>
        <a:xfrm>
          <a:off x="0" y="0"/>
          <a:ext cx="0" cy="0"/>
          <a:chOff x="0" y="0"/>
          <a:chExt cx="0" cy="0"/>
        </a:xfrm>
      </p:grpSpPr>
      <p:sp>
        <p:nvSpPr>
          <p:cNvPr id="4641" name="Google Shape;4641;p362"/>
          <p:cNvSpPr/>
          <p:nvPr/>
        </p:nvSpPr>
        <p:spPr>
          <a:xfrm>
            <a:off x="120150" y="402300"/>
            <a:ext cx="8903700" cy="4631700"/>
          </a:xfrm>
          <a:prstGeom prst="roundRect">
            <a:avLst>
              <a:gd fmla="val 3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4642" name="Google Shape;4642;p362"/>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pic>
        <p:nvPicPr>
          <p:cNvPr descr="n26.png" id="4643" name="Google Shape;4643;p362"/>
          <p:cNvPicPr preferRelativeResize="0"/>
          <p:nvPr/>
        </p:nvPicPr>
        <p:blipFill rotWithShape="1">
          <a:blip r:embed="rId4">
            <a:alphaModFix/>
          </a:blip>
          <a:srcRect b="0" l="0" r="0" t="0"/>
          <a:stretch/>
        </p:blipFill>
        <p:spPr>
          <a:xfrm>
            <a:off x="67687" y="421550"/>
            <a:ext cx="861324" cy="708000"/>
          </a:xfrm>
          <a:prstGeom prst="rect">
            <a:avLst/>
          </a:prstGeom>
          <a:noFill/>
          <a:ln>
            <a:noFill/>
          </a:ln>
        </p:spPr>
      </p:pic>
      <p:sp>
        <p:nvSpPr>
          <p:cNvPr id="4644" name="Google Shape;4644;p362"/>
          <p:cNvSpPr txBox="1"/>
          <p:nvPr/>
        </p:nvSpPr>
        <p:spPr>
          <a:xfrm>
            <a:off x="771300" y="379800"/>
            <a:ext cx="8425200" cy="600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900">
                <a:solidFill>
                  <a:schemeClr val="dk1"/>
                </a:solidFill>
                <a:latin typeface="Inter Tight Black"/>
                <a:ea typeface="Inter Tight Black"/>
                <a:cs typeface="Inter Tight Black"/>
                <a:sym typeface="Inter Tight Black"/>
              </a:rPr>
              <a:t>Mastering the Freelancer </a:t>
            </a:r>
            <a:r>
              <a:rPr lang="en-US" sz="1900">
                <a:solidFill>
                  <a:schemeClr val="dk1"/>
                </a:solidFill>
                <a:latin typeface="Inter Tight Black"/>
                <a:ea typeface="Inter Tight Black"/>
                <a:cs typeface="Inter Tight Black"/>
                <a:sym typeface="Inter Tight Black"/>
              </a:rPr>
              <a:t>and </a:t>
            </a:r>
            <a:r>
              <a:rPr lang="en-US" sz="1900">
                <a:solidFill>
                  <a:schemeClr val="dk1"/>
                </a:solidFill>
                <a:latin typeface="Inter Tight Black"/>
                <a:ea typeface="Inter Tight Black"/>
                <a:cs typeface="Inter Tight Black"/>
                <a:sym typeface="Inter Tight Black"/>
              </a:rPr>
              <a:t>Expat Niches, Purpose-Built for Digitally-Native Professionals </a:t>
            </a:r>
            <a:r>
              <a:rPr lang="en-US" sz="1900">
                <a:solidFill>
                  <a:schemeClr val="dk1"/>
                </a:solidFill>
                <a:latin typeface="Inter Tight Black"/>
                <a:ea typeface="Inter Tight Black"/>
                <a:cs typeface="Inter Tight Black"/>
                <a:sym typeface="Inter Tight Black"/>
              </a:rPr>
              <a:t>—</a:t>
            </a:r>
            <a:r>
              <a:rPr lang="en-US" sz="1900">
                <a:solidFill>
                  <a:schemeClr val="dk1"/>
                </a:solidFill>
                <a:latin typeface="Inter Tight Black"/>
                <a:ea typeface="Inter Tight Black"/>
                <a:cs typeface="Inter Tight Black"/>
                <a:sym typeface="Inter Tight Black"/>
              </a:rPr>
              <a:t> BaFin Cap Lifted, TGSS Collaborator</a:t>
            </a:r>
            <a:endParaRPr sz="1900"/>
          </a:p>
        </p:txBody>
      </p:sp>
      <p:pic>
        <p:nvPicPr>
          <p:cNvPr descr="medal_badge.png" id="4645" name="Google Shape;4645;p362"/>
          <p:cNvPicPr preferRelativeResize="0"/>
          <p:nvPr/>
        </p:nvPicPr>
        <p:blipFill rotWithShape="1">
          <a:blip r:embed="rId5">
            <a:alphaModFix/>
          </a:blip>
          <a:srcRect b="0" l="0" r="0" t="0"/>
          <a:stretch/>
        </p:blipFill>
        <p:spPr>
          <a:xfrm>
            <a:off x="248338" y="1119900"/>
            <a:ext cx="500000" cy="500000"/>
          </a:xfrm>
          <a:prstGeom prst="rect">
            <a:avLst/>
          </a:prstGeom>
          <a:noFill/>
          <a:ln>
            <a:noFill/>
          </a:ln>
        </p:spPr>
      </p:pic>
      <p:sp>
        <p:nvSpPr>
          <p:cNvPr id="4646" name="Google Shape;4646;p362"/>
          <p:cNvSpPr txBox="1"/>
          <p:nvPr/>
        </p:nvSpPr>
        <p:spPr>
          <a:xfrm>
            <a:off x="787500" y="1019500"/>
            <a:ext cx="8117700" cy="70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00">
                <a:solidFill>
                  <a:schemeClr val="dk1"/>
                </a:solidFill>
                <a:latin typeface="Poppins"/>
                <a:ea typeface="Poppins"/>
                <a:cs typeface="Poppins"/>
                <a:sym typeface="Poppins"/>
              </a:rPr>
              <a:t>N26's success lies in seamless digital UX targeting freelancers and expats with low-cost, paperwork-free banking. Product-market fit for 'Mobile-First Freelancer' and 'Expat/Digital Nomad' personas. €440M revenue (+40%), first profitable Q3 2024. BaFin growth cap lifted June 2024 with 200K+ signups/month post-lift. Both co-founders departed (Stalf Aug 2025, Tayenthal Dec 2025). The ONLY neobank with TGSS (Social Security) collaborator status — unique differentiator.</a:t>
            </a:r>
            <a:endParaRPr/>
          </a:p>
        </p:txBody>
      </p:sp>
      <p:sp>
        <p:nvSpPr>
          <p:cNvPr id="4647" name="Google Shape;4647;p362"/>
          <p:cNvSpPr/>
          <p:nvPr/>
        </p:nvSpPr>
        <p:spPr>
          <a:xfrm>
            <a:off x="195000" y="172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48" name="Google Shape;4648;p362"/>
          <p:cNvSpPr txBox="1"/>
          <p:nvPr/>
        </p:nvSpPr>
        <p:spPr>
          <a:xfrm rot="-5400000">
            <a:off x="-451500" y="236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Strengths</a:t>
            </a:r>
            <a:endParaRPr/>
          </a:p>
        </p:txBody>
      </p:sp>
      <p:sp>
        <p:nvSpPr>
          <p:cNvPr id="4649" name="Google Shape;4649;p362"/>
          <p:cNvSpPr txBox="1"/>
          <p:nvPr/>
        </p:nvSpPr>
        <p:spPr>
          <a:xfrm>
            <a:off x="545000" y="1780000"/>
            <a:ext cx="4440000" cy="1354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Superior Digital Experience:</a:t>
            </a:r>
            <a:r>
              <a:rPr b="0" i="0" lang="en-US" sz="800">
                <a:solidFill>
                  <a:srgbClr val="333333"/>
                </a:solidFill>
                <a:latin typeface="Poppins"/>
                <a:ea typeface="Poppins"/>
                <a:cs typeface="Poppins"/>
                <a:sym typeface="Poppins"/>
              </a:rPr>
              <a:t> App praised as 'clean, clear, ad-free.' Benchmark for UX. Account opening in minutes, paperwork-free.</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Unique AEAT + TGSS Integration:</a:t>
            </a:r>
            <a:r>
              <a:rPr b="0" i="0" lang="en-US" sz="800">
                <a:solidFill>
                  <a:srgbClr val="333333"/>
                </a:solidFill>
                <a:latin typeface="Poppins"/>
                <a:ea typeface="Poppins"/>
                <a:cs typeface="Poppins"/>
                <a:sym typeface="Poppins"/>
              </a:rPr>
              <a:t> The ONLY neobank with Social Security collaborator status. Functionally complete for core admin — can be sole account for autonomos.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Aggressive Financial Incentives:</a:t>
            </a:r>
            <a:r>
              <a:rPr b="0" i="0" lang="en-US" sz="800">
                <a:solidFill>
                  <a:srgbClr val="333333"/>
                </a:solidFill>
                <a:latin typeface="Poppins"/>
                <a:ea typeface="Poppins"/>
                <a:cs typeface="Poppins"/>
                <a:sym typeface="Poppins"/>
              </a:rPr>
              <a:t> Freemium model, up to 0.5% cashback, high-yield savings. Wise partnership for low-cost international transfers.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Agile Localization:</a:t>
            </a:r>
            <a:r>
              <a:rPr b="0" i="0" lang="en-US" sz="800">
                <a:solidFill>
                  <a:srgbClr val="333333"/>
                </a:solidFill>
                <a:latin typeface="Poppins"/>
                <a:ea typeface="Poppins"/>
                <a:cs typeface="Poppins"/>
                <a:sym typeface="Poppins"/>
              </a:rPr>
              <a:t> Spanish IBAN + Bizum + 3 free ATM withdrawals/month. First neobank to integrate with Bizum. Personal loans launched Nov 2025.</a:t>
            </a:r>
            <a:endParaRPr/>
          </a:p>
        </p:txBody>
      </p:sp>
      <p:sp>
        <p:nvSpPr>
          <p:cNvPr id="4650" name="Google Shape;4650;p362"/>
          <p:cNvSpPr/>
          <p:nvPr/>
        </p:nvSpPr>
        <p:spPr>
          <a:xfrm>
            <a:off x="195000" y="3390000"/>
            <a:ext cx="4850100" cy="1569900"/>
          </a:xfrm>
          <a:prstGeom prst="roundRect">
            <a:avLst>
              <a:gd fmla="val 5000" name="adj"/>
            </a:avLst>
          </a:prstGeom>
          <a:solidFill>
            <a:srgbClr val="F5F5F5"/>
          </a:solidFill>
          <a:ln cap="flat" cmpd="sng" w="9525">
            <a:solidFill>
              <a:srgbClr val="E0E0E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51" name="Google Shape;4651;p362"/>
          <p:cNvSpPr txBox="1"/>
          <p:nvPr/>
        </p:nvSpPr>
        <p:spPr>
          <a:xfrm rot="-5400000">
            <a:off x="-451500" y="4036600"/>
            <a:ext cx="1569900" cy="276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200">
                <a:solidFill>
                  <a:srgbClr val="333333"/>
                </a:solidFill>
                <a:latin typeface="Poppins"/>
                <a:ea typeface="Poppins"/>
                <a:cs typeface="Poppins"/>
                <a:sym typeface="Poppins"/>
              </a:rPr>
              <a:t>Weaknesses</a:t>
            </a:r>
            <a:endParaRPr/>
          </a:p>
        </p:txBody>
      </p:sp>
      <p:sp>
        <p:nvSpPr>
          <p:cNvPr id="4652" name="Google Shape;4652;p362"/>
          <p:cNvSpPr txBox="1"/>
          <p:nvPr/>
        </p:nvSpPr>
        <p:spPr>
          <a:xfrm>
            <a:off x="545000" y="3450000"/>
            <a:ext cx="4440000" cy="1354500"/>
          </a:xfrm>
          <a:prstGeom prst="rect">
            <a:avLst/>
          </a:prstGeom>
          <a:noFill/>
          <a:ln>
            <a:noFill/>
          </a:ln>
        </p:spPr>
        <p:txBody>
          <a:bodyPr anchorCtr="0" anchor="t" bIns="45700" lIns="91425" spcFirstLastPara="1" rIns="91425" wrap="square" tIns="45700">
            <a:spAutoFit/>
          </a:bodyPr>
          <a:lstStyle/>
          <a:p>
            <a:pPr indent="-285750" lvl="0" marL="457200" marR="0" rtl="0" algn="l">
              <a:spcBef>
                <a:spcPts val="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Critical Support Failure:</a:t>
            </a:r>
            <a:r>
              <a:rPr b="0" i="0" lang="en-US" sz="800">
                <a:solidFill>
                  <a:srgbClr val="333333"/>
                </a:solidFill>
                <a:latin typeface="Poppins"/>
                <a:ea typeface="Poppins"/>
                <a:cs typeface="Poppins"/>
                <a:sym typeface="Poppins"/>
              </a:rPr>
              <a:t> 'Non-existent' human support, especially non-premium users. 'Brick wall' that turns minor issues into financial crises.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Account Freeze Trust Deficit:</a:t>
            </a:r>
            <a:r>
              <a:rPr b="0" i="0" lang="en-US" sz="800">
                <a:solidFill>
                  <a:srgbClr val="333333"/>
                </a:solidFill>
                <a:latin typeface="Poppins"/>
                <a:ea typeface="Poppins"/>
                <a:cs typeface="Poppins"/>
                <a:sym typeface="Poppins"/>
              </a:rPr>
              <a:t> Widespread accounts frozen with no explanation. Access to funds lost for weeks/months. 'Scam' accusations.</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Leadership Crisis:</a:t>
            </a:r>
            <a:r>
              <a:rPr b="0" i="0" lang="en-US" sz="800">
                <a:solidFill>
                  <a:srgbClr val="333333"/>
                </a:solidFill>
                <a:latin typeface="Poppins"/>
                <a:ea typeface="Poppins"/>
                <a:cs typeface="Poppins"/>
                <a:sym typeface="Poppins"/>
              </a:rPr>
              <a:t> Both co-founders departed 2025 (Stalf Aug, Tayenthal Dec). New BaFin compliance issues Dec 2025 (Netherlands mortgage halt).</a:t>
            </a:r>
            <a:endParaRPr/>
          </a:p>
          <a:p>
            <a:pPr indent="-285750" lvl="0" marL="457200" marR="0" rtl="0" algn="l">
              <a:spcBef>
                <a:spcPts val="400"/>
              </a:spcBef>
              <a:spcAft>
                <a:spcPts val="0"/>
              </a:spcAft>
              <a:buClr>
                <a:srgbClr val="333333"/>
              </a:buClr>
              <a:buSzPts val="800"/>
              <a:buFont typeface="Poppins"/>
              <a:buChar char="•"/>
            </a:pPr>
            <a:r>
              <a:rPr b="1" i="0" lang="en-US" sz="800">
                <a:solidFill>
                  <a:srgbClr val="333333"/>
                </a:solidFill>
                <a:latin typeface="Poppins"/>
                <a:ea typeface="Poppins"/>
                <a:cs typeface="Poppins"/>
                <a:sym typeface="Poppins"/>
              </a:rPr>
              <a:t>Limited Product Ecosystem:</a:t>
            </a:r>
            <a:r>
              <a:rPr b="0" i="0" lang="en-US" sz="800">
                <a:solidFill>
                  <a:srgbClr val="333333"/>
                </a:solidFill>
                <a:latin typeface="Poppins"/>
                <a:ea typeface="Poppins"/>
                <a:cs typeface="Poppins"/>
                <a:sym typeface="Poppins"/>
              </a:rPr>
              <a:t> No mortgages, no business loans, no credit cards (personal loans only as of Nov 2025). Secondary account for many users.</a:t>
            </a:r>
            <a:endParaRPr/>
          </a:p>
        </p:txBody>
      </p:sp>
      <p:sp>
        <p:nvSpPr>
          <p:cNvPr id="4653" name="Google Shape;4653;p362"/>
          <p:cNvSpPr/>
          <p:nvPr/>
        </p:nvSpPr>
        <p:spPr>
          <a:xfrm>
            <a:off x="5200000" y="2527125"/>
            <a:ext cx="1850100" cy="1956000"/>
          </a:xfrm>
          <a:prstGeom prst="roundRect">
            <a:avLst>
              <a:gd fmla="val 5000" name="adj"/>
            </a:avLst>
          </a:prstGeom>
          <a:solidFill>
            <a:srgbClr val="D6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54" name="Google Shape;4654;p362"/>
          <p:cNvSpPr txBox="1"/>
          <p:nvPr/>
        </p:nvSpPr>
        <p:spPr>
          <a:xfrm>
            <a:off x="5191250" y="2498816"/>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Positive reviews</a:t>
            </a:r>
            <a:endParaRPr sz="1000">
              <a:latin typeface="Inter Tight Black"/>
              <a:ea typeface="Inter Tight Black"/>
              <a:cs typeface="Inter Tight Black"/>
              <a:sym typeface="Inter Tight Black"/>
            </a:endParaRPr>
          </a:p>
        </p:txBody>
      </p:sp>
      <p:sp>
        <p:nvSpPr>
          <p:cNvPr id="4655" name="Google Shape;4655;p362"/>
          <p:cNvSpPr txBox="1"/>
          <p:nvPr/>
        </p:nvSpPr>
        <p:spPr>
          <a:xfrm>
            <a:off x="5051368" y="2689306"/>
            <a:ext cx="1985100" cy="1168500"/>
          </a:xfrm>
          <a:prstGeom prst="rect">
            <a:avLst/>
          </a:prstGeom>
          <a:noFill/>
          <a:ln>
            <a:noFill/>
          </a:ln>
        </p:spPr>
        <p:txBody>
          <a:bodyPr anchorCtr="0" anchor="t" bIns="45700" lIns="91425" spcFirstLastPara="1" rIns="91425" wrap="square" tIns="45700">
            <a:noAutofit/>
          </a:bodyPr>
          <a:lstStyle/>
          <a:p>
            <a:pPr indent="-169672" lvl="0" marL="237743"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Superior UX:</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Best bank if tired of traditional banking. Super intuitive app, much better than 'big bank' apps.</a:t>
            </a:r>
            <a:endParaRPr sz="1300"/>
          </a:p>
          <a:p>
            <a:pPr indent="-169672" lvl="0" marL="237743"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Efficiency:</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Whole process to get your bank account is easy, fast, and agile. Everything FREE.</a:t>
            </a:r>
            <a:endParaRPr sz="1300"/>
          </a:p>
          <a:p>
            <a:pPr indent="-169672" lvl="0" marL="237743"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Clean App:</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Used N26 for years, always valued how clean, clear, and ad-free the app is. Fast and focused.</a:t>
            </a:r>
            <a:endParaRPr sz="1300"/>
          </a:p>
        </p:txBody>
      </p:sp>
      <p:sp>
        <p:nvSpPr>
          <p:cNvPr id="4656" name="Google Shape;4656;p362"/>
          <p:cNvSpPr/>
          <p:nvPr/>
        </p:nvSpPr>
        <p:spPr>
          <a:xfrm>
            <a:off x="7100000" y="2527125"/>
            <a:ext cx="1850100" cy="1956000"/>
          </a:xfrm>
          <a:prstGeom prst="roundRect">
            <a:avLst>
              <a:gd fmla="val 5000" name="adj"/>
            </a:avLst>
          </a:prstGeom>
          <a:solidFill>
            <a:srgbClr val="F5D0D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57" name="Google Shape;4657;p362"/>
          <p:cNvSpPr txBox="1"/>
          <p:nvPr/>
        </p:nvSpPr>
        <p:spPr>
          <a:xfrm>
            <a:off x="7091250" y="2498816"/>
            <a:ext cx="1850100" cy="32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00">
                <a:solidFill>
                  <a:srgbClr val="333333"/>
                </a:solidFill>
                <a:latin typeface="Inter Tight Black"/>
                <a:ea typeface="Inter Tight Black"/>
                <a:cs typeface="Inter Tight Black"/>
                <a:sym typeface="Inter Tight Black"/>
              </a:rPr>
              <a:t>Negative reviews</a:t>
            </a:r>
            <a:endParaRPr sz="1000">
              <a:latin typeface="Inter Tight Black"/>
              <a:ea typeface="Inter Tight Black"/>
              <a:cs typeface="Inter Tight Black"/>
              <a:sym typeface="Inter Tight Black"/>
            </a:endParaRPr>
          </a:p>
        </p:txBody>
      </p:sp>
      <p:sp>
        <p:nvSpPr>
          <p:cNvPr id="4658" name="Google Shape;4658;p362"/>
          <p:cNvSpPr txBox="1"/>
          <p:nvPr/>
        </p:nvSpPr>
        <p:spPr>
          <a:xfrm>
            <a:off x="6996250" y="2684390"/>
            <a:ext cx="1910100" cy="1168500"/>
          </a:xfrm>
          <a:prstGeom prst="rect">
            <a:avLst/>
          </a:prstGeom>
          <a:noFill/>
          <a:ln>
            <a:noFill/>
          </a:ln>
        </p:spPr>
        <p:txBody>
          <a:bodyPr anchorCtr="0" anchor="t" bIns="45700" lIns="91425" spcFirstLastPara="1" rIns="91425" wrap="square" tIns="45700">
            <a:noAutofit/>
          </a:bodyPr>
          <a:lstStyle/>
          <a:p>
            <a:pPr indent="-169672" lvl="0" marL="237743" marR="0" rtl="0" algn="l">
              <a:spcBef>
                <a:spcPts val="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Incompetence:</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Worst customer service I have ever seen. Can never communicate if you have a problem. Lamentable.</a:t>
            </a:r>
            <a:endParaRPr sz="1300"/>
          </a:p>
          <a:p>
            <a:pPr indent="-169672" lvl="0" marL="237743"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Insecurity:</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This bank is a scam. On any day and at any time they will block your money.</a:t>
            </a:r>
            <a:endParaRPr sz="1300"/>
          </a:p>
          <a:p>
            <a:pPr indent="-169672" lvl="0" marL="237743" marR="0" rtl="0" algn="l">
              <a:spcBef>
                <a:spcPts val="600"/>
              </a:spcBef>
              <a:spcAft>
                <a:spcPts val="0"/>
              </a:spcAft>
              <a:buClr>
                <a:schemeClr val="dk1"/>
              </a:buClr>
              <a:buSzPts val="800"/>
              <a:buFont typeface="Poppins"/>
              <a:buChar char="•"/>
            </a:pPr>
            <a:r>
              <a:rPr b="1" i="0" lang="en-US" sz="800">
                <a:solidFill>
                  <a:schemeClr val="dk1"/>
                </a:solidFill>
                <a:latin typeface="Poppins"/>
                <a:ea typeface="Poppins"/>
                <a:cs typeface="Poppins"/>
                <a:sym typeface="Poppins"/>
              </a:rPr>
              <a:t>Abandonment:</a:t>
            </a:r>
            <a:r>
              <a:rPr lang="en-US" sz="800">
                <a:solidFill>
                  <a:schemeClr val="dk1"/>
                </a:solidFill>
                <a:latin typeface="Poppins"/>
                <a:ea typeface="Poppins"/>
                <a:cs typeface="Poppins"/>
                <a:sym typeface="Poppins"/>
              </a:rPr>
              <a:t> </a:t>
            </a:r>
            <a:r>
              <a:rPr b="0" i="1" lang="en-US" sz="800">
                <a:solidFill>
                  <a:schemeClr val="dk1"/>
                </a:solidFill>
                <a:latin typeface="Poppins"/>
                <a:ea typeface="Poppins"/>
                <a:cs typeface="Poppins"/>
                <a:sym typeface="Poppins"/>
              </a:rPr>
              <a:t>They closed my account. 11 days and still haven't returned my money. Incredible.</a:t>
            </a:r>
            <a:endParaRPr sz="1300"/>
          </a:p>
        </p:txBody>
      </p:sp>
      <p:sp>
        <p:nvSpPr>
          <p:cNvPr id="4659" name="Google Shape;4659;p362"/>
          <p:cNvSpPr/>
          <p:nvPr/>
        </p:nvSpPr>
        <p:spPr>
          <a:xfrm>
            <a:off x="123606" y="121600"/>
            <a:ext cx="992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Competitors</a:t>
            </a:r>
            <a:endParaRPr b="1" sz="900">
              <a:solidFill>
                <a:srgbClr val="FFFFFF"/>
              </a:solidFill>
              <a:latin typeface="Poppins"/>
              <a:ea typeface="Poppins"/>
              <a:cs typeface="Poppins"/>
              <a:sym typeface="Poppins"/>
            </a:endParaRPr>
          </a:p>
        </p:txBody>
      </p:sp>
      <p:sp>
        <p:nvSpPr>
          <p:cNvPr id="4660" name="Google Shape;4660;p362"/>
          <p:cNvSpPr/>
          <p:nvPr/>
        </p:nvSpPr>
        <p:spPr>
          <a:xfrm>
            <a:off x="1175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61" name="Google Shape;4661;p362"/>
          <p:cNvSpPr/>
          <p:nvPr/>
        </p:nvSpPr>
        <p:spPr>
          <a:xfrm>
            <a:off x="5226263"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6"/>
              </a:rPr>
              <a:t>4.1/5</a:t>
            </a:r>
            <a:endParaRPr b="1" sz="1300">
              <a:solidFill>
                <a:srgbClr val="00B57A"/>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7"/>
              </a:rPr>
              <a:t>40K</a:t>
            </a:r>
            <a:endParaRPr sz="700">
              <a:solidFill>
                <a:srgbClr val="808080"/>
              </a:solidFill>
              <a:latin typeface="Poppins"/>
              <a:ea typeface="Poppins"/>
              <a:cs typeface="Poppins"/>
              <a:sym typeface="Poppins"/>
            </a:endParaRPr>
          </a:p>
        </p:txBody>
      </p:sp>
      <p:pic>
        <p:nvPicPr>
          <p:cNvPr id="4662" name="Google Shape;4662;p362"/>
          <p:cNvPicPr preferRelativeResize="0"/>
          <p:nvPr/>
        </p:nvPicPr>
        <p:blipFill>
          <a:blip r:embed="rId8">
            <a:alphaModFix/>
          </a:blip>
          <a:stretch>
            <a:fillRect/>
          </a:stretch>
        </p:blipFill>
        <p:spPr>
          <a:xfrm>
            <a:off x="5572929" y="4508200"/>
            <a:ext cx="500000" cy="125000"/>
          </a:xfrm>
          <a:prstGeom prst="rect">
            <a:avLst/>
          </a:prstGeom>
          <a:noFill/>
          <a:ln>
            <a:noFill/>
          </a:ln>
        </p:spPr>
      </p:pic>
      <p:sp>
        <p:nvSpPr>
          <p:cNvPr id="4663" name="Google Shape;4663;p362"/>
          <p:cNvSpPr/>
          <p:nvPr/>
        </p:nvSpPr>
        <p:spPr>
          <a:xfrm>
            <a:off x="6469596"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9"/>
              </a:rPr>
              <a:t>4.8/5</a:t>
            </a:r>
            <a:endParaRPr b="1" sz="1300">
              <a:solidFill>
                <a:srgbClr val="007AFF"/>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0"/>
              </a:rPr>
              <a:t>58K</a:t>
            </a:r>
            <a:endParaRPr sz="700">
              <a:solidFill>
                <a:srgbClr val="808080"/>
              </a:solidFill>
              <a:latin typeface="Poppins"/>
              <a:ea typeface="Poppins"/>
              <a:cs typeface="Poppins"/>
              <a:sym typeface="Poppins"/>
            </a:endParaRPr>
          </a:p>
        </p:txBody>
      </p:sp>
      <p:pic>
        <p:nvPicPr>
          <p:cNvPr id="4664" name="Google Shape;4664;p362"/>
          <p:cNvPicPr preferRelativeResize="0"/>
          <p:nvPr/>
        </p:nvPicPr>
        <p:blipFill>
          <a:blip r:embed="rId11">
            <a:alphaModFix/>
          </a:blip>
          <a:stretch>
            <a:fillRect/>
          </a:stretch>
        </p:blipFill>
        <p:spPr>
          <a:xfrm>
            <a:off x="6996261" y="4493200"/>
            <a:ext cx="140000" cy="140000"/>
          </a:xfrm>
          <a:prstGeom prst="rect">
            <a:avLst/>
          </a:prstGeom>
          <a:noFill/>
          <a:ln>
            <a:noFill/>
          </a:ln>
        </p:spPr>
      </p:pic>
      <p:sp>
        <p:nvSpPr>
          <p:cNvPr id="4665" name="Google Shape;4665;p362"/>
          <p:cNvSpPr/>
          <p:nvPr/>
        </p:nvSpPr>
        <p:spPr>
          <a:xfrm>
            <a:off x="7712929" y="4648200"/>
            <a:ext cx="1193400" cy="320100"/>
          </a:xfrm>
          <a:prstGeom prst="roundRect">
            <a:avLst>
              <a:gd fmla="val 16667" name="adj"/>
            </a:avLst>
          </a:prstGeom>
          <a:solidFill>
            <a:srgbClr val="FFFFFF"/>
          </a:solidFill>
          <a:ln cap="flat" cmpd="sng" w="6350">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CC9900"/>
                </a:solidFill>
                <a:latin typeface="Poppins"/>
                <a:ea typeface="Poppins"/>
                <a:cs typeface="Poppins"/>
                <a:sym typeface="Poppins"/>
              </a:rPr>
              <a:t>★ </a:t>
            </a:r>
            <a:r>
              <a:rPr b="1" lang="en-US" sz="1300" u="sng">
                <a:solidFill>
                  <a:schemeClr val="hlink"/>
                </a:solidFill>
                <a:latin typeface="Poppins"/>
                <a:ea typeface="Poppins"/>
                <a:cs typeface="Poppins"/>
                <a:sym typeface="Poppins"/>
                <a:hlinkClick r:id="rId12"/>
              </a:rPr>
              <a:t>3.7/5</a:t>
            </a:r>
            <a:endParaRPr b="1" sz="1300">
              <a:solidFill>
                <a:srgbClr val="42A147"/>
              </a:solidFill>
              <a:latin typeface="Poppins"/>
              <a:ea typeface="Poppins"/>
              <a:cs typeface="Poppins"/>
              <a:sym typeface="Poppins"/>
            </a:endParaRPr>
          </a:p>
          <a:p>
            <a:pPr indent="0" lvl="0" marL="0" rtl="0" algn="ctr">
              <a:spcBef>
                <a:spcPts val="0"/>
              </a:spcBef>
              <a:spcAft>
                <a:spcPts val="0"/>
              </a:spcAft>
              <a:buNone/>
            </a:pPr>
            <a:r>
              <a:rPr lang="en-US" sz="700" u="sng">
                <a:solidFill>
                  <a:schemeClr val="hlink"/>
                </a:solidFill>
                <a:latin typeface="Poppins"/>
                <a:ea typeface="Poppins"/>
                <a:cs typeface="Poppins"/>
                <a:sym typeface="Poppins"/>
                <a:hlinkClick r:id="rId13"/>
              </a:rPr>
              <a:t>110K</a:t>
            </a:r>
            <a:endParaRPr sz="700">
              <a:solidFill>
                <a:srgbClr val="808080"/>
              </a:solidFill>
              <a:latin typeface="Poppins"/>
              <a:ea typeface="Poppins"/>
              <a:cs typeface="Poppins"/>
              <a:sym typeface="Poppins"/>
            </a:endParaRPr>
          </a:p>
        </p:txBody>
      </p:sp>
      <p:pic>
        <p:nvPicPr>
          <p:cNvPr id="4666" name="Google Shape;4666;p362"/>
          <p:cNvPicPr preferRelativeResize="0"/>
          <p:nvPr/>
        </p:nvPicPr>
        <p:blipFill>
          <a:blip r:embed="rId14">
            <a:alphaModFix/>
          </a:blip>
          <a:stretch>
            <a:fillRect/>
          </a:stretch>
        </p:blipFill>
        <p:spPr>
          <a:xfrm>
            <a:off x="8059595" y="4483200"/>
            <a:ext cx="500000" cy="150000"/>
          </a:xfrm>
          <a:prstGeom prst="rect">
            <a:avLst/>
          </a:prstGeom>
          <a:noFill/>
          <a:ln>
            <a:noFill/>
          </a:ln>
        </p:spPr>
      </p:pic>
      <p:sp>
        <p:nvSpPr>
          <p:cNvPr id="4667" name="Google Shape;4667;p362"/>
          <p:cNvSpPr/>
          <p:nvPr/>
        </p:nvSpPr>
        <p:spPr>
          <a:xfrm>
            <a:off x="5200000" y="1700950"/>
            <a:ext cx="3669900" cy="766200"/>
          </a:xfrm>
          <a:prstGeom prst="roundRect">
            <a:avLst>
              <a:gd fmla="val 16667" name="adj"/>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0">
            <a:noAutofit/>
          </a:bodyPr>
          <a:lstStyle/>
          <a:p>
            <a:pPr indent="-304800" lvl="0" marL="228600" rtl="0" algn="l">
              <a:lnSpc>
                <a:spcPct val="115000"/>
              </a:lnSpc>
              <a:spcBef>
                <a:spcPts val="30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Users</a:t>
            </a:r>
            <a:r>
              <a:rPr b="1" lang="en-US" sz="1200">
                <a:solidFill>
                  <a:schemeClr val="dk1"/>
                </a:solidFill>
                <a:latin typeface="Poppins"/>
                <a:ea typeface="Poppins"/>
                <a:cs typeface="Poppins"/>
                <a:sym typeface="Poppins"/>
              </a:rPr>
              <a:t>: 8M+ global, &gt;1.5M ES</a:t>
            </a:r>
            <a:r>
              <a:rPr lang="en-US" sz="1200" u="sng">
                <a:solidFill>
                  <a:schemeClr val="dk1"/>
                </a:solidFill>
                <a:latin typeface="Poppins"/>
                <a:ea typeface="Poppins"/>
                <a:cs typeface="Poppins"/>
                <a:sym typeface="Poppins"/>
                <a:hlinkClick r:id="rId15">
                  <a:extLst>
                    <a:ext uri="{A12FA001-AC4F-418D-AE19-62706E023703}">
                      <ahyp:hlinkClr val="tx"/>
                    </a:ext>
                  </a:extLst>
                </a:hlinkClick>
              </a:rPr>
              <a:t> </a:t>
            </a:r>
            <a:r>
              <a:rPr lang="en-US" sz="700" u="sng">
                <a:solidFill>
                  <a:schemeClr val="dk1"/>
                </a:solidFill>
                <a:latin typeface="Poppins"/>
                <a:ea typeface="Poppins"/>
                <a:cs typeface="Poppins"/>
                <a:sym typeface="Poppins"/>
                <a:hlinkClick r:id="rId16">
                  <a:extLst>
                    <a:ext uri="{A12FA001-AC4F-418D-AE19-62706E023703}">
                      <ahyp:hlinkClr val="tx"/>
                    </a:ext>
                  </a:extLst>
                </a:hlinkClick>
              </a:rPr>
              <a:t>(1)</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Revenue</a:t>
            </a:r>
            <a:r>
              <a:rPr b="1" lang="en-US" sz="1200">
                <a:solidFill>
                  <a:schemeClr val="dk1"/>
                </a:solidFill>
                <a:latin typeface="Poppins"/>
                <a:ea typeface="Poppins"/>
                <a:cs typeface="Poppins"/>
                <a:sym typeface="Poppins"/>
              </a:rPr>
              <a:t>: ~€440M (2024)</a:t>
            </a:r>
            <a:r>
              <a:rPr lang="en-US" sz="700" u="sng">
                <a:solidFill>
                  <a:schemeClr val="dk1"/>
                </a:solidFill>
                <a:latin typeface="Poppins"/>
                <a:ea typeface="Poppins"/>
                <a:cs typeface="Poppins"/>
                <a:sym typeface="Poppins"/>
                <a:hlinkClick r:id="rId17">
                  <a:extLst>
                    <a:ext uri="{A12FA001-AC4F-418D-AE19-62706E023703}">
                      <ahyp:hlinkClr val="tx"/>
                    </a:ext>
                  </a:extLst>
                </a:hlinkClick>
              </a:rPr>
              <a:t> (2)</a:t>
            </a:r>
            <a:endParaRPr sz="700" u="sng">
              <a:solidFill>
                <a:schemeClr val="dk1"/>
              </a:solidFill>
              <a:latin typeface="Poppins"/>
              <a:ea typeface="Poppins"/>
              <a:cs typeface="Poppins"/>
              <a:sym typeface="Poppins"/>
            </a:endParaRPr>
          </a:p>
          <a:p>
            <a:pPr indent="-304800" lvl="0" marL="228600" rtl="0" algn="l">
              <a:lnSpc>
                <a:spcPct val="115000"/>
              </a:lnSpc>
              <a:spcBef>
                <a:spcPts val="0"/>
              </a:spcBef>
              <a:spcAft>
                <a:spcPts val="0"/>
              </a:spcAft>
              <a:buClr>
                <a:schemeClr val="dk1"/>
              </a:buClr>
              <a:buSzPts val="1200"/>
              <a:buFont typeface="Poppins"/>
              <a:buChar char="●"/>
            </a:pPr>
            <a:r>
              <a:rPr lang="en-US" sz="1200">
                <a:solidFill>
                  <a:schemeClr val="dk1"/>
                </a:solidFill>
                <a:latin typeface="Poppins"/>
                <a:ea typeface="Poppins"/>
                <a:cs typeface="Poppins"/>
                <a:sym typeface="Poppins"/>
              </a:rPr>
              <a:t>Market</a:t>
            </a:r>
            <a:r>
              <a:rPr b="1" lang="en-US" sz="1200">
                <a:solidFill>
                  <a:schemeClr val="dk1"/>
                </a:solidFill>
                <a:latin typeface="Poppins"/>
                <a:ea typeface="Poppins"/>
                <a:cs typeface="Poppins"/>
                <a:sym typeface="Poppins"/>
              </a:rPr>
              <a:t>: 3.2% new accts ES</a:t>
            </a:r>
            <a:r>
              <a:rPr lang="en-US" sz="700" u="sng">
                <a:solidFill>
                  <a:schemeClr val="dk1"/>
                </a:solidFill>
                <a:latin typeface="Poppins"/>
                <a:ea typeface="Poppins"/>
                <a:cs typeface="Poppins"/>
                <a:sym typeface="Poppins"/>
                <a:hlinkClick r:id="rId18">
                  <a:extLst>
                    <a:ext uri="{A12FA001-AC4F-418D-AE19-62706E023703}">
                      <ahyp:hlinkClr val="tx"/>
                    </a:ext>
                  </a:extLst>
                </a:hlinkClick>
              </a:rPr>
              <a:t> (3)</a:t>
            </a:r>
            <a:endParaRPr sz="700" u="sng">
              <a:solidFill>
                <a:schemeClr val="dk1"/>
              </a:solidFill>
              <a:latin typeface="Poppins"/>
              <a:ea typeface="Poppins"/>
              <a:cs typeface="Poppins"/>
              <a:sym typeface="Poppins"/>
            </a:endParaRPr>
          </a:p>
        </p:txBody>
      </p:sp>
      <p:sp>
        <p:nvSpPr>
          <p:cNvPr id="4668" name="Google Shape;4668;p362">
            <a:hlinkClick r:id="rId19"/>
          </p:cNvPr>
          <p:cNvSpPr txBox="1"/>
          <p:nvPr/>
        </p:nvSpPr>
        <p:spPr>
          <a:xfrm>
            <a:off x="6774735" y="96704"/>
            <a:ext cx="1174500" cy="20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u="sng">
                <a:solidFill>
                  <a:srgbClr val="333333"/>
                </a:solidFill>
                <a:latin typeface="Poppins"/>
                <a:ea typeface="Poppins"/>
                <a:cs typeface="Poppins"/>
                <a:sym typeface="Poppins"/>
              </a:rPr>
              <a:t>N26 Biz docs</a:t>
            </a:r>
            <a:endParaRPr b="1" sz="900" u="sng">
              <a:solidFill>
                <a:srgbClr val="333333"/>
              </a:solidFill>
              <a:latin typeface="Poppins"/>
              <a:ea typeface="Poppins"/>
              <a:cs typeface="Poppins"/>
              <a:sym typeface="Poppi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33C"/>
        </a:solidFill>
      </p:bgPr>
    </p:bg>
    <p:spTree>
      <p:nvGrpSpPr>
        <p:cNvPr id="4673" name="Shape 4673"/>
        <p:cNvGrpSpPr/>
        <p:nvPr/>
      </p:nvGrpSpPr>
      <p:grpSpPr>
        <a:xfrm>
          <a:off x="0" y="0"/>
          <a:ext cx="0" cy="0"/>
          <a:chOff x="0" y="0"/>
          <a:chExt cx="0" cy="0"/>
        </a:xfrm>
      </p:grpSpPr>
      <p:pic>
        <p:nvPicPr>
          <p:cNvPr descr="/tmp/monzo-deck/slides/monzo-logo.png" id="4674" name="Google Shape;4674;p363"/>
          <p:cNvPicPr preferRelativeResize="0"/>
          <p:nvPr/>
        </p:nvPicPr>
        <p:blipFill rotWithShape="1">
          <a:blip r:embed="rId3">
            <a:alphaModFix/>
          </a:blip>
          <a:srcRect b="0" l="0" r="0" t="0"/>
          <a:stretch/>
        </p:blipFill>
        <p:spPr>
          <a:xfrm>
            <a:off x="4063901" y="1483816"/>
            <a:ext cx="1015901" cy="677168"/>
          </a:xfrm>
          <a:prstGeom prst="rect">
            <a:avLst/>
          </a:prstGeom>
          <a:noFill/>
          <a:ln>
            <a:noFill/>
          </a:ln>
        </p:spPr>
      </p:pic>
      <p:sp>
        <p:nvSpPr>
          <p:cNvPr id="4675" name="Google Shape;4675;p363"/>
          <p:cNvSpPr/>
          <p:nvPr/>
        </p:nvSpPr>
        <p:spPr>
          <a:xfrm>
            <a:off x="2086048" y="2532459"/>
            <a:ext cx="4971755"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3600"/>
              <a:buFont typeface="Poppins"/>
              <a:buNone/>
            </a:pPr>
            <a:r>
              <a:rPr b="1" i="0" lang="en-US" sz="3600" u="none" cap="none" strike="noStrike">
                <a:solidFill>
                  <a:srgbClr val="FFFFFF"/>
                </a:solidFill>
                <a:latin typeface="Poppins"/>
                <a:ea typeface="Poppins"/>
                <a:cs typeface="Poppins"/>
                <a:sym typeface="Poppins"/>
              </a:rPr>
              <a:t>Thank you</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4F40"/>
        </a:solidFill>
      </p:bgPr>
    </p:bg>
    <p:spTree>
      <p:nvGrpSpPr>
        <p:cNvPr id="4679" name="Shape 4679"/>
        <p:cNvGrpSpPr/>
        <p:nvPr/>
      </p:nvGrpSpPr>
      <p:grpSpPr>
        <a:xfrm>
          <a:off x="0" y="0"/>
          <a:ext cx="0" cy="0"/>
          <a:chOff x="0" y="0"/>
          <a:chExt cx="0" cy="0"/>
        </a:xfrm>
      </p:grpSpPr>
      <p:sp>
        <p:nvSpPr>
          <p:cNvPr id="4680" name="Google Shape;4680;p364"/>
          <p:cNvSpPr/>
          <p:nvPr/>
        </p:nvSpPr>
        <p:spPr>
          <a:xfrm>
            <a:off x="120150" y="402300"/>
            <a:ext cx="8903700" cy="4631700"/>
          </a:xfrm>
          <a:prstGeom prst="roundRect">
            <a:avLst>
              <a:gd fmla="val 3000"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4681" name="Google Shape;4681;p364"/>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4682" name="Google Shape;4682;p364"/>
          <p:cNvSpPr txBox="1"/>
          <p:nvPr/>
        </p:nvSpPr>
        <p:spPr>
          <a:xfrm>
            <a:off x="220000" y="450000"/>
            <a:ext cx="5499900" cy="3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222222"/>
                </a:solidFill>
                <a:latin typeface="Inter Tight"/>
                <a:ea typeface="Inter Tight"/>
                <a:cs typeface="Inter Tight"/>
                <a:sym typeface="Inter Tight"/>
              </a:rPr>
              <a:t>Spain's Product Gap Analysis</a:t>
            </a:r>
            <a:endParaRPr b="1" sz="1500">
              <a:solidFill>
                <a:srgbClr val="222222"/>
              </a:solidFill>
              <a:latin typeface="Inter Tight"/>
              <a:ea typeface="Inter Tight"/>
              <a:cs typeface="Inter Tight"/>
              <a:sym typeface="Inter Tight"/>
            </a:endParaRPr>
          </a:p>
        </p:txBody>
      </p:sp>
      <p:sp>
        <p:nvSpPr>
          <p:cNvPr id="4683" name="Google Shape;4683;p364"/>
          <p:cNvSpPr/>
          <p:nvPr/>
        </p:nvSpPr>
        <p:spPr>
          <a:xfrm>
            <a:off x="7592000" y="460000"/>
            <a:ext cx="1208100" cy="200100"/>
          </a:xfrm>
          <a:prstGeom prst="rect">
            <a:avLst/>
          </a:prstGeom>
          <a:solidFill>
            <a:srgbClr val="96D4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84" name="Google Shape;4684;p364"/>
          <p:cNvSpPr txBox="1"/>
          <p:nvPr/>
        </p:nvSpPr>
        <p:spPr>
          <a:xfrm>
            <a:off x="7592000" y="460000"/>
            <a:ext cx="1208100" cy="20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800">
                <a:solidFill>
                  <a:srgbClr val="FFFFFF"/>
                </a:solidFill>
                <a:latin typeface="Poppins"/>
                <a:ea typeface="Poppins"/>
                <a:cs typeface="Poppins"/>
                <a:sym typeface="Poppins"/>
              </a:rPr>
              <a:t>Gap Analysis doc</a:t>
            </a:r>
            <a:endParaRPr b="1" sz="800">
              <a:solidFill>
                <a:srgbClr val="FFFFFF"/>
              </a:solidFill>
              <a:latin typeface="Poppins"/>
              <a:ea typeface="Poppins"/>
              <a:cs typeface="Poppins"/>
              <a:sym typeface="Poppins"/>
            </a:endParaRPr>
          </a:p>
        </p:txBody>
      </p:sp>
      <p:sp>
        <p:nvSpPr>
          <p:cNvPr id="4685" name="Google Shape;4685;p364"/>
          <p:cNvSpPr/>
          <p:nvPr/>
        </p:nvSpPr>
        <p:spPr>
          <a:xfrm>
            <a:off x="220000" y="780000"/>
            <a:ext cx="1400100" cy="3000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86" name="Google Shape;4686;p364"/>
          <p:cNvSpPr txBox="1"/>
          <p:nvPr/>
        </p:nvSpPr>
        <p:spPr>
          <a:xfrm>
            <a:off x="250000" y="780000"/>
            <a:ext cx="1340100" cy="3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50">
                <a:solidFill>
                  <a:srgbClr val="FFFFFF"/>
                </a:solidFill>
                <a:latin typeface="Poppins"/>
                <a:ea typeface="Poppins"/>
                <a:cs typeface="Poppins"/>
                <a:sym typeface="Poppins"/>
              </a:rPr>
              <a:t>FEATURE</a:t>
            </a:r>
            <a:endParaRPr b="1" sz="650">
              <a:solidFill>
                <a:srgbClr val="FFFFFF"/>
              </a:solidFill>
              <a:latin typeface="Poppins"/>
              <a:ea typeface="Poppins"/>
              <a:cs typeface="Poppins"/>
              <a:sym typeface="Poppins"/>
            </a:endParaRPr>
          </a:p>
        </p:txBody>
      </p:sp>
      <p:sp>
        <p:nvSpPr>
          <p:cNvPr id="4687" name="Google Shape;4687;p364"/>
          <p:cNvSpPr/>
          <p:nvPr/>
        </p:nvSpPr>
        <p:spPr>
          <a:xfrm>
            <a:off x="1626000" y="780000"/>
            <a:ext cx="733200" cy="3000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88" name="Google Shape;4688;p364"/>
          <p:cNvSpPr txBox="1"/>
          <p:nvPr/>
        </p:nvSpPr>
        <p:spPr>
          <a:xfrm>
            <a:off x="1626000" y="780000"/>
            <a:ext cx="733200" cy="30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600">
                <a:solidFill>
                  <a:srgbClr val="FFFFFF"/>
                </a:solidFill>
                <a:latin typeface="Poppins"/>
                <a:ea typeface="Poppins"/>
                <a:cs typeface="Poppins"/>
                <a:sym typeface="Poppins"/>
              </a:rPr>
              <a:t>Revolut</a:t>
            </a:r>
            <a:endParaRPr b="1" sz="600">
              <a:solidFill>
                <a:srgbClr val="FFFFFF"/>
              </a:solidFill>
              <a:latin typeface="Poppins"/>
              <a:ea typeface="Poppins"/>
              <a:cs typeface="Poppins"/>
              <a:sym typeface="Poppins"/>
            </a:endParaRPr>
          </a:p>
        </p:txBody>
      </p:sp>
      <p:sp>
        <p:nvSpPr>
          <p:cNvPr id="4689" name="Google Shape;4689;p364"/>
          <p:cNvSpPr/>
          <p:nvPr/>
        </p:nvSpPr>
        <p:spPr>
          <a:xfrm>
            <a:off x="2365142" y="780000"/>
            <a:ext cx="733200" cy="3000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90" name="Google Shape;4690;p364"/>
          <p:cNvSpPr txBox="1"/>
          <p:nvPr/>
        </p:nvSpPr>
        <p:spPr>
          <a:xfrm>
            <a:off x="2365142" y="780000"/>
            <a:ext cx="733200" cy="30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600">
                <a:solidFill>
                  <a:srgbClr val="FFFFFF"/>
                </a:solidFill>
                <a:latin typeface="Poppins"/>
                <a:ea typeface="Poppins"/>
                <a:cs typeface="Poppins"/>
                <a:sym typeface="Poppins"/>
              </a:rPr>
              <a:t>N26</a:t>
            </a:r>
            <a:endParaRPr b="1" sz="600">
              <a:solidFill>
                <a:srgbClr val="FFFFFF"/>
              </a:solidFill>
              <a:latin typeface="Poppins"/>
              <a:ea typeface="Poppins"/>
              <a:cs typeface="Poppins"/>
              <a:sym typeface="Poppins"/>
            </a:endParaRPr>
          </a:p>
        </p:txBody>
      </p:sp>
      <p:sp>
        <p:nvSpPr>
          <p:cNvPr id="4691" name="Google Shape;4691;p364"/>
          <p:cNvSpPr/>
          <p:nvPr/>
        </p:nvSpPr>
        <p:spPr>
          <a:xfrm>
            <a:off x="3104284" y="780000"/>
            <a:ext cx="733200" cy="3000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92" name="Google Shape;4692;p364"/>
          <p:cNvSpPr txBox="1"/>
          <p:nvPr/>
        </p:nvSpPr>
        <p:spPr>
          <a:xfrm>
            <a:off x="3104284" y="780000"/>
            <a:ext cx="733200" cy="30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600">
                <a:solidFill>
                  <a:srgbClr val="FFFFFF"/>
                </a:solidFill>
                <a:latin typeface="Poppins"/>
                <a:ea typeface="Poppins"/>
                <a:cs typeface="Poppins"/>
                <a:sym typeface="Poppins"/>
              </a:rPr>
              <a:t>Imagin</a:t>
            </a:r>
            <a:endParaRPr b="1" sz="600">
              <a:solidFill>
                <a:srgbClr val="FFFFFF"/>
              </a:solidFill>
              <a:latin typeface="Poppins"/>
              <a:ea typeface="Poppins"/>
              <a:cs typeface="Poppins"/>
              <a:sym typeface="Poppins"/>
            </a:endParaRPr>
          </a:p>
        </p:txBody>
      </p:sp>
      <p:sp>
        <p:nvSpPr>
          <p:cNvPr id="4693" name="Google Shape;4693;p364"/>
          <p:cNvSpPr/>
          <p:nvPr/>
        </p:nvSpPr>
        <p:spPr>
          <a:xfrm>
            <a:off x="3843426" y="780000"/>
            <a:ext cx="733200" cy="3000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94" name="Google Shape;4694;p364"/>
          <p:cNvSpPr txBox="1"/>
          <p:nvPr/>
        </p:nvSpPr>
        <p:spPr>
          <a:xfrm>
            <a:off x="3843426" y="780000"/>
            <a:ext cx="733200" cy="30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600">
                <a:solidFill>
                  <a:srgbClr val="FFFFFF"/>
                </a:solidFill>
                <a:latin typeface="Poppins"/>
                <a:ea typeface="Poppins"/>
                <a:cs typeface="Poppins"/>
                <a:sym typeface="Poppins"/>
              </a:rPr>
              <a:t>Evobanco</a:t>
            </a:r>
            <a:endParaRPr b="1" sz="600">
              <a:solidFill>
                <a:srgbClr val="FFFFFF"/>
              </a:solidFill>
              <a:latin typeface="Poppins"/>
              <a:ea typeface="Poppins"/>
              <a:cs typeface="Poppins"/>
              <a:sym typeface="Poppins"/>
            </a:endParaRPr>
          </a:p>
        </p:txBody>
      </p:sp>
      <p:sp>
        <p:nvSpPr>
          <p:cNvPr id="4695" name="Google Shape;4695;p364"/>
          <p:cNvSpPr/>
          <p:nvPr/>
        </p:nvSpPr>
        <p:spPr>
          <a:xfrm>
            <a:off x="4582568" y="780000"/>
            <a:ext cx="733200" cy="3000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96" name="Google Shape;4696;p364"/>
          <p:cNvSpPr txBox="1"/>
          <p:nvPr/>
        </p:nvSpPr>
        <p:spPr>
          <a:xfrm>
            <a:off x="4582568" y="780000"/>
            <a:ext cx="733200" cy="30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600">
                <a:solidFill>
                  <a:srgbClr val="FFFFFF"/>
                </a:solidFill>
                <a:latin typeface="Poppins"/>
                <a:ea typeface="Poppins"/>
                <a:cs typeface="Poppins"/>
                <a:sym typeface="Poppins"/>
              </a:rPr>
              <a:t>Bunq</a:t>
            </a:r>
            <a:endParaRPr b="1" sz="600">
              <a:solidFill>
                <a:srgbClr val="FFFFFF"/>
              </a:solidFill>
              <a:latin typeface="Poppins"/>
              <a:ea typeface="Poppins"/>
              <a:cs typeface="Poppins"/>
              <a:sym typeface="Poppins"/>
            </a:endParaRPr>
          </a:p>
        </p:txBody>
      </p:sp>
      <p:sp>
        <p:nvSpPr>
          <p:cNvPr id="4697" name="Google Shape;4697;p364"/>
          <p:cNvSpPr/>
          <p:nvPr/>
        </p:nvSpPr>
        <p:spPr>
          <a:xfrm>
            <a:off x="5321710" y="780000"/>
            <a:ext cx="733200" cy="3000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98" name="Google Shape;4698;p364"/>
          <p:cNvSpPr txBox="1"/>
          <p:nvPr/>
        </p:nvSpPr>
        <p:spPr>
          <a:xfrm>
            <a:off x="5321710" y="780000"/>
            <a:ext cx="733200" cy="30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600">
                <a:solidFill>
                  <a:srgbClr val="FFFFFF"/>
                </a:solidFill>
                <a:latin typeface="Poppins"/>
                <a:ea typeface="Poppins"/>
                <a:cs typeface="Poppins"/>
                <a:sym typeface="Poppins"/>
              </a:rPr>
              <a:t>Trade</a:t>
            </a:r>
            <a:endParaRPr b="1" sz="600">
              <a:solidFill>
                <a:srgbClr val="FFFFFF"/>
              </a:solidFill>
              <a:latin typeface="Poppins"/>
              <a:ea typeface="Poppins"/>
              <a:cs typeface="Poppins"/>
              <a:sym typeface="Poppins"/>
            </a:endParaRPr>
          </a:p>
          <a:p>
            <a:pPr indent="0" lvl="0" marL="0" rtl="0" algn="ctr">
              <a:spcBef>
                <a:spcPts val="0"/>
              </a:spcBef>
              <a:spcAft>
                <a:spcPts val="0"/>
              </a:spcAft>
              <a:buNone/>
            </a:pPr>
            <a:r>
              <a:rPr b="1" lang="en-US" sz="600">
                <a:solidFill>
                  <a:srgbClr val="FFFFFF"/>
                </a:solidFill>
                <a:latin typeface="Poppins"/>
                <a:ea typeface="Poppins"/>
                <a:cs typeface="Poppins"/>
                <a:sym typeface="Poppins"/>
              </a:rPr>
              <a:t>Republic</a:t>
            </a:r>
            <a:endParaRPr b="1" sz="600">
              <a:solidFill>
                <a:srgbClr val="FFFFFF"/>
              </a:solidFill>
              <a:latin typeface="Poppins"/>
              <a:ea typeface="Poppins"/>
              <a:cs typeface="Poppins"/>
              <a:sym typeface="Poppins"/>
            </a:endParaRPr>
          </a:p>
        </p:txBody>
      </p:sp>
      <p:sp>
        <p:nvSpPr>
          <p:cNvPr id="4699" name="Google Shape;4699;p364"/>
          <p:cNvSpPr/>
          <p:nvPr/>
        </p:nvSpPr>
        <p:spPr>
          <a:xfrm>
            <a:off x="6060852" y="780000"/>
            <a:ext cx="733200" cy="3000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00" name="Google Shape;4700;p364"/>
          <p:cNvSpPr txBox="1"/>
          <p:nvPr/>
        </p:nvSpPr>
        <p:spPr>
          <a:xfrm>
            <a:off x="6060852" y="780000"/>
            <a:ext cx="733200" cy="30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600">
                <a:solidFill>
                  <a:srgbClr val="FFFFFF"/>
                </a:solidFill>
                <a:latin typeface="Poppins"/>
                <a:ea typeface="Poppins"/>
                <a:cs typeface="Poppins"/>
                <a:sym typeface="Poppins"/>
              </a:rPr>
              <a:t>Wise</a:t>
            </a:r>
            <a:endParaRPr b="1" sz="600">
              <a:solidFill>
                <a:srgbClr val="FFFFFF"/>
              </a:solidFill>
              <a:latin typeface="Poppins"/>
              <a:ea typeface="Poppins"/>
              <a:cs typeface="Poppins"/>
              <a:sym typeface="Poppins"/>
            </a:endParaRPr>
          </a:p>
        </p:txBody>
      </p:sp>
      <p:sp>
        <p:nvSpPr>
          <p:cNvPr id="4701" name="Google Shape;4701;p364"/>
          <p:cNvSpPr/>
          <p:nvPr/>
        </p:nvSpPr>
        <p:spPr>
          <a:xfrm>
            <a:off x="6799994" y="780000"/>
            <a:ext cx="2000100" cy="300000"/>
          </a:xfrm>
          <a:prstGeom prst="rect">
            <a:avLst/>
          </a:prstGeom>
          <a:solidFill>
            <a:srgbClr val="FE4F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02" name="Google Shape;4702;p364"/>
          <p:cNvSpPr txBox="1"/>
          <p:nvPr/>
        </p:nvSpPr>
        <p:spPr>
          <a:xfrm>
            <a:off x="6799994" y="780100"/>
            <a:ext cx="1959900" cy="30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650">
                <a:solidFill>
                  <a:srgbClr val="FFFFFF"/>
                </a:solidFill>
                <a:latin typeface="Poppins"/>
                <a:ea typeface="Poppins"/>
                <a:cs typeface="Poppins"/>
                <a:sym typeface="Poppins"/>
              </a:rPr>
              <a:t>MONZO OPPORTUNITY</a:t>
            </a:r>
            <a:endParaRPr b="1" sz="650">
              <a:solidFill>
                <a:srgbClr val="FFFFFF"/>
              </a:solidFill>
              <a:latin typeface="Poppins"/>
              <a:ea typeface="Poppins"/>
              <a:cs typeface="Poppins"/>
              <a:sym typeface="Poppins"/>
            </a:endParaRPr>
          </a:p>
        </p:txBody>
      </p:sp>
      <p:sp>
        <p:nvSpPr>
          <p:cNvPr id="4703" name="Google Shape;4703;p364"/>
          <p:cNvSpPr/>
          <p:nvPr/>
        </p:nvSpPr>
        <p:spPr>
          <a:xfrm>
            <a:off x="220000" y="1084000"/>
            <a:ext cx="1400100" cy="320100"/>
          </a:xfrm>
          <a:prstGeom prst="rect">
            <a:avLst/>
          </a:prstGeom>
          <a:solidFill>
            <a:srgbClr val="F2F3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04" name="Google Shape;4704;p364"/>
          <p:cNvSpPr txBox="1"/>
          <p:nvPr/>
        </p:nvSpPr>
        <p:spPr>
          <a:xfrm>
            <a:off x="240000" y="1084000"/>
            <a:ext cx="13599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00">
                <a:solidFill>
                  <a:srgbClr val="222222"/>
                </a:solidFill>
                <a:latin typeface="Poppins"/>
                <a:ea typeface="Poppins"/>
                <a:cs typeface="Poppins"/>
                <a:sym typeface="Poppins"/>
              </a:rPr>
              <a:t>1. Localization (IBAN &amp; Bizum)</a:t>
            </a:r>
            <a:endParaRPr b="1" sz="600">
              <a:solidFill>
                <a:srgbClr val="222222"/>
              </a:solidFill>
              <a:latin typeface="Poppins"/>
              <a:ea typeface="Poppins"/>
              <a:cs typeface="Poppins"/>
              <a:sym typeface="Poppins"/>
            </a:endParaRPr>
          </a:p>
        </p:txBody>
      </p:sp>
      <p:sp>
        <p:nvSpPr>
          <p:cNvPr id="4705" name="Google Shape;4705;p364"/>
          <p:cNvSpPr/>
          <p:nvPr/>
        </p:nvSpPr>
        <p:spPr>
          <a:xfrm>
            <a:off x="1626000" y="1084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06" name="Google Shape;4706;p364"/>
          <p:cNvSpPr txBox="1"/>
          <p:nvPr/>
        </p:nvSpPr>
        <p:spPr>
          <a:xfrm>
            <a:off x="1626000" y="108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07" name="Google Shape;4707;p364"/>
          <p:cNvSpPr/>
          <p:nvPr/>
        </p:nvSpPr>
        <p:spPr>
          <a:xfrm>
            <a:off x="2365142" y="1084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08" name="Google Shape;4708;p364"/>
          <p:cNvSpPr txBox="1"/>
          <p:nvPr/>
        </p:nvSpPr>
        <p:spPr>
          <a:xfrm>
            <a:off x="2365142" y="108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09" name="Google Shape;4709;p364"/>
          <p:cNvSpPr/>
          <p:nvPr/>
        </p:nvSpPr>
        <p:spPr>
          <a:xfrm>
            <a:off x="3104284" y="1084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0" name="Google Shape;4710;p364"/>
          <p:cNvSpPr txBox="1"/>
          <p:nvPr/>
        </p:nvSpPr>
        <p:spPr>
          <a:xfrm>
            <a:off x="3104284" y="108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11" name="Google Shape;4711;p364"/>
          <p:cNvSpPr/>
          <p:nvPr/>
        </p:nvSpPr>
        <p:spPr>
          <a:xfrm>
            <a:off x="3843426" y="1084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2" name="Google Shape;4712;p364"/>
          <p:cNvSpPr txBox="1"/>
          <p:nvPr/>
        </p:nvSpPr>
        <p:spPr>
          <a:xfrm>
            <a:off x="3843426" y="108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13" name="Google Shape;4713;p364"/>
          <p:cNvSpPr/>
          <p:nvPr/>
        </p:nvSpPr>
        <p:spPr>
          <a:xfrm>
            <a:off x="4582568" y="1084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4" name="Google Shape;4714;p364"/>
          <p:cNvSpPr txBox="1"/>
          <p:nvPr/>
        </p:nvSpPr>
        <p:spPr>
          <a:xfrm>
            <a:off x="4582568" y="108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15" name="Google Shape;4715;p364"/>
          <p:cNvSpPr/>
          <p:nvPr/>
        </p:nvSpPr>
        <p:spPr>
          <a:xfrm>
            <a:off x="5321710" y="1084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6" name="Google Shape;4716;p364"/>
          <p:cNvSpPr txBox="1"/>
          <p:nvPr/>
        </p:nvSpPr>
        <p:spPr>
          <a:xfrm>
            <a:off x="5321710" y="108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17" name="Google Shape;4717;p364"/>
          <p:cNvSpPr/>
          <p:nvPr/>
        </p:nvSpPr>
        <p:spPr>
          <a:xfrm>
            <a:off x="6060852" y="1084000"/>
            <a:ext cx="733200" cy="320100"/>
          </a:xfrm>
          <a:prstGeom prst="rect">
            <a:avLst/>
          </a:prstGeom>
          <a:solidFill>
            <a:srgbClr val="F9CB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8" name="Google Shape;4718;p364"/>
          <p:cNvSpPr txBox="1"/>
          <p:nvPr/>
        </p:nvSpPr>
        <p:spPr>
          <a:xfrm>
            <a:off x="6060852" y="108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59400D"/>
                </a:solidFill>
                <a:latin typeface="Inter Tight"/>
                <a:ea typeface="Inter Tight"/>
                <a:cs typeface="Inter Tight"/>
                <a:sym typeface="Inter Tight"/>
              </a:rPr>
              <a:t>2</a:t>
            </a:r>
            <a:endParaRPr b="1" sz="1100">
              <a:solidFill>
                <a:srgbClr val="59400D"/>
              </a:solidFill>
              <a:latin typeface="Inter Tight"/>
              <a:ea typeface="Inter Tight"/>
              <a:cs typeface="Inter Tight"/>
              <a:sym typeface="Inter Tight"/>
            </a:endParaRPr>
          </a:p>
        </p:txBody>
      </p:sp>
      <p:sp>
        <p:nvSpPr>
          <p:cNvPr id="4719" name="Google Shape;4719;p364"/>
          <p:cNvSpPr/>
          <p:nvPr/>
        </p:nvSpPr>
        <p:spPr>
          <a:xfrm>
            <a:off x="6799994" y="1084000"/>
            <a:ext cx="2000100" cy="320100"/>
          </a:xfrm>
          <a:prstGeom prst="rect">
            <a:avLst/>
          </a:prstGeom>
          <a:solidFill>
            <a:srgbClr val="F2F3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0" name="Google Shape;4720;p364"/>
          <p:cNvSpPr txBox="1"/>
          <p:nvPr/>
        </p:nvSpPr>
        <p:spPr>
          <a:xfrm>
            <a:off x="6814994" y="1084000"/>
            <a:ext cx="19701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500">
                <a:solidFill>
                  <a:srgbClr val="333333"/>
                </a:solidFill>
                <a:latin typeface="Poppins"/>
                <a:ea typeface="Poppins"/>
                <a:cs typeface="Poppins"/>
                <a:sym typeface="Poppins"/>
              </a:rPr>
              <a:t>Achieve parity with the best-in-class (Spanish IBAN + Bizum) to neutralize incumbents' advantage and surpass Wise.</a:t>
            </a:r>
            <a:endParaRPr sz="500">
              <a:solidFill>
                <a:srgbClr val="333333"/>
              </a:solidFill>
              <a:latin typeface="Poppins"/>
              <a:ea typeface="Poppins"/>
              <a:cs typeface="Poppins"/>
              <a:sym typeface="Poppins"/>
            </a:endParaRPr>
          </a:p>
        </p:txBody>
      </p:sp>
      <p:sp>
        <p:nvSpPr>
          <p:cNvPr id="4721" name="Google Shape;4721;p364"/>
          <p:cNvSpPr/>
          <p:nvPr/>
        </p:nvSpPr>
        <p:spPr>
          <a:xfrm>
            <a:off x="220000" y="1408000"/>
            <a:ext cx="1400100" cy="32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2" name="Google Shape;4722;p364"/>
          <p:cNvSpPr txBox="1"/>
          <p:nvPr/>
        </p:nvSpPr>
        <p:spPr>
          <a:xfrm>
            <a:off x="240000" y="1408000"/>
            <a:ext cx="13599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00">
                <a:solidFill>
                  <a:srgbClr val="222222"/>
                </a:solidFill>
                <a:latin typeface="Poppins"/>
                <a:ea typeface="Poppins"/>
                <a:cs typeface="Poppins"/>
                <a:sym typeface="Poppins"/>
              </a:rPr>
              <a:t>2. Onboarding Friction</a:t>
            </a:r>
            <a:endParaRPr b="1" sz="600">
              <a:solidFill>
                <a:srgbClr val="222222"/>
              </a:solidFill>
              <a:latin typeface="Poppins"/>
              <a:ea typeface="Poppins"/>
              <a:cs typeface="Poppins"/>
              <a:sym typeface="Poppins"/>
            </a:endParaRPr>
          </a:p>
        </p:txBody>
      </p:sp>
      <p:sp>
        <p:nvSpPr>
          <p:cNvPr id="4723" name="Google Shape;4723;p364"/>
          <p:cNvSpPr/>
          <p:nvPr/>
        </p:nvSpPr>
        <p:spPr>
          <a:xfrm>
            <a:off x="1626000" y="1408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4" name="Google Shape;4724;p364"/>
          <p:cNvSpPr txBox="1"/>
          <p:nvPr/>
        </p:nvSpPr>
        <p:spPr>
          <a:xfrm>
            <a:off x="1626000" y="140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25" name="Google Shape;4725;p364"/>
          <p:cNvSpPr/>
          <p:nvPr/>
        </p:nvSpPr>
        <p:spPr>
          <a:xfrm>
            <a:off x="2365142" y="1408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6" name="Google Shape;4726;p364"/>
          <p:cNvSpPr txBox="1"/>
          <p:nvPr/>
        </p:nvSpPr>
        <p:spPr>
          <a:xfrm>
            <a:off x="2365142" y="140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727" name="Google Shape;4727;p364"/>
          <p:cNvSpPr/>
          <p:nvPr/>
        </p:nvSpPr>
        <p:spPr>
          <a:xfrm>
            <a:off x="3104284" y="1408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8" name="Google Shape;4728;p364"/>
          <p:cNvSpPr txBox="1"/>
          <p:nvPr/>
        </p:nvSpPr>
        <p:spPr>
          <a:xfrm>
            <a:off x="3104284" y="140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729" name="Google Shape;4729;p364"/>
          <p:cNvSpPr/>
          <p:nvPr/>
        </p:nvSpPr>
        <p:spPr>
          <a:xfrm>
            <a:off x="3843426" y="1408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0" name="Google Shape;4730;p364"/>
          <p:cNvSpPr txBox="1"/>
          <p:nvPr/>
        </p:nvSpPr>
        <p:spPr>
          <a:xfrm>
            <a:off x="3843426" y="140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731" name="Google Shape;4731;p364"/>
          <p:cNvSpPr/>
          <p:nvPr/>
        </p:nvSpPr>
        <p:spPr>
          <a:xfrm>
            <a:off x="4582568" y="1408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2" name="Google Shape;4732;p364"/>
          <p:cNvSpPr txBox="1"/>
          <p:nvPr/>
        </p:nvSpPr>
        <p:spPr>
          <a:xfrm>
            <a:off x="4582568" y="140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33" name="Google Shape;4733;p364"/>
          <p:cNvSpPr/>
          <p:nvPr/>
        </p:nvSpPr>
        <p:spPr>
          <a:xfrm>
            <a:off x="5321710" y="1408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4" name="Google Shape;4734;p364"/>
          <p:cNvSpPr txBox="1"/>
          <p:nvPr/>
        </p:nvSpPr>
        <p:spPr>
          <a:xfrm>
            <a:off x="5321710" y="140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35" name="Google Shape;4735;p364"/>
          <p:cNvSpPr/>
          <p:nvPr/>
        </p:nvSpPr>
        <p:spPr>
          <a:xfrm>
            <a:off x="6060852" y="1408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6" name="Google Shape;4736;p364"/>
          <p:cNvSpPr txBox="1"/>
          <p:nvPr/>
        </p:nvSpPr>
        <p:spPr>
          <a:xfrm>
            <a:off x="6060852" y="140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37" name="Google Shape;4737;p364"/>
          <p:cNvSpPr/>
          <p:nvPr/>
        </p:nvSpPr>
        <p:spPr>
          <a:xfrm>
            <a:off x="6799994" y="1408000"/>
            <a:ext cx="2000100" cy="32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8" name="Google Shape;4738;p364"/>
          <p:cNvSpPr txBox="1"/>
          <p:nvPr/>
        </p:nvSpPr>
        <p:spPr>
          <a:xfrm>
            <a:off x="6814994" y="1408000"/>
            <a:ext cx="19701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500">
                <a:solidFill>
                  <a:srgbClr val="333333"/>
                </a:solidFill>
                <a:latin typeface="Poppins"/>
                <a:ea typeface="Poppins"/>
                <a:cs typeface="Poppins"/>
                <a:sym typeface="Poppins"/>
              </a:rPr>
              <a:t>Replicate Bunq's frictionless 'no NIE' onboarding to dominate the high-value expat segment from day one.</a:t>
            </a:r>
            <a:endParaRPr sz="500">
              <a:solidFill>
                <a:srgbClr val="333333"/>
              </a:solidFill>
              <a:latin typeface="Poppins"/>
              <a:ea typeface="Poppins"/>
              <a:cs typeface="Poppins"/>
              <a:sym typeface="Poppins"/>
            </a:endParaRPr>
          </a:p>
        </p:txBody>
      </p:sp>
      <p:sp>
        <p:nvSpPr>
          <p:cNvPr id="4739" name="Google Shape;4739;p364"/>
          <p:cNvSpPr/>
          <p:nvPr/>
        </p:nvSpPr>
        <p:spPr>
          <a:xfrm>
            <a:off x="220000" y="1732000"/>
            <a:ext cx="1400100" cy="320100"/>
          </a:xfrm>
          <a:prstGeom prst="rect">
            <a:avLst/>
          </a:prstGeom>
          <a:solidFill>
            <a:srgbClr val="F2F3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0" name="Google Shape;4740;p364"/>
          <p:cNvSpPr txBox="1"/>
          <p:nvPr/>
        </p:nvSpPr>
        <p:spPr>
          <a:xfrm>
            <a:off x="240000" y="1732000"/>
            <a:ext cx="13599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00">
                <a:solidFill>
                  <a:srgbClr val="222222"/>
                </a:solidFill>
                <a:latin typeface="Poppins"/>
                <a:ea typeface="Poppins"/>
                <a:cs typeface="Poppins"/>
                <a:sym typeface="Poppins"/>
              </a:rPr>
              <a:t>3. App User Experience (UX)</a:t>
            </a:r>
            <a:endParaRPr b="1" sz="600">
              <a:solidFill>
                <a:srgbClr val="222222"/>
              </a:solidFill>
              <a:latin typeface="Poppins"/>
              <a:ea typeface="Poppins"/>
              <a:cs typeface="Poppins"/>
              <a:sym typeface="Poppins"/>
            </a:endParaRPr>
          </a:p>
        </p:txBody>
      </p:sp>
      <p:sp>
        <p:nvSpPr>
          <p:cNvPr id="4741" name="Google Shape;4741;p364"/>
          <p:cNvSpPr/>
          <p:nvPr/>
        </p:nvSpPr>
        <p:spPr>
          <a:xfrm>
            <a:off x="1626000" y="1732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2" name="Google Shape;4742;p364"/>
          <p:cNvSpPr txBox="1"/>
          <p:nvPr/>
        </p:nvSpPr>
        <p:spPr>
          <a:xfrm>
            <a:off x="1626000" y="173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43" name="Google Shape;4743;p364"/>
          <p:cNvSpPr/>
          <p:nvPr/>
        </p:nvSpPr>
        <p:spPr>
          <a:xfrm>
            <a:off x="2365142" y="1732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4" name="Google Shape;4744;p364"/>
          <p:cNvSpPr txBox="1"/>
          <p:nvPr/>
        </p:nvSpPr>
        <p:spPr>
          <a:xfrm>
            <a:off x="2365142" y="173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45" name="Google Shape;4745;p364"/>
          <p:cNvSpPr/>
          <p:nvPr/>
        </p:nvSpPr>
        <p:spPr>
          <a:xfrm>
            <a:off x="3104284" y="1732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6" name="Google Shape;4746;p364"/>
          <p:cNvSpPr txBox="1"/>
          <p:nvPr/>
        </p:nvSpPr>
        <p:spPr>
          <a:xfrm>
            <a:off x="3104284" y="173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747" name="Google Shape;4747;p364"/>
          <p:cNvSpPr/>
          <p:nvPr/>
        </p:nvSpPr>
        <p:spPr>
          <a:xfrm>
            <a:off x="3843426" y="1732000"/>
            <a:ext cx="733200" cy="320100"/>
          </a:xfrm>
          <a:prstGeom prst="rect">
            <a:avLst/>
          </a:prstGeom>
          <a:solidFill>
            <a:srgbClr val="F9CB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8" name="Google Shape;4748;p364"/>
          <p:cNvSpPr txBox="1"/>
          <p:nvPr/>
        </p:nvSpPr>
        <p:spPr>
          <a:xfrm>
            <a:off x="3843426" y="173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59400D"/>
                </a:solidFill>
                <a:latin typeface="Inter Tight"/>
                <a:ea typeface="Inter Tight"/>
                <a:cs typeface="Inter Tight"/>
                <a:sym typeface="Inter Tight"/>
              </a:rPr>
              <a:t>2</a:t>
            </a:r>
            <a:endParaRPr b="1" sz="1100">
              <a:solidFill>
                <a:srgbClr val="59400D"/>
              </a:solidFill>
              <a:latin typeface="Inter Tight"/>
              <a:ea typeface="Inter Tight"/>
              <a:cs typeface="Inter Tight"/>
              <a:sym typeface="Inter Tight"/>
            </a:endParaRPr>
          </a:p>
        </p:txBody>
      </p:sp>
      <p:sp>
        <p:nvSpPr>
          <p:cNvPr id="4749" name="Google Shape;4749;p364"/>
          <p:cNvSpPr/>
          <p:nvPr/>
        </p:nvSpPr>
        <p:spPr>
          <a:xfrm>
            <a:off x="4582568" y="1732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0" name="Google Shape;4750;p364"/>
          <p:cNvSpPr txBox="1"/>
          <p:nvPr/>
        </p:nvSpPr>
        <p:spPr>
          <a:xfrm>
            <a:off x="4582568" y="173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51" name="Google Shape;4751;p364"/>
          <p:cNvSpPr/>
          <p:nvPr/>
        </p:nvSpPr>
        <p:spPr>
          <a:xfrm>
            <a:off x="5321710" y="1732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2" name="Google Shape;4752;p364"/>
          <p:cNvSpPr txBox="1"/>
          <p:nvPr/>
        </p:nvSpPr>
        <p:spPr>
          <a:xfrm>
            <a:off x="5321710" y="173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53" name="Google Shape;4753;p364"/>
          <p:cNvSpPr/>
          <p:nvPr/>
        </p:nvSpPr>
        <p:spPr>
          <a:xfrm>
            <a:off x="6060852" y="1732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4" name="Google Shape;4754;p364"/>
          <p:cNvSpPr txBox="1"/>
          <p:nvPr/>
        </p:nvSpPr>
        <p:spPr>
          <a:xfrm>
            <a:off x="6060852" y="173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55" name="Google Shape;4755;p364"/>
          <p:cNvSpPr/>
          <p:nvPr/>
        </p:nvSpPr>
        <p:spPr>
          <a:xfrm>
            <a:off x="6799994" y="1732000"/>
            <a:ext cx="2000100" cy="320100"/>
          </a:xfrm>
          <a:prstGeom prst="rect">
            <a:avLst/>
          </a:prstGeom>
          <a:solidFill>
            <a:srgbClr val="F2F3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6" name="Google Shape;4756;p364"/>
          <p:cNvSpPr txBox="1"/>
          <p:nvPr/>
        </p:nvSpPr>
        <p:spPr>
          <a:xfrm>
            <a:off x="6814994" y="1732000"/>
            <a:ext cx="19701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500">
                <a:solidFill>
                  <a:srgbClr val="333333"/>
                </a:solidFill>
                <a:latin typeface="Poppins"/>
                <a:ea typeface="Poppins"/>
                <a:cs typeface="Poppins"/>
                <a:sym typeface="Poppins"/>
              </a:rPr>
              <a:t>Leverage Monzo's proven, award-winning UX to provide a superior, reliable experience, directly countering the app failures of Imagin and Evobanco.</a:t>
            </a:r>
            <a:endParaRPr sz="500">
              <a:solidFill>
                <a:srgbClr val="333333"/>
              </a:solidFill>
              <a:latin typeface="Poppins"/>
              <a:ea typeface="Poppins"/>
              <a:cs typeface="Poppins"/>
              <a:sym typeface="Poppins"/>
            </a:endParaRPr>
          </a:p>
        </p:txBody>
      </p:sp>
      <p:sp>
        <p:nvSpPr>
          <p:cNvPr id="4757" name="Google Shape;4757;p364"/>
          <p:cNvSpPr/>
          <p:nvPr/>
        </p:nvSpPr>
        <p:spPr>
          <a:xfrm>
            <a:off x="220000" y="2056000"/>
            <a:ext cx="1400100" cy="32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8" name="Google Shape;4758;p364"/>
          <p:cNvSpPr txBox="1"/>
          <p:nvPr/>
        </p:nvSpPr>
        <p:spPr>
          <a:xfrm>
            <a:off x="240000" y="2056000"/>
            <a:ext cx="13599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00">
                <a:solidFill>
                  <a:srgbClr val="222222"/>
                </a:solidFill>
                <a:latin typeface="Poppins"/>
                <a:ea typeface="Poppins"/>
                <a:cs typeface="Poppins"/>
                <a:sym typeface="Poppins"/>
              </a:rPr>
              <a:t>4. Customer Support</a:t>
            </a:r>
            <a:endParaRPr b="1" sz="600">
              <a:solidFill>
                <a:srgbClr val="222222"/>
              </a:solidFill>
              <a:latin typeface="Poppins"/>
              <a:ea typeface="Poppins"/>
              <a:cs typeface="Poppins"/>
              <a:sym typeface="Poppins"/>
            </a:endParaRPr>
          </a:p>
        </p:txBody>
      </p:sp>
      <p:sp>
        <p:nvSpPr>
          <p:cNvPr id="4759" name="Google Shape;4759;p364"/>
          <p:cNvSpPr/>
          <p:nvPr/>
        </p:nvSpPr>
        <p:spPr>
          <a:xfrm>
            <a:off x="1626000" y="2056000"/>
            <a:ext cx="733200" cy="320100"/>
          </a:xfrm>
          <a:prstGeom prst="rect">
            <a:avLst/>
          </a:prstGeom>
          <a:solidFill>
            <a:srgbClr val="F9CB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0" name="Google Shape;4760;p364"/>
          <p:cNvSpPr txBox="1"/>
          <p:nvPr/>
        </p:nvSpPr>
        <p:spPr>
          <a:xfrm>
            <a:off x="1626000" y="205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59400D"/>
                </a:solidFill>
                <a:latin typeface="Inter Tight"/>
                <a:ea typeface="Inter Tight"/>
                <a:cs typeface="Inter Tight"/>
                <a:sym typeface="Inter Tight"/>
              </a:rPr>
              <a:t>2</a:t>
            </a:r>
            <a:endParaRPr b="1" sz="1100">
              <a:solidFill>
                <a:srgbClr val="59400D"/>
              </a:solidFill>
              <a:latin typeface="Inter Tight"/>
              <a:ea typeface="Inter Tight"/>
              <a:cs typeface="Inter Tight"/>
              <a:sym typeface="Inter Tight"/>
            </a:endParaRPr>
          </a:p>
        </p:txBody>
      </p:sp>
      <p:sp>
        <p:nvSpPr>
          <p:cNvPr id="4761" name="Google Shape;4761;p364"/>
          <p:cNvSpPr/>
          <p:nvPr/>
        </p:nvSpPr>
        <p:spPr>
          <a:xfrm>
            <a:off x="2365142" y="2056000"/>
            <a:ext cx="733200" cy="320100"/>
          </a:xfrm>
          <a:prstGeom prst="rect">
            <a:avLst/>
          </a:prstGeom>
          <a:solidFill>
            <a:srgbClr val="F9CB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2" name="Google Shape;4762;p364"/>
          <p:cNvSpPr txBox="1"/>
          <p:nvPr/>
        </p:nvSpPr>
        <p:spPr>
          <a:xfrm>
            <a:off x="2365142" y="205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59400D"/>
                </a:solidFill>
                <a:latin typeface="Inter Tight"/>
                <a:ea typeface="Inter Tight"/>
                <a:cs typeface="Inter Tight"/>
                <a:sym typeface="Inter Tight"/>
              </a:rPr>
              <a:t>2</a:t>
            </a:r>
            <a:endParaRPr b="1" sz="1100">
              <a:solidFill>
                <a:srgbClr val="59400D"/>
              </a:solidFill>
              <a:latin typeface="Inter Tight"/>
              <a:ea typeface="Inter Tight"/>
              <a:cs typeface="Inter Tight"/>
              <a:sym typeface="Inter Tight"/>
            </a:endParaRPr>
          </a:p>
        </p:txBody>
      </p:sp>
      <p:sp>
        <p:nvSpPr>
          <p:cNvPr id="4763" name="Google Shape;4763;p364"/>
          <p:cNvSpPr/>
          <p:nvPr/>
        </p:nvSpPr>
        <p:spPr>
          <a:xfrm>
            <a:off x="3104284" y="2056000"/>
            <a:ext cx="733200" cy="320100"/>
          </a:xfrm>
          <a:prstGeom prst="rect">
            <a:avLst/>
          </a:prstGeom>
          <a:solidFill>
            <a:srgbClr val="F9CB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4" name="Google Shape;4764;p364"/>
          <p:cNvSpPr txBox="1"/>
          <p:nvPr/>
        </p:nvSpPr>
        <p:spPr>
          <a:xfrm>
            <a:off x="3104284" y="205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59400D"/>
                </a:solidFill>
                <a:latin typeface="Inter Tight"/>
                <a:ea typeface="Inter Tight"/>
                <a:cs typeface="Inter Tight"/>
                <a:sym typeface="Inter Tight"/>
              </a:rPr>
              <a:t>2</a:t>
            </a:r>
            <a:endParaRPr b="1" sz="1100">
              <a:solidFill>
                <a:srgbClr val="59400D"/>
              </a:solidFill>
              <a:latin typeface="Inter Tight"/>
              <a:ea typeface="Inter Tight"/>
              <a:cs typeface="Inter Tight"/>
              <a:sym typeface="Inter Tight"/>
            </a:endParaRPr>
          </a:p>
        </p:txBody>
      </p:sp>
      <p:sp>
        <p:nvSpPr>
          <p:cNvPr id="4765" name="Google Shape;4765;p364"/>
          <p:cNvSpPr/>
          <p:nvPr/>
        </p:nvSpPr>
        <p:spPr>
          <a:xfrm>
            <a:off x="3843426" y="2056000"/>
            <a:ext cx="733200" cy="320100"/>
          </a:xfrm>
          <a:prstGeom prst="rect">
            <a:avLst/>
          </a:prstGeom>
          <a:solidFill>
            <a:srgbClr val="F9CB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6" name="Google Shape;4766;p364"/>
          <p:cNvSpPr txBox="1"/>
          <p:nvPr/>
        </p:nvSpPr>
        <p:spPr>
          <a:xfrm>
            <a:off x="3843426" y="205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59400D"/>
                </a:solidFill>
                <a:latin typeface="Inter Tight"/>
                <a:ea typeface="Inter Tight"/>
                <a:cs typeface="Inter Tight"/>
                <a:sym typeface="Inter Tight"/>
              </a:rPr>
              <a:t>2</a:t>
            </a:r>
            <a:endParaRPr b="1" sz="1100">
              <a:solidFill>
                <a:srgbClr val="59400D"/>
              </a:solidFill>
              <a:latin typeface="Inter Tight"/>
              <a:ea typeface="Inter Tight"/>
              <a:cs typeface="Inter Tight"/>
              <a:sym typeface="Inter Tight"/>
            </a:endParaRPr>
          </a:p>
        </p:txBody>
      </p:sp>
      <p:sp>
        <p:nvSpPr>
          <p:cNvPr id="4767" name="Google Shape;4767;p364"/>
          <p:cNvSpPr/>
          <p:nvPr/>
        </p:nvSpPr>
        <p:spPr>
          <a:xfrm>
            <a:off x="4582568" y="2056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8" name="Google Shape;4768;p364"/>
          <p:cNvSpPr txBox="1"/>
          <p:nvPr/>
        </p:nvSpPr>
        <p:spPr>
          <a:xfrm>
            <a:off x="4582568" y="205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769" name="Google Shape;4769;p364"/>
          <p:cNvSpPr/>
          <p:nvPr/>
        </p:nvSpPr>
        <p:spPr>
          <a:xfrm>
            <a:off x="5321710" y="2056000"/>
            <a:ext cx="733200" cy="320100"/>
          </a:xfrm>
          <a:prstGeom prst="rect">
            <a:avLst/>
          </a:prstGeom>
          <a:solidFill>
            <a:srgbClr val="F9CB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70" name="Google Shape;4770;p364"/>
          <p:cNvSpPr txBox="1"/>
          <p:nvPr/>
        </p:nvSpPr>
        <p:spPr>
          <a:xfrm>
            <a:off x="5321710" y="205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59400D"/>
                </a:solidFill>
                <a:latin typeface="Inter Tight"/>
                <a:ea typeface="Inter Tight"/>
                <a:cs typeface="Inter Tight"/>
                <a:sym typeface="Inter Tight"/>
              </a:rPr>
              <a:t>2</a:t>
            </a:r>
            <a:endParaRPr b="1" sz="1100">
              <a:solidFill>
                <a:srgbClr val="59400D"/>
              </a:solidFill>
              <a:latin typeface="Inter Tight"/>
              <a:ea typeface="Inter Tight"/>
              <a:cs typeface="Inter Tight"/>
              <a:sym typeface="Inter Tight"/>
            </a:endParaRPr>
          </a:p>
        </p:txBody>
      </p:sp>
      <p:sp>
        <p:nvSpPr>
          <p:cNvPr id="4771" name="Google Shape;4771;p364"/>
          <p:cNvSpPr/>
          <p:nvPr/>
        </p:nvSpPr>
        <p:spPr>
          <a:xfrm>
            <a:off x="6060852" y="2056000"/>
            <a:ext cx="733200" cy="320100"/>
          </a:xfrm>
          <a:prstGeom prst="rect">
            <a:avLst/>
          </a:prstGeom>
          <a:solidFill>
            <a:srgbClr val="F9CB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72" name="Google Shape;4772;p364"/>
          <p:cNvSpPr txBox="1"/>
          <p:nvPr/>
        </p:nvSpPr>
        <p:spPr>
          <a:xfrm>
            <a:off x="6060852" y="205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59400D"/>
                </a:solidFill>
                <a:latin typeface="Inter Tight"/>
                <a:ea typeface="Inter Tight"/>
                <a:cs typeface="Inter Tight"/>
                <a:sym typeface="Inter Tight"/>
              </a:rPr>
              <a:t>2</a:t>
            </a:r>
            <a:endParaRPr b="1" sz="1100">
              <a:solidFill>
                <a:srgbClr val="59400D"/>
              </a:solidFill>
              <a:latin typeface="Inter Tight"/>
              <a:ea typeface="Inter Tight"/>
              <a:cs typeface="Inter Tight"/>
              <a:sym typeface="Inter Tight"/>
            </a:endParaRPr>
          </a:p>
        </p:txBody>
      </p:sp>
      <p:sp>
        <p:nvSpPr>
          <p:cNvPr id="4773" name="Google Shape;4773;p364"/>
          <p:cNvSpPr/>
          <p:nvPr/>
        </p:nvSpPr>
        <p:spPr>
          <a:xfrm>
            <a:off x="6799994" y="2056000"/>
            <a:ext cx="2000100" cy="32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74" name="Google Shape;4774;p364"/>
          <p:cNvSpPr txBox="1"/>
          <p:nvPr/>
        </p:nvSpPr>
        <p:spPr>
          <a:xfrm>
            <a:off x="6814994" y="2056000"/>
            <a:ext cx="19701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500">
                <a:solidFill>
                  <a:srgbClr val="333333"/>
                </a:solidFill>
                <a:latin typeface="Poppins"/>
                <a:ea typeface="Poppins"/>
                <a:cs typeface="Poppins"/>
                <a:sym typeface="Poppins"/>
              </a:rPr>
              <a:t>The single greatest market opportunity. Provide reliable, empathetic human support to solve the market's biggest pain point and build a defensible moat based on trust.</a:t>
            </a:r>
            <a:endParaRPr sz="500">
              <a:solidFill>
                <a:srgbClr val="333333"/>
              </a:solidFill>
              <a:latin typeface="Poppins"/>
              <a:ea typeface="Poppins"/>
              <a:cs typeface="Poppins"/>
              <a:sym typeface="Poppins"/>
            </a:endParaRPr>
          </a:p>
        </p:txBody>
      </p:sp>
      <p:sp>
        <p:nvSpPr>
          <p:cNvPr id="4775" name="Google Shape;4775;p364"/>
          <p:cNvSpPr/>
          <p:nvPr/>
        </p:nvSpPr>
        <p:spPr>
          <a:xfrm>
            <a:off x="220000" y="2380000"/>
            <a:ext cx="1400100" cy="320100"/>
          </a:xfrm>
          <a:prstGeom prst="rect">
            <a:avLst/>
          </a:prstGeom>
          <a:solidFill>
            <a:srgbClr val="F2F3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76" name="Google Shape;4776;p364"/>
          <p:cNvSpPr txBox="1"/>
          <p:nvPr/>
        </p:nvSpPr>
        <p:spPr>
          <a:xfrm>
            <a:off x="240000" y="2380000"/>
            <a:ext cx="13599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00">
                <a:solidFill>
                  <a:srgbClr val="222222"/>
                </a:solidFill>
                <a:latin typeface="Poppins"/>
                <a:ea typeface="Poppins"/>
                <a:cs typeface="Poppins"/>
                <a:sym typeface="Poppins"/>
              </a:rPr>
              <a:t>5. Pricing &amp; Fee Transparency</a:t>
            </a:r>
            <a:endParaRPr b="1" sz="600">
              <a:solidFill>
                <a:srgbClr val="222222"/>
              </a:solidFill>
              <a:latin typeface="Poppins"/>
              <a:ea typeface="Poppins"/>
              <a:cs typeface="Poppins"/>
              <a:sym typeface="Poppins"/>
            </a:endParaRPr>
          </a:p>
        </p:txBody>
      </p:sp>
      <p:sp>
        <p:nvSpPr>
          <p:cNvPr id="4777" name="Google Shape;4777;p364"/>
          <p:cNvSpPr/>
          <p:nvPr/>
        </p:nvSpPr>
        <p:spPr>
          <a:xfrm>
            <a:off x="1626000" y="2380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78" name="Google Shape;4778;p364"/>
          <p:cNvSpPr txBox="1"/>
          <p:nvPr/>
        </p:nvSpPr>
        <p:spPr>
          <a:xfrm>
            <a:off x="1626000" y="2380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79" name="Google Shape;4779;p364"/>
          <p:cNvSpPr/>
          <p:nvPr/>
        </p:nvSpPr>
        <p:spPr>
          <a:xfrm>
            <a:off x="2365142" y="2380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0" name="Google Shape;4780;p364"/>
          <p:cNvSpPr txBox="1"/>
          <p:nvPr/>
        </p:nvSpPr>
        <p:spPr>
          <a:xfrm>
            <a:off x="2365142" y="2380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81" name="Google Shape;4781;p364"/>
          <p:cNvSpPr/>
          <p:nvPr/>
        </p:nvSpPr>
        <p:spPr>
          <a:xfrm>
            <a:off x="3104284" y="2380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2" name="Google Shape;4782;p364"/>
          <p:cNvSpPr txBox="1"/>
          <p:nvPr/>
        </p:nvSpPr>
        <p:spPr>
          <a:xfrm>
            <a:off x="3104284" y="2380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783" name="Google Shape;4783;p364"/>
          <p:cNvSpPr/>
          <p:nvPr/>
        </p:nvSpPr>
        <p:spPr>
          <a:xfrm>
            <a:off x="3843426" y="2380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4" name="Google Shape;4784;p364"/>
          <p:cNvSpPr txBox="1"/>
          <p:nvPr/>
        </p:nvSpPr>
        <p:spPr>
          <a:xfrm>
            <a:off x="3843426" y="2380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785" name="Google Shape;4785;p364"/>
          <p:cNvSpPr/>
          <p:nvPr/>
        </p:nvSpPr>
        <p:spPr>
          <a:xfrm>
            <a:off x="4582568" y="2380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6" name="Google Shape;4786;p364"/>
          <p:cNvSpPr txBox="1"/>
          <p:nvPr/>
        </p:nvSpPr>
        <p:spPr>
          <a:xfrm>
            <a:off x="4582568" y="2380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87" name="Google Shape;4787;p364"/>
          <p:cNvSpPr/>
          <p:nvPr/>
        </p:nvSpPr>
        <p:spPr>
          <a:xfrm>
            <a:off x="5321710" y="2380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8" name="Google Shape;4788;p364"/>
          <p:cNvSpPr txBox="1"/>
          <p:nvPr/>
        </p:nvSpPr>
        <p:spPr>
          <a:xfrm>
            <a:off x="5321710" y="2380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789" name="Google Shape;4789;p364"/>
          <p:cNvSpPr/>
          <p:nvPr/>
        </p:nvSpPr>
        <p:spPr>
          <a:xfrm>
            <a:off x="6060852" y="2380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0" name="Google Shape;4790;p364"/>
          <p:cNvSpPr txBox="1"/>
          <p:nvPr/>
        </p:nvSpPr>
        <p:spPr>
          <a:xfrm>
            <a:off x="6060852" y="2380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91" name="Google Shape;4791;p364"/>
          <p:cNvSpPr/>
          <p:nvPr/>
        </p:nvSpPr>
        <p:spPr>
          <a:xfrm>
            <a:off x="6799994" y="2380000"/>
            <a:ext cx="2000100" cy="320100"/>
          </a:xfrm>
          <a:prstGeom prst="rect">
            <a:avLst/>
          </a:prstGeom>
          <a:solidFill>
            <a:srgbClr val="F2F3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2" name="Google Shape;4792;p364"/>
          <p:cNvSpPr txBox="1"/>
          <p:nvPr/>
        </p:nvSpPr>
        <p:spPr>
          <a:xfrm>
            <a:off x="6814994" y="2380000"/>
            <a:ext cx="19701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500">
                <a:solidFill>
                  <a:srgbClr val="333333"/>
                </a:solidFill>
                <a:latin typeface="Poppins"/>
                <a:ea typeface="Poppins"/>
                <a:cs typeface="Poppins"/>
                <a:sym typeface="Poppins"/>
              </a:rPr>
              <a:t>Architect a value-centric free tier that includes 'table stakes' plus unique family features to establish the best secondary account, creating a powerful acquisition funnel.</a:t>
            </a:r>
            <a:endParaRPr sz="500">
              <a:solidFill>
                <a:srgbClr val="333333"/>
              </a:solidFill>
              <a:latin typeface="Poppins"/>
              <a:ea typeface="Poppins"/>
              <a:cs typeface="Poppins"/>
              <a:sym typeface="Poppins"/>
            </a:endParaRPr>
          </a:p>
        </p:txBody>
      </p:sp>
      <p:sp>
        <p:nvSpPr>
          <p:cNvPr id="4793" name="Google Shape;4793;p364"/>
          <p:cNvSpPr/>
          <p:nvPr/>
        </p:nvSpPr>
        <p:spPr>
          <a:xfrm>
            <a:off x="220000" y="2704000"/>
            <a:ext cx="1400100" cy="32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4" name="Google Shape;4794;p364"/>
          <p:cNvSpPr txBox="1"/>
          <p:nvPr/>
        </p:nvSpPr>
        <p:spPr>
          <a:xfrm>
            <a:off x="240000" y="2704000"/>
            <a:ext cx="13599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00">
                <a:solidFill>
                  <a:srgbClr val="222222"/>
                </a:solidFill>
                <a:latin typeface="Poppins"/>
                <a:ea typeface="Poppins"/>
                <a:cs typeface="Poppins"/>
                <a:sym typeface="Poppins"/>
              </a:rPr>
              <a:t>6. Savings &amp; Investment Offering</a:t>
            </a:r>
            <a:endParaRPr b="1" sz="600">
              <a:solidFill>
                <a:srgbClr val="222222"/>
              </a:solidFill>
              <a:latin typeface="Poppins"/>
              <a:ea typeface="Poppins"/>
              <a:cs typeface="Poppins"/>
              <a:sym typeface="Poppins"/>
            </a:endParaRPr>
          </a:p>
        </p:txBody>
      </p:sp>
      <p:sp>
        <p:nvSpPr>
          <p:cNvPr id="4795" name="Google Shape;4795;p364"/>
          <p:cNvSpPr/>
          <p:nvPr/>
        </p:nvSpPr>
        <p:spPr>
          <a:xfrm>
            <a:off x="1626000" y="2704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6" name="Google Shape;4796;p364"/>
          <p:cNvSpPr txBox="1"/>
          <p:nvPr/>
        </p:nvSpPr>
        <p:spPr>
          <a:xfrm>
            <a:off x="1626000" y="270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797" name="Google Shape;4797;p364"/>
          <p:cNvSpPr/>
          <p:nvPr/>
        </p:nvSpPr>
        <p:spPr>
          <a:xfrm>
            <a:off x="2365142" y="2704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8" name="Google Shape;4798;p364"/>
          <p:cNvSpPr txBox="1"/>
          <p:nvPr/>
        </p:nvSpPr>
        <p:spPr>
          <a:xfrm>
            <a:off x="2365142" y="270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799" name="Google Shape;4799;p364"/>
          <p:cNvSpPr/>
          <p:nvPr/>
        </p:nvSpPr>
        <p:spPr>
          <a:xfrm>
            <a:off x="3104284" y="2704000"/>
            <a:ext cx="733200" cy="320100"/>
          </a:xfrm>
          <a:prstGeom prst="rect">
            <a:avLst/>
          </a:prstGeom>
          <a:solidFill>
            <a:srgbClr val="F9CB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0" name="Google Shape;4800;p364"/>
          <p:cNvSpPr txBox="1"/>
          <p:nvPr/>
        </p:nvSpPr>
        <p:spPr>
          <a:xfrm>
            <a:off x="3104284" y="270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59400D"/>
                </a:solidFill>
                <a:latin typeface="Inter Tight"/>
                <a:ea typeface="Inter Tight"/>
                <a:cs typeface="Inter Tight"/>
                <a:sym typeface="Inter Tight"/>
              </a:rPr>
              <a:t>2</a:t>
            </a:r>
            <a:endParaRPr b="1" sz="1100">
              <a:solidFill>
                <a:srgbClr val="59400D"/>
              </a:solidFill>
              <a:latin typeface="Inter Tight"/>
              <a:ea typeface="Inter Tight"/>
              <a:cs typeface="Inter Tight"/>
              <a:sym typeface="Inter Tight"/>
            </a:endParaRPr>
          </a:p>
        </p:txBody>
      </p:sp>
      <p:sp>
        <p:nvSpPr>
          <p:cNvPr id="4801" name="Google Shape;4801;p364"/>
          <p:cNvSpPr/>
          <p:nvPr/>
        </p:nvSpPr>
        <p:spPr>
          <a:xfrm>
            <a:off x="3843426" y="2704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2" name="Google Shape;4802;p364"/>
          <p:cNvSpPr txBox="1"/>
          <p:nvPr/>
        </p:nvSpPr>
        <p:spPr>
          <a:xfrm>
            <a:off x="3843426" y="270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803" name="Google Shape;4803;p364"/>
          <p:cNvSpPr/>
          <p:nvPr/>
        </p:nvSpPr>
        <p:spPr>
          <a:xfrm>
            <a:off x="4582568" y="2704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4" name="Google Shape;4804;p364"/>
          <p:cNvSpPr txBox="1"/>
          <p:nvPr/>
        </p:nvSpPr>
        <p:spPr>
          <a:xfrm>
            <a:off x="4582568" y="270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805" name="Google Shape;4805;p364"/>
          <p:cNvSpPr/>
          <p:nvPr/>
        </p:nvSpPr>
        <p:spPr>
          <a:xfrm>
            <a:off x="5321710" y="2704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6" name="Google Shape;4806;p364"/>
          <p:cNvSpPr txBox="1"/>
          <p:nvPr/>
        </p:nvSpPr>
        <p:spPr>
          <a:xfrm>
            <a:off x="5321710" y="270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807" name="Google Shape;4807;p364"/>
          <p:cNvSpPr/>
          <p:nvPr/>
        </p:nvSpPr>
        <p:spPr>
          <a:xfrm>
            <a:off x="6060852" y="2704000"/>
            <a:ext cx="733200" cy="320100"/>
          </a:xfrm>
          <a:prstGeom prst="rect">
            <a:avLst/>
          </a:prstGeom>
          <a:solidFill>
            <a:srgbClr val="F9CB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8" name="Google Shape;4808;p364"/>
          <p:cNvSpPr txBox="1"/>
          <p:nvPr/>
        </p:nvSpPr>
        <p:spPr>
          <a:xfrm>
            <a:off x="6060852" y="2704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59400D"/>
                </a:solidFill>
                <a:latin typeface="Inter Tight"/>
                <a:ea typeface="Inter Tight"/>
                <a:cs typeface="Inter Tight"/>
                <a:sym typeface="Inter Tight"/>
              </a:rPr>
              <a:t>2</a:t>
            </a:r>
            <a:endParaRPr b="1" sz="1100">
              <a:solidFill>
                <a:srgbClr val="59400D"/>
              </a:solidFill>
              <a:latin typeface="Inter Tight"/>
              <a:ea typeface="Inter Tight"/>
              <a:cs typeface="Inter Tight"/>
              <a:sym typeface="Inter Tight"/>
            </a:endParaRPr>
          </a:p>
        </p:txBody>
      </p:sp>
      <p:sp>
        <p:nvSpPr>
          <p:cNvPr id="4809" name="Google Shape;4809;p364"/>
          <p:cNvSpPr/>
          <p:nvPr/>
        </p:nvSpPr>
        <p:spPr>
          <a:xfrm>
            <a:off x="6799994" y="2704000"/>
            <a:ext cx="2000100" cy="32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0" name="Google Shape;4810;p364"/>
          <p:cNvSpPr txBox="1"/>
          <p:nvPr/>
        </p:nvSpPr>
        <p:spPr>
          <a:xfrm>
            <a:off x="6814994" y="2704000"/>
            <a:ext cx="19701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500">
                <a:solidFill>
                  <a:srgbClr val="333333"/>
                </a:solidFill>
                <a:latin typeface="Poppins"/>
                <a:ea typeface="Poppins"/>
                <a:cs typeface="Poppins"/>
                <a:sym typeface="Poppins"/>
              </a:rPr>
              <a:t>Offer a competitive, transparent, and easy-to-use savings and investment product to match the leaders, integrated with superior budgeting tools.</a:t>
            </a:r>
            <a:endParaRPr sz="500">
              <a:solidFill>
                <a:srgbClr val="333333"/>
              </a:solidFill>
              <a:latin typeface="Poppins"/>
              <a:ea typeface="Poppins"/>
              <a:cs typeface="Poppins"/>
              <a:sym typeface="Poppins"/>
            </a:endParaRPr>
          </a:p>
        </p:txBody>
      </p:sp>
      <p:sp>
        <p:nvSpPr>
          <p:cNvPr id="4811" name="Google Shape;4811;p364"/>
          <p:cNvSpPr/>
          <p:nvPr/>
        </p:nvSpPr>
        <p:spPr>
          <a:xfrm>
            <a:off x="220000" y="3028000"/>
            <a:ext cx="1400100" cy="320100"/>
          </a:xfrm>
          <a:prstGeom prst="rect">
            <a:avLst/>
          </a:prstGeom>
          <a:solidFill>
            <a:srgbClr val="F2F3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2" name="Google Shape;4812;p364"/>
          <p:cNvSpPr txBox="1"/>
          <p:nvPr/>
        </p:nvSpPr>
        <p:spPr>
          <a:xfrm>
            <a:off x="240000" y="3028000"/>
            <a:ext cx="13599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00">
                <a:solidFill>
                  <a:srgbClr val="222222"/>
                </a:solidFill>
                <a:latin typeface="Poppins"/>
                <a:ea typeface="Poppins"/>
                <a:cs typeface="Poppins"/>
                <a:sym typeface="Poppins"/>
              </a:rPr>
              <a:t>7. International / Travel Features</a:t>
            </a:r>
            <a:endParaRPr b="1" sz="600">
              <a:solidFill>
                <a:srgbClr val="222222"/>
              </a:solidFill>
              <a:latin typeface="Poppins"/>
              <a:ea typeface="Poppins"/>
              <a:cs typeface="Poppins"/>
              <a:sym typeface="Poppins"/>
            </a:endParaRPr>
          </a:p>
        </p:txBody>
      </p:sp>
      <p:sp>
        <p:nvSpPr>
          <p:cNvPr id="4813" name="Google Shape;4813;p364"/>
          <p:cNvSpPr/>
          <p:nvPr/>
        </p:nvSpPr>
        <p:spPr>
          <a:xfrm>
            <a:off x="1626000" y="3028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4" name="Google Shape;4814;p364"/>
          <p:cNvSpPr txBox="1"/>
          <p:nvPr/>
        </p:nvSpPr>
        <p:spPr>
          <a:xfrm>
            <a:off x="1626000" y="302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815" name="Google Shape;4815;p364"/>
          <p:cNvSpPr/>
          <p:nvPr/>
        </p:nvSpPr>
        <p:spPr>
          <a:xfrm>
            <a:off x="2365142" y="3028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6" name="Google Shape;4816;p364"/>
          <p:cNvSpPr txBox="1"/>
          <p:nvPr/>
        </p:nvSpPr>
        <p:spPr>
          <a:xfrm>
            <a:off x="2365142" y="302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817" name="Google Shape;4817;p364"/>
          <p:cNvSpPr/>
          <p:nvPr/>
        </p:nvSpPr>
        <p:spPr>
          <a:xfrm>
            <a:off x="3104284" y="3028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8" name="Google Shape;4818;p364"/>
          <p:cNvSpPr txBox="1"/>
          <p:nvPr/>
        </p:nvSpPr>
        <p:spPr>
          <a:xfrm>
            <a:off x="3104284" y="302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819" name="Google Shape;4819;p364"/>
          <p:cNvSpPr/>
          <p:nvPr/>
        </p:nvSpPr>
        <p:spPr>
          <a:xfrm>
            <a:off x="3843426" y="3028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0" name="Google Shape;4820;p364"/>
          <p:cNvSpPr txBox="1"/>
          <p:nvPr/>
        </p:nvSpPr>
        <p:spPr>
          <a:xfrm>
            <a:off x="3843426" y="302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821" name="Google Shape;4821;p364"/>
          <p:cNvSpPr/>
          <p:nvPr/>
        </p:nvSpPr>
        <p:spPr>
          <a:xfrm>
            <a:off x="4582568" y="3028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2" name="Google Shape;4822;p364"/>
          <p:cNvSpPr txBox="1"/>
          <p:nvPr/>
        </p:nvSpPr>
        <p:spPr>
          <a:xfrm>
            <a:off x="4582568" y="302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823" name="Google Shape;4823;p364"/>
          <p:cNvSpPr/>
          <p:nvPr/>
        </p:nvSpPr>
        <p:spPr>
          <a:xfrm>
            <a:off x="5321710" y="3028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4" name="Google Shape;4824;p364"/>
          <p:cNvSpPr txBox="1"/>
          <p:nvPr/>
        </p:nvSpPr>
        <p:spPr>
          <a:xfrm>
            <a:off x="5321710" y="302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825" name="Google Shape;4825;p364"/>
          <p:cNvSpPr/>
          <p:nvPr/>
        </p:nvSpPr>
        <p:spPr>
          <a:xfrm>
            <a:off x="6060852" y="3028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6" name="Google Shape;4826;p364"/>
          <p:cNvSpPr txBox="1"/>
          <p:nvPr/>
        </p:nvSpPr>
        <p:spPr>
          <a:xfrm>
            <a:off x="6060852" y="3028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827" name="Google Shape;4827;p364"/>
          <p:cNvSpPr/>
          <p:nvPr/>
        </p:nvSpPr>
        <p:spPr>
          <a:xfrm>
            <a:off x="6799994" y="3028000"/>
            <a:ext cx="2000100" cy="320100"/>
          </a:xfrm>
          <a:prstGeom prst="rect">
            <a:avLst/>
          </a:prstGeom>
          <a:solidFill>
            <a:srgbClr val="F2F3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8" name="Google Shape;4828;p364"/>
          <p:cNvSpPr txBox="1"/>
          <p:nvPr/>
        </p:nvSpPr>
        <p:spPr>
          <a:xfrm>
            <a:off x="6814994" y="3028000"/>
            <a:ext cx="19701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500">
                <a:solidFill>
                  <a:srgbClr val="333333"/>
                </a:solidFill>
                <a:latin typeface="Poppins"/>
                <a:ea typeface="Poppins"/>
                <a:cs typeface="Poppins"/>
                <a:sym typeface="Poppins"/>
              </a:rPr>
              <a:t>Match the fee-free travel offerings of the leaders as a 'table stake' feature to be competitive, but do not rely on it as a primary differentiator.</a:t>
            </a:r>
            <a:endParaRPr sz="500">
              <a:solidFill>
                <a:srgbClr val="333333"/>
              </a:solidFill>
              <a:latin typeface="Poppins"/>
              <a:ea typeface="Poppins"/>
              <a:cs typeface="Poppins"/>
              <a:sym typeface="Poppins"/>
            </a:endParaRPr>
          </a:p>
        </p:txBody>
      </p:sp>
      <p:sp>
        <p:nvSpPr>
          <p:cNvPr id="4829" name="Google Shape;4829;p364"/>
          <p:cNvSpPr/>
          <p:nvPr/>
        </p:nvSpPr>
        <p:spPr>
          <a:xfrm>
            <a:off x="220000" y="3352000"/>
            <a:ext cx="1400100" cy="32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0" name="Google Shape;4830;p364"/>
          <p:cNvSpPr txBox="1"/>
          <p:nvPr/>
        </p:nvSpPr>
        <p:spPr>
          <a:xfrm>
            <a:off x="240000" y="3352000"/>
            <a:ext cx="13599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00">
                <a:solidFill>
                  <a:srgbClr val="222222"/>
                </a:solidFill>
                <a:latin typeface="Poppins"/>
                <a:ea typeface="Poppins"/>
                <a:cs typeface="Poppins"/>
                <a:sym typeface="Poppins"/>
              </a:rPr>
              <a:t>8. Family / Joint Accounts</a:t>
            </a:r>
            <a:endParaRPr b="1" sz="600">
              <a:solidFill>
                <a:srgbClr val="222222"/>
              </a:solidFill>
              <a:latin typeface="Poppins"/>
              <a:ea typeface="Poppins"/>
              <a:cs typeface="Poppins"/>
              <a:sym typeface="Poppins"/>
            </a:endParaRPr>
          </a:p>
        </p:txBody>
      </p:sp>
      <p:sp>
        <p:nvSpPr>
          <p:cNvPr id="4831" name="Google Shape;4831;p364"/>
          <p:cNvSpPr/>
          <p:nvPr/>
        </p:nvSpPr>
        <p:spPr>
          <a:xfrm>
            <a:off x="1626000" y="3352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2" name="Google Shape;4832;p364"/>
          <p:cNvSpPr txBox="1"/>
          <p:nvPr/>
        </p:nvSpPr>
        <p:spPr>
          <a:xfrm>
            <a:off x="1626000" y="335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833" name="Google Shape;4833;p364"/>
          <p:cNvSpPr/>
          <p:nvPr/>
        </p:nvSpPr>
        <p:spPr>
          <a:xfrm>
            <a:off x="2365142" y="3352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4" name="Google Shape;4834;p364"/>
          <p:cNvSpPr txBox="1"/>
          <p:nvPr/>
        </p:nvSpPr>
        <p:spPr>
          <a:xfrm>
            <a:off x="2365142" y="335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835" name="Google Shape;4835;p364"/>
          <p:cNvSpPr/>
          <p:nvPr/>
        </p:nvSpPr>
        <p:spPr>
          <a:xfrm>
            <a:off x="3104284" y="3352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6" name="Google Shape;4836;p364"/>
          <p:cNvSpPr txBox="1"/>
          <p:nvPr/>
        </p:nvSpPr>
        <p:spPr>
          <a:xfrm>
            <a:off x="3104284" y="335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837" name="Google Shape;4837;p364"/>
          <p:cNvSpPr/>
          <p:nvPr/>
        </p:nvSpPr>
        <p:spPr>
          <a:xfrm>
            <a:off x="3843426" y="3352000"/>
            <a:ext cx="733200" cy="320100"/>
          </a:xfrm>
          <a:prstGeom prst="rect">
            <a:avLst/>
          </a:prstGeom>
          <a:solidFill>
            <a:srgbClr val="F9CB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8" name="Google Shape;4838;p364"/>
          <p:cNvSpPr txBox="1"/>
          <p:nvPr/>
        </p:nvSpPr>
        <p:spPr>
          <a:xfrm>
            <a:off x="3843426" y="335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59400D"/>
                </a:solidFill>
                <a:latin typeface="Inter Tight"/>
                <a:ea typeface="Inter Tight"/>
                <a:cs typeface="Inter Tight"/>
                <a:sym typeface="Inter Tight"/>
              </a:rPr>
              <a:t>2</a:t>
            </a:r>
            <a:endParaRPr b="1" sz="1100">
              <a:solidFill>
                <a:srgbClr val="59400D"/>
              </a:solidFill>
              <a:latin typeface="Inter Tight"/>
              <a:ea typeface="Inter Tight"/>
              <a:cs typeface="Inter Tight"/>
              <a:sym typeface="Inter Tight"/>
            </a:endParaRPr>
          </a:p>
        </p:txBody>
      </p:sp>
      <p:sp>
        <p:nvSpPr>
          <p:cNvPr id="4839" name="Google Shape;4839;p364"/>
          <p:cNvSpPr/>
          <p:nvPr/>
        </p:nvSpPr>
        <p:spPr>
          <a:xfrm>
            <a:off x="4582568" y="3352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0" name="Google Shape;4840;p364"/>
          <p:cNvSpPr txBox="1"/>
          <p:nvPr/>
        </p:nvSpPr>
        <p:spPr>
          <a:xfrm>
            <a:off x="4582568" y="335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841" name="Google Shape;4841;p364"/>
          <p:cNvSpPr/>
          <p:nvPr/>
        </p:nvSpPr>
        <p:spPr>
          <a:xfrm>
            <a:off x="5321710" y="3352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2" name="Google Shape;4842;p364"/>
          <p:cNvSpPr txBox="1"/>
          <p:nvPr/>
        </p:nvSpPr>
        <p:spPr>
          <a:xfrm>
            <a:off x="5321710" y="335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843" name="Google Shape;4843;p364"/>
          <p:cNvSpPr/>
          <p:nvPr/>
        </p:nvSpPr>
        <p:spPr>
          <a:xfrm>
            <a:off x="6060852" y="3352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4" name="Google Shape;4844;p364"/>
          <p:cNvSpPr txBox="1"/>
          <p:nvPr/>
        </p:nvSpPr>
        <p:spPr>
          <a:xfrm>
            <a:off x="6060852" y="3352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845" name="Google Shape;4845;p364"/>
          <p:cNvSpPr/>
          <p:nvPr/>
        </p:nvSpPr>
        <p:spPr>
          <a:xfrm>
            <a:off x="6799994" y="3352000"/>
            <a:ext cx="2000100" cy="32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6" name="Google Shape;4846;p364"/>
          <p:cNvSpPr txBox="1"/>
          <p:nvPr/>
        </p:nvSpPr>
        <p:spPr>
          <a:xfrm>
            <a:off x="6814994" y="3352000"/>
            <a:ext cx="19701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500">
                <a:solidFill>
                  <a:srgbClr val="333333"/>
                </a:solidFill>
                <a:latin typeface="Poppins"/>
                <a:ea typeface="Poppins"/>
                <a:cs typeface="Poppins"/>
                <a:sym typeface="Poppins"/>
              </a:rPr>
              <a:t>Dominate the underserved family segment by launching with a comprehensive, seamlessly integrated offering for joint and youth accounts, creating a sticky, multi-generational customer base.</a:t>
            </a:r>
            <a:endParaRPr sz="500">
              <a:solidFill>
                <a:srgbClr val="333333"/>
              </a:solidFill>
              <a:latin typeface="Poppins"/>
              <a:ea typeface="Poppins"/>
              <a:cs typeface="Poppins"/>
              <a:sym typeface="Poppins"/>
            </a:endParaRPr>
          </a:p>
        </p:txBody>
      </p:sp>
      <p:sp>
        <p:nvSpPr>
          <p:cNvPr id="4847" name="Google Shape;4847;p364"/>
          <p:cNvSpPr/>
          <p:nvPr/>
        </p:nvSpPr>
        <p:spPr>
          <a:xfrm>
            <a:off x="220000" y="3676000"/>
            <a:ext cx="1400100" cy="320100"/>
          </a:xfrm>
          <a:prstGeom prst="rect">
            <a:avLst/>
          </a:prstGeom>
          <a:solidFill>
            <a:srgbClr val="F2F3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8" name="Google Shape;4848;p364"/>
          <p:cNvSpPr txBox="1"/>
          <p:nvPr/>
        </p:nvSpPr>
        <p:spPr>
          <a:xfrm>
            <a:off x="240000" y="3676000"/>
            <a:ext cx="13599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600">
                <a:solidFill>
                  <a:srgbClr val="222222"/>
                </a:solidFill>
                <a:latin typeface="Poppins"/>
                <a:ea typeface="Poppins"/>
                <a:cs typeface="Poppins"/>
                <a:sym typeface="Poppins"/>
              </a:rPr>
              <a:t>9. Account Stability &amp; Trust</a:t>
            </a:r>
            <a:endParaRPr b="1" sz="600">
              <a:solidFill>
                <a:srgbClr val="222222"/>
              </a:solidFill>
              <a:latin typeface="Poppins"/>
              <a:ea typeface="Poppins"/>
              <a:cs typeface="Poppins"/>
              <a:sym typeface="Poppins"/>
            </a:endParaRPr>
          </a:p>
        </p:txBody>
      </p:sp>
      <p:sp>
        <p:nvSpPr>
          <p:cNvPr id="4849" name="Google Shape;4849;p364"/>
          <p:cNvSpPr/>
          <p:nvPr/>
        </p:nvSpPr>
        <p:spPr>
          <a:xfrm>
            <a:off x="1626000" y="3676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0" name="Google Shape;4850;p364"/>
          <p:cNvSpPr txBox="1"/>
          <p:nvPr/>
        </p:nvSpPr>
        <p:spPr>
          <a:xfrm>
            <a:off x="1626000" y="367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851" name="Google Shape;4851;p364"/>
          <p:cNvSpPr/>
          <p:nvPr/>
        </p:nvSpPr>
        <p:spPr>
          <a:xfrm>
            <a:off x="2365142" y="3676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2" name="Google Shape;4852;p364"/>
          <p:cNvSpPr txBox="1"/>
          <p:nvPr/>
        </p:nvSpPr>
        <p:spPr>
          <a:xfrm>
            <a:off x="2365142" y="367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853" name="Google Shape;4853;p364"/>
          <p:cNvSpPr/>
          <p:nvPr/>
        </p:nvSpPr>
        <p:spPr>
          <a:xfrm>
            <a:off x="3104284" y="3676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4" name="Google Shape;4854;p364"/>
          <p:cNvSpPr txBox="1"/>
          <p:nvPr/>
        </p:nvSpPr>
        <p:spPr>
          <a:xfrm>
            <a:off x="3104284" y="367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855" name="Google Shape;4855;p364"/>
          <p:cNvSpPr/>
          <p:nvPr/>
        </p:nvSpPr>
        <p:spPr>
          <a:xfrm>
            <a:off x="3843426" y="3676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6" name="Google Shape;4856;p364"/>
          <p:cNvSpPr txBox="1"/>
          <p:nvPr/>
        </p:nvSpPr>
        <p:spPr>
          <a:xfrm>
            <a:off x="3843426" y="367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857" name="Google Shape;4857;p364"/>
          <p:cNvSpPr/>
          <p:nvPr/>
        </p:nvSpPr>
        <p:spPr>
          <a:xfrm>
            <a:off x="4582568" y="3676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8" name="Google Shape;4858;p364"/>
          <p:cNvSpPr txBox="1"/>
          <p:nvPr/>
        </p:nvSpPr>
        <p:spPr>
          <a:xfrm>
            <a:off x="4582568" y="367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859" name="Google Shape;4859;p364"/>
          <p:cNvSpPr/>
          <p:nvPr/>
        </p:nvSpPr>
        <p:spPr>
          <a:xfrm>
            <a:off x="5321710" y="3676000"/>
            <a:ext cx="733200" cy="32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0" name="Google Shape;4860;p364"/>
          <p:cNvSpPr txBox="1"/>
          <p:nvPr/>
        </p:nvSpPr>
        <p:spPr>
          <a:xfrm>
            <a:off x="5321710" y="367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1A401A"/>
                </a:solidFill>
                <a:latin typeface="Inter Tight"/>
                <a:ea typeface="Inter Tight"/>
                <a:cs typeface="Inter Tight"/>
                <a:sym typeface="Inter Tight"/>
              </a:rPr>
              <a:t>3</a:t>
            </a:r>
            <a:endParaRPr b="1" sz="1100">
              <a:solidFill>
                <a:srgbClr val="1A401A"/>
              </a:solidFill>
              <a:latin typeface="Inter Tight"/>
              <a:ea typeface="Inter Tight"/>
              <a:cs typeface="Inter Tight"/>
              <a:sym typeface="Inter Tight"/>
            </a:endParaRPr>
          </a:p>
        </p:txBody>
      </p:sp>
      <p:sp>
        <p:nvSpPr>
          <p:cNvPr id="4861" name="Google Shape;4861;p364"/>
          <p:cNvSpPr/>
          <p:nvPr/>
        </p:nvSpPr>
        <p:spPr>
          <a:xfrm>
            <a:off x="6060852" y="3676000"/>
            <a:ext cx="733200" cy="32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2" name="Google Shape;4862;p364"/>
          <p:cNvSpPr txBox="1"/>
          <p:nvPr/>
        </p:nvSpPr>
        <p:spPr>
          <a:xfrm>
            <a:off x="6060852" y="3676000"/>
            <a:ext cx="733200" cy="32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FFFFFF"/>
                </a:solidFill>
                <a:latin typeface="Inter Tight"/>
                <a:ea typeface="Inter Tight"/>
                <a:cs typeface="Inter Tight"/>
                <a:sym typeface="Inter Tight"/>
              </a:rPr>
              <a:t>4</a:t>
            </a:r>
            <a:endParaRPr b="1" sz="1100">
              <a:solidFill>
                <a:srgbClr val="FFFFFF"/>
              </a:solidFill>
              <a:latin typeface="Inter Tight"/>
              <a:ea typeface="Inter Tight"/>
              <a:cs typeface="Inter Tight"/>
              <a:sym typeface="Inter Tight"/>
            </a:endParaRPr>
          </a:p>
        </p:txBody>
      </p:sp>
      <p:sp>
        <p:nvSpPr>
          <p:cNvPr id="4863" name="Google Shape;4863;p364"/>
          <p:cNvSpPr/>
          <p:nvPr/>
        </p:nvSpPr>
        <p:spPr>
          <a:xfrm>
            <a:off x="6799994" y="3676000"/>
            <a:ext cx="2000100" cy="320100"/>
          </a:xfrm>
          <a:prstGeom prst="rect">
            <a:avLst/>
          </a:prstGeom>
          <a:solidFill>
            <a:srgbClr val="F2F3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4" name="Google Shape;4864;p364"/>
          <p:cNvSpPr txBox="1"/>
          <p:nvPr/>
        </p:nvSpPr>
        <p:spPr>
          <a:xfrm>
            <a:off x="6814994" y="3676000"/>
            <a:ext cx="1970100" cy="32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500">
                <a:solidFill>
                  <a:srgbClr val="333333"/>
                </a:solidFill>
                <a:latin typeface="Poppins"/>
                <a:ea typeface="Poppins"/>
                <a:cs typeface="Poppins"/>
                <a:sym typeface="Poppins"/>
              </a:rPr>
              <a:t>Build the brand around the promise of account stability and trust to protect from the primary fear and source of distrust generated by all competitors.</a:t>
            </a:r>
            <a:endParaRPr sz="500">
              <a:solidFill>
                <a:srgbClr val="333333"/>
              </a:solidFill>
              <a:latin typeface="Poppins"/>
              <a:ea typeface="Poppins"/>
              <a:cs typeface="Poppins"/>
              <a:sym typeface="Poppins"/>
            </a:endParaRPr>
          </a:p>
        </p:txBody>
      </p:sp>
      <p:sp>
        <p:nvSpPr>
          <p:cNvPr id="4865" name="Google Shape;4865;p364"/>
          <p:cNvSpPr/>
          <p:nvPr/>
        </p:nvSpPr>
        <p:spPr>
          <a:xfrm>
            <a:off x="220000" y="4000000"/>
            <a:ext cx="1400100" cy="2601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6" name="Google Shape;4866;p364"/>
          <p:cNvSpPr txBox="1"/>
          <p:nvPr/>
        </p:nvSpPr>
        <p:spPr>
          <a:xfrm>
            <a:off x="240000" y="4000000"/>
            <a:ext cx="1359900" cy="26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700">
                <a:solidFill>
                  <a:srgbClr val="FFFFFF"/>
                </a:solidFill>
                <a:latin typeface="Poppins"/>
                <a:ea typeface="Poppins"/>
                <a:cs typeface="Poppins"/>
                <a:sym typeface="Poppins"/>
              </a:rPr>
              <a:t>OVERALL</a:t>
            </a:r>
            <a:endParaRPr b="1" sz="700">
              <a:solidFill>
                <a:srgbClr val="FFFFFF"/>
              </a:solidFill>
              <a:latin typeface="Poppins"/>
              <a:ea typeface="Poppins"/>
              <a:cs typeface="Poppins"/>
              <a:sym typeface="Poppins"/>
            </a:endParaRPr>
          </a:p>
        </p:txBody>
      </p:sp>
      <p:sp>
        <p:nvSpPr>
          <p:cNvPr id="4867" name="Google Shape;4867;p364"/>
          <p:cNvSpPr/>
          <p:nvPr/>
        </p:nvSpPr>
        <p:spPr>
          <a:xfrm>
            <a:off x="1626000" y="4000000"/>
            <a:ext cx="733200" cy="2601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8" name="Google Shape;4868;p364"/>
          <p:cNvSpPr txBox="1"/>
          <p:nvPr/>
        </p:nvSpPr>
        <p:spPr>
          <a:xfrm>
            <a:off x="1626000" y="4000000"/>
            <a:ext cx="733200" cy="26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FFFFFF"/>
                </a:solidFill>
                <a:latin typeface="Inter Tight"/>
                <a:ea typeface="Inter Tight"/>
                <a:cs typeface="Inter Tight"/>
                <a:sym typeface="Inter Tight"/>
              </a:rPr>
              <a:t>3.7</a:t>
            </a:r>
            <a:endParaRPr b="1" sz="1000">
              <a:solidFill>
                <a:srgbClr val="FFFFFF"/>
              </a:solidFill>
              <a:latin typeface="Inter Tight"/>
              <a:ea typeface="Inter Tight"/>
              <a:cs typeface="Inter Tight"/>
              <a:sym typeface="Inter Tight"/>
            </a:endParaRPr>
          </a:p>
        </p:txBody>
      </p:sp>
      <p:sp>
        <p:nvSpPr>
          <p:cNvPr id="4869" name="Google Shape;4869;p364"/>
          <p:cNvSpPr/>
          <p:nvPr/>
        </p:nvSpPr>
        <p:spPr>
          <a:xfrm>
            <a:off x="2365142" y="4000000"/>
            <a:ext cx="733200" cy="2601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0" name="Google Shape;4870;p364"/>
          <p:cNvSpPr txBox="1"/>
          <p:nvPr/>
        </p:nvSpPr>
        <p:spPr>
          <a:xfrm>
            <a:off x="2365142" y="4000000"/>
            <a:ext cx="733200" cy="26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FFFFFF"/>
                </a:solidFill>
                <a:latin typeface="Inter Tight"/>
                <a:ea typeface="Inter Tight"/>
                <a:cs typeface="Inter Tight"/>
                <a:sym typeface="Inter Tight"/>
              </a:rPr>
              <a:t>3.3</a:t>
            </a:r>
            <a:endParaRPr b="1" sz="1000">
              <a:solidFill>
                <a:srgbClr val="FFFFFF"/>
              </a:solidFill>
              <a:latin typeface="Inter Tight"/>
              <a:ea typeface="Inter Tight"/>
              <a:cs typeface="Inter Tight"/>
              <a:sym typeface="Inter Tight"/>
            </a:endParaRPr>
          </a:p>
        </p:txBody>
      </p:sp>
      <p:sp>
        <p:nvSpPr>
          <p:cNvPr id="4871" name="Google Shape;4871;p364"/>
          <p:cNvSpPr/>
          <p:nvPr/>
        </p:nvSpPr>
        <p:spPr>
          <a:xfrm>
            <a:off x="3104284" y="4000000"/>
            <a:ext cx="733200" cy="2601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2" name="Google Shape;4872;p364"/>
          <p:cNvSpPr txBox="1"/>
          <p:nvPr/>
        </p:nvSpPr>
        <p:spPr>
          <a:xfrm>
            <a:off x="3104284" y="4000000"/>
            <a:ext cx="733200" cy="26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FFFFFF"/>
                </a:solidFill>
                <a:latin typeface="Inter Tight"/>
                <a:ea typeface="Inter Tight"/>
                <a:cs typeface="Inter Tight"/>
                <a:sym typeface="Inter Tight"/>
              </a:rPr>
              <a:t>3.1</a:t>
            </a:r>
            <a:endParaRPr b="1" sz="1000">
              <a:solidFill>
                <a:srgbClr val="FFFFFF"/>
              </a:solidFill>
              <a:latin typeface="Inter Tight"/>
              <a:ea typeface="Inter Tight"/>
              <a:cs typeface="Inter Tight"/>
              <a:sym typeface="Inter Tight"/>
            </a:endParaRPr>
          </a:p>
        </p:txBody>
      </p:sp>
      <p:sp>
        <p:nvSpPr>
          <p:cNvPr id="4873" name="Google Shape;4873;p364"/>
          <p:cNvSpPr/>
          <p:nvPr/>
        </p:nvSpPr>
        <p:spPr>
          <a:xfrm>
            <a:off x="3843426" y="4000000"/>
            <a:ext cx="733200" cy="2601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4" name="Google Shape;4874;p364"/>
          <p:cNvSpPr txBox="1"/>
          <p:nvPr/>
        </p:nvSpPr>
        <p:spPr>
          <a:xfrm>
            <a:off x="3843426" y="4000000"/>
            <a:ext cx="733200" cy="26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FFFFFF"/>
                </a:solidFill>
                <a:latin typeface="Inter Tight"/>
                <a:ea typeface="Inter Tight"/>
                <a:cs typeface="Inter Tight"/>
                <a:sym typeface="Inter Tight"/>
              </a:rPr>
              <a:t>2.8</a:t>
            </a:r>
            <a:endParaRPr b="1" sz="1000">
              <a:solidFill>
                <a:srgbClr val="FFFFFF"/>
              </a:solidFill>
              <a:latin typeface="Inter Tight"/>
              <a:ea typeface="Inter Tight"/>
              <a:cs typeface="Inter Tight"/>
              <a:sym typeface="Inter Tight"/>
            </a:endParaRPr>
          </a:p>
        </p:txBody>
      </p:sp>
      <p:sp>
        <p:nvSpPr>
          <p:cNvPr id="4875" name="Google Shape;4875;p364"/>
          <p:cNvSpPr/>
          <p:nvPr/>
        </p:nvSpPr>
        <p:spPr>
          <a:xfrm>
            <a:off x="4582568" y="4000000"/>
            <a:ext cx="733200" cy="2601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6" name="Google Shape;4876;p364"/>
          <p:cNvSpPr txBox="1"/>
          <p:nvPr/>
        </p:nvSpPr>
        <p:spPr>
          <a:xfrm>
            <a:off x="4582568" y="4000000"/>
            <a:ext cx="733200" cy="26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FFFFFF"/>
                </a:solidFill>
                <a:latin typeface="Inter Tight"/>
                <a:ea typeface="Inter Tight"/>
                <a:cs typeface="Inter Tight"/>
                <a:sym typeface="Inter Tight"/>
              </a:rPr>
              <a:t>3.7</a:t>
            </a:r>
            <a:endParaRPr b="1" sz="1000">
              <a:solidFill>
                <a:srgbClr val="FFFFFF"/>
              </a:solidFill>
              <a:latin typeface="Inter Tight"/>
              <a:ea typeface="Inter Tight"/>
              <a:cs typeface="Inter Tight"/>
              <a:sym typeface="Inter Tight"/>
            </a:endParaRPr>
          </a:p>
        </p:txBody>
      </p:sp>
      <p:sp>
        <p:nvSpPr>
          <p:cNvPr id="4877" name="Google Shape;4877;p364"/>
          <p:cNvSpPr/>
          <p:nvPr/>
        </p:nvSpPr>
        <p:spPr>
          <a:xfrm>
            <a:off x="5321710" y="4000000"/>
            <a:ext cx="733200" cy="2601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8" name="Google Shape;4878;p364"/>
          <p:cNvSpPr txBox="1"/>
          <p:nvPr/>
        </p:nvSpPr>
        <p:spPr>
          <a:xfrm>
            <a:off x="5321710" y="4000000"/>
            <a:ext cx="733200" cy="26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FFFFFF"/>
                </a:solidFill>
                <a:latin typeface="Inter Tight"/>
                <a:ea typeface="Inter Tight"/>
                <a:cs typeface="Inter Tight"/>
                <a:sym typeface="Inter Tight"/>
              </a:rPr>
              <a:t>3.4</a:t>
            </a:r>
            <a:endParaRPr b="1" sz="1000">
              <a:solidFill>
                <a:srgbClr val="FFFFFF"/>
              </a:solidFill>
              <a:latin typeface="Inter Tight"/>
              <a:ea typeface="Inter Tight"/>
              <a:cs typeface="Inter Tight"/>
              <a:sym typeface="Inter Tight"/>
            </a:endParaRPr>
          </a:p>
        </p:txBody>
      </p:sp>
      <p:sp>
        <p:nvSpPr>
          <p:cNvPr id="4879" name="Google Shape;4879;p364"/>
          <p:cNvSpPr/>
          <p:nvPr/>
        </p:nvSpPr>
        <p:spPr>
          <a:xfrm>
            <a:off x="6060852" y="4000000"/>
            <a:ext cx="733200" cy="2601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0" name="Google Shape;4880;p364"/>
          <p:cNvSpPr txBox="1"/>
          <p:nvPr/>
        </p:nvSpPr>
        <p:spPr>
          <a:xfrm>
            <a:off x="6060852" y="4000000"/>
            <a:ext cx="733200" cy="26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FFFFFF"/>
                </a:solidFill>
                <a:latin typeface="Inter Tight"/>
                <a:ea typeface="Inter Tight"/>
                <a:cs typeface="Inter Tight"/>
                <a:sym typeface="Inter Tight"/>
              </a:rPr>
              <a:t>3.3</a:t>
            </a:r>
            <a:endParaRPr b="1" sz="1000">
              <a:solidFill>
                <a:srgbClr val="FFFFFF"/>
              </a:solidFill>
              <a:latin typeface="Inter Tight"/>
              <a:ea typeface="Inter Tight"/>
              <a:cs typeface="Inter Tight"/>
              <a:sym typeface="Inter Tight"/>
            </a:endParaRPr>
          </a:p>
        </p:txBody>
      </p:sp>
      <p:sp>
        <p:nvSpPr>
          <p:cNvPr id="4881" name="Google Shape;4881;p364"/>
          <p:cNvSpPr/>
          <p:nvPr/>
        </p:nvSpPr>
        <p:spPr>
          <a:xfrm>
            <a:off x="6799994" y="4000000"/>
            <a:ext cx="2000100" cy="260100"/>
          </a:xfrm>
          <a:prstGeom prst="rect">
            <a:avLst/>
          </a:prstGeom>
          <a:solidFill>
            <a:srgbClr val="1423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2" name="Google Shape;4882;p364"/>
          <p:cNvSpPr/>
          <p:nvPr/>
        </p:nvSpPr>
        <p:spPr>
          <a:xfrm>
            <a:off x="291887" y="4290000"/>
            <a:ext cx="110100" cy="110100"/>
          </a:xfrm>
          <a:prstGeom prst="rect">
            <a:avLst/>
          </a:prstGeom>
          <a:solidFill>
            <a:srgbClr val="43A04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3" name="Google Shape;4883;p364"/>
          <p:cNvSpPr txBox="1"/>
          <p:nvPr/>
        </p:nvSpPr>
        <p:spPr>
          <a:xfrm>
            <a:off x="350000" y="4290000"/>
            <a:ext cx="549900" cy="1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600">
                <a:solidFill>
                  <a:srgbClr val="999999"/>
                </a:solidFill>
                <a:latin typeface="Poppins"/>
                <a:ea typeface="Poppins"/>
                <a:cs typeface="Poppins"/>
                <a:sym typeface="Poppins"/>
              </a:rPr>
              <a:t>Strong</a:t>
            </a:r>
            <a:endParaRPr sz="600">
              <a:solidFill>
                <a:srgbClr val="999999"/>
              </a:solidFill>
              <a:latin typeface="Poppins"/>
              <a:ea typeface="Poppins"/>
              <a:cs typeface="Poppins"/>
              <a:sym typeface="Poppins"/>
            </a:endParaRPr>
          </a:p>
        </p:txBody>
      </p:sp>
      <p:sp>
        <p:nvSpPr>
          <p:cNvPr id="4884" name="Google Shape;4884;p364"/>
          <p:cNvSpPr/>
          <p:nvPr/>
        </p:nvSpPr>
        <p:spPr>
          <a:xfrm>
            <a:off x="900000" y="4290000"/>
            <a:ext cx="110100" cy="110100"/>
          </a:xfrm>
          <a:prstGeom prst="rect">
            <a:avLst/>
          </a:prstGeom>
          <a:solidFill>
            <a:srgbClr val="90CA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5" name="Google Shape;4885;p364"/>
          <p:cNvSpPr txBox="1"/>
          <p:nvPr/>
        </p:nvSpPr>
        <p:spPr>
          <a:xfrm>
            <a:off x="1041981" y="4290000"/>
            <a:ext cx="549900" cy="1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600">
                <a:solidFill>
                  <a:srgbClr val="999999"/>
                </a:solidFill>
                <a:latin typeface="Poppins"/>
                <a:ea typeface="Poppins"/>
                <a:cs typeface="Poppins"/>
                <a:sym typeface="Poppins"/>
              </a:rPr>
              <a:t>Good</a:t>
            </a:r>
            <a:endParaRPr sz="600">
              <a:solidFill>
                <a:srgbClr val="999999"/>
              </a:solidFill>
              <a:latin typeface="Poppins"/>
              <a:ea typeface="Poppins"/>
              <a:cs typeface="Poppins"/>
              <a:sym typeface="Poppins"/>
            </a:endParaRPr>
          </a:p>
        </p:txBody>
      </p:sp>
      <p:sp>
        <p:nvSpPr>
          <p:cNvPr id="4886" name="Google Shape;4886;p364"/>
          <p:cNvSpPr/>
          <p:nvPr/>
        </p:nvSpPr>
        <p:spPr>
          <a:xfrm>
            <a:off x="1580000" y="4290000"/>
            <a:ext cx="110100" cy="110100"/>
          </a:xfrm>
          <a:prstGeom prst="rect">
            <a:avLst/>
          </a:prstGeom>
          <a:solidFill>
            <a:srgbClr val="F9CB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7" name="Google Shape;4887;p364"/>
          <p:cNvSpPr txBox="1"/>
          <p:nvPr/>
        </p:nvSpPr>
        <p:spPr>
          <a:xfrm>
            <a:off x="1721981" y="4290000"/>
            <a:ext cx="549900" cy="1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600">
                <a:solidFill>
                  <a:srgbClr val="999999"/>
                </a:solidFill>
                <a:latin typeface="Poppins"/>
                <a:ea typeface="Poppins"/>
                <a:cs typeface="Poppins"/>
                <a:sym typeface="Poppins"/>
              </a:rPr>
              <a:t>Mixed</a:t>
            </a:r>
            <a:endParaRPr sz="600">
              <a:solidFill>
                <a:srgbClr val="999999"/>
              </a:solidFill>
              <a:latin typeface="Poppins"/>
              <a:ea typeface="Poppins"/>
              <a:cs typeface="Poppins"/>
              <a:sym typeface="Poppins"/>
            </a:endParaRPr>
          </a:p>
        </p:txBody>
      </p:sp>
      <p:sp>
        <p:nvSpPr>
          <p:cNvPr id="4888" name="Google Shape;4888;p364"/>
          <p:cNvSpPr/>
          <p:nvPr/>
        </p:nvSpPr>
        <p:spPr>
          <a:xfrm>
            <a:off x="2260000" y="4290000"/>
            <a:ext cx="110100" cy="110100"/>
          </a:xfrm>
          <a:prstGeom prst="rect">
            <a:avLst/>
          </a:prstGeom>
          <a:solidFill>
            <a:srgbClr val="E7615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9" name="Google Shape;4889;p364"/>
          <p:cNvSpPr txBox="1"/>
          <p:nvPr/>
        </p:nvSpPr>
        <p:spPr>
          <a:xfrm>
            <a:off x="2271981" y="4290000"/>
            <a:ext cx="110100" cy="11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600">
                <a:solidFill>
                  <a:srgbClr val="FFFFFF"/>
                </a:solidFill>
                <a:latin typeface="Poppins"/>
                <a:ea typeface="Poppins"/>
                <a:cs typeface="Poppins"/>
                <a:sym typeface="Poppins"/>
              </a:rPr>
              <a:t>1</a:t>
            </a:r>
            <a:endParaRPr b="1" sz="600">
              <a:solidFill>
                <a:srgbClr val="FFFFFF"/>
              </a:solidFill>
              <a:latin typeface="Poppins"/>
              <a:ea typeface="Poppins"/>
              <a:cs typeface="Poppins"/>
              <a:sym typeface="Poppins"/>
            </a:endParaRPr>
          </a:p>
        </p:txBody>
      </p:sp>
      <p:sp>
        <p:nvSpPr>
          <p:cNvPr id="4890" name="Google Shape;4890;p364"/>
          <p:cNvSpPr txBox="1"/>
          <p:nvPr/>
        </p:nvSpPr>
        <p:spPr>
          <a:xfrm>
            <a:off x="2390000" y="4290000"/>
            <a:ext cx="549900" cy="11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600">
                <a:solidFill>
                  <a:srgbClr val="999999"/>
                </a:solidFill>
                <a:latin typeface="Poppins"/>
                <a:ea typeface="Poppins"/>
                <a:cs typeface="Poppins"/>
                <a:sym typeface="Poppins"/>
              </a:rPr>
              <a:t>Weak</a:t>
            </a:r>
            <a:endParaRPr sz="600">
              <a:solidFill>
                <a:srgbClr val="999999"/>
              </a:solidFill>
              <a:latin typeface="Poppins"/>
              <a:ea typeface="Poppins"/>
              <a:cs typeface="Poppins"/>
              <a:sym typeface="Poppins"/>
            </a:endParaRPr>
          </a:p>
        </p:txBody>
      </p:sp>
      <p:sp>
        <p:nvSpPr>
          <p:cNvPr id="4891" name="Google Shape;4891;p364"/>
          <p:cNvSpPr/>
          <p:nvPr/>
        </p:nvSpPr>
        <p:spPr>
          <a:xfrm>
            <a:off x="123606" y="121600"/>
            <a:ext cx="1136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Market &amp; Gaps</a:t>
            </a:r>
            <a:endParaRPr b="1" sz="900">
              <a:solidFill>
                <a:srgbClr val="FFFFFF"/>
              </a:solidFill>
              <a:latin typeface="Poppins"/>
              <a:ea typeface="Poppins"/>
              <a:cs typeface="Poppins"/>
              <a:sym typeface="Poppins"/>
            </a:endParaRPr>
          </a:p>
        </p:txBody>
      </p:sp>
      <p:sp>
        <p:nvSpPr>
          <p:cNvPr id="4892" name="Google Shape;4892;p364"/>
          <p:cNvSpPr/>
          <p:nvPr/>
        </p:nvSpPr>
        <p:spPr>
          <a:xfrm>
            <a:off x="1319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4F40"/>
        </a:solidFill>
      </p:bgPr>
    </p:bg>
    <p:spTree>
      <p:nvGrpSpPr>
        <p:cNvPr id="4896" name="Shape 4896"/>
        <p:cNvGrpSpPr/>
        <p:nvPr/>
      </p:nvGrpSpPr>
      <p:grpSpPr>
        <a:xfrm>
          <a:off x="0" y="0"/>
          <a:ext cx="0" cy="0"/>
          <a:chOff x="0" y="0"/>
          <a:chExt cx="0" cy="0"/>
        </a:xfrm>
      </p:grpSpPr>
      <p:sp>
        <p:nvSpPr>
          <p:cNvPr id="4897" name="Google Shape;4897;p365"/>
          <p:cNvSpPr/>
          <p:nvPr/>
        </p:nvSpPr>
        <p:spPr>
          <a:xfrm>
            <a:off x="3880875" y="3291550"/>
            <a:ext cx="1859400" cy="10299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898" name="Google Shape;4898;p365"/>
          <p:cNvSpPr/>
          <p:nvPr/>
        </p:nvSpPr>
        <p:spPr>
          <a:xfrm>
            <a:off x="2763123" y="1886600"/>
            <a:ext cx="2977200" cy="7617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Lexend"/>
              <a:ea typeface="Lexend"/>
              <a:cs typeface="Lexend"/>
              <a:sym typeface="Lexend"/>
            </a:endParaRPr>
          </a:p>
        </p:txBody>
      </p:sp>
      <p:sp>
        <p:nvSpPr>
          <p:cNvPr id="4899" name="Google Shape;4899;p365"/>
          <p:cNvSpPr/>
          <p:nvPr/>
        </p:nvSpPr>
        <p:spPr>
          <a:xfrm>
            <a:off x="2687024" y="529459"/>
            <a:ext cx="1812900" cy="12666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00" name="Google Shape;4900;p365"/>
          <p:cNvSpPr/>
          <p:nvPr/>
        </p:nvSpPr>
        <p:spPr>
          <a:xfrm>
            <a:off x="4576222" y="529459"/>
            <a:ext cx="2067600" cy="6225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01" name="Google Shape;4901;p365"/>
          <p:cNvSpPr/>
          <p:nvPr/>
        </p:nvSpPr>
        <p:spPr>
          <a:xfrm>
            <a:off x="4576224" y="1245012"/>
            <a:ext cx="2067600" cy="5511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02" name="Google Shape;4902;p365"/>
          <p:cNvSpPr/>
          <p:nvPr/>
        </p:nvSpPr>
        <p:spPr>
          <a:xfrm>
            <a:off x="6720146" y="537689"/>
            <a:ext cx="2349900" cy="6225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03" name="Google Shape;4903;p365"/>
          <p:cNvSpPr/>
          <p:nvPr/>
        </p:nvSpPr>
        <p:spPr>
          <a:xfrm>
            <a:off x="6720151" y="1253240"/>
            <a:ext cx="2349900" cy="5511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04" name="Google Shape;4904;p365"/>
          <p:cNvSpPr/>
          <p:nvPr/>
        </p:nvSpPr>
        <p:spPr>
          <a:xfrm>
            <a:off x="115100" y="529459"/>
            <a:ext cx="2530200" cy="12666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05" name="Google Shape;4905;p365"/>
          <p:cNvSpPr/>
          <p:nvPr/>
        </p:nvSpPr>
        <p:spPr>
          <a:xfrm>
            <a:off x="115100" y="1886600"/>
            <a:ext cx="2571900" cy="7617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06" name="Google Shape;4906;p365"/>
          <p:cNvSpPr/>
          <p:nvPr/>
        </p:nvSpPr>
        <p:spPr>
          <a:xfrm>
            <a:off x="5892947" y="1886600"/>
            <a:ext cx="3176700" cy="7617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07" name="Google Shape;4907;p365"/>
          <p:cNvSpPr/>
          <p:nvPr/>
        </p:nvSpPr>
        <p:spPr>
          <a:xfrm>
            <a:off x="5892944" y="2717250"/>
            <a:ext cx="3176700" cy="7527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08" name="Google Shape;4908;p365"/>
          <p:cNvSpPr/>
          <p:nvPr/>
        </p:nvSpPr>
        <p:spPr>
          <a:xfrm>
            <a:off x="5892950" y="3559750"/>
            <a:ext cx="3176700" cy="7617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09" name="Google Shape;4909;p365"/>
          <p:cNvSpPr/>
          <p:nvPr/>
        </p:nvSpPr>
        <p:spPr>
          <a:xfrm>
            <a:off x="129675" y="4419550"/>
            <a:ext cx="8940300" cy="5511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10" name="Google Shape;4910;p365"/>
          <p:cNvSpPr/>
          <p:nvPr/>
        </p:nvSpPr>
        <p:spPr>
          <a:xfrm>
            <a:off x="115100" y="3291550"/>
            <a:ext cx="1753800" cy="10299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11" name="Google Shape;4911;p365"/>
          <p:cNvSpPr/>
          <p:nvPr/>
        </p:nvSpPr>
        <p:spPr>
          <a:xfrm>
            <a:off x="1911445" y="3291550"/>
            <a:ext cx="1926900" cy="10299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12" name="Google Shape;4912;p365"/>
          <p:cNvSpPr txBox="1"/>
          <p:nvPr/>
        </p:nvSpPr>
        <p:spPr>
          <a:xfrm>
            <a:off x="65463" y="-36017"/>
            <a:ext cx="9144000" cy="18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lang="en-US" sz="2700">
                <a:solidFill>
                  <a:schemeClr val="dk1"/>
                </a:solidFill>
                <a:latin typeface="Inter Tight ExtraBold"/>
                <a:ea typeface="Inter Tight ExtraBold"/>
                <a:cs typeface="Inter Tight ExtraBold"/>
                <a:sym typeface="Inter Tight ExtraBold"/>
              </a:rPr>
              <a:t>OPE Canvas</a:t>
            </a:r>
            <a:r>
              <a:rPr i="0" lang="en-US" sz="2700" u="none" cap="none" strike="noStrike">
                <a:solidFill>
                  <a:schemeClr val="dk1"/>
                </a:solidFill>
                <a:latin typeface="Inter Tight ExtraBold"/>
                <a:ea typeface="Inter Tight ExtraBold"/>
                <a:cs typeface="Inter Tight ExtraBold"/>
                <a:sym typeface="Inter Tight ExtraBold"/>
              </a:rPr>
              <a:t> </a:t>
            </a:r>
            <a:endParaRPr b="1" i="0" sz="1800" u="none" cap="none" strike="noStrike">
              <a:solidFill>
                <a:schemeClr val="dk1"/>
              </a:solidFill>
              <a:latin typeface="Inter Tight"/>
              <a:ea typeface="Inter Tight"/>
              <a:cs typeface="Inter Tight"/>
              <a:sym typeface="Inter Tight"/>
            </a:endParaRPr>
          </a:p>
        </p:txBody>
      </p:sp>
      <p:sp>
        <p:nvSpPr>
          <p:cNvPr id="4913" name="Google Shape;4913;p365"/>
          <p:cNvSpPr txBox="1"/>
          <p:nvPr/>
        </p:nvSpPr>
        <p:spPr>
          <a:xfrm>
            <a:off x="129700" y="455450"/>
            <a:ext cx="24324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Obvious Choice</a:t>
            </a:r>
            <a:endParaRPr b="1" i="0" sz="800" u="none" cap="none" strike="noStrike">
              <a:solidFill>
                <a:srgbClr val="000000"/>
              </a:solidFill>
              <a:latin typeface="Lexend"/>
              <a:ea typeface="Lexend"/>
              <a:cs typeface="Lexend"/>
              <a:sym typeface="Lexend"/>
            </a:endParaRPr>
          </a:p>
        </p:txBody>
      </p:sp>
      <p:sp>
        <p:nvSpPr>
          <p:cNvPr id="4914" name="Google Shape;4914;p365"/>
          <p:cNvSpPr txBox="1"/>
          <p:nvPr/>
        </p:nvSpPr>
        <p:spPr>
          <a:xfrm>
            <a:off x="142000" y="570043"/>
            <a:ext cx="25302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(1) Combines the convenience of modern neobank features with the trustworthiness and stability of a traditional regulated bank</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(2)Only bank offering a competitive savings rate with instant access for free, plus comprehensive family banking (joint accounts and free kids accounts)</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(3)Fully localized with Bizum integration from day 1 and 24/7 human support in Spanish - addressing the key gaps of both incumbents and other neobanks</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Lexend"/>
              <a:ea typeface="Lexend"/>
              <a:cs typeface="Lexend"/>
              <a:sym typeface="Lexend"/>
            </a:endParaRPr>
          </a:p>
        </p:txBody>
      </p:sp>
      <p:sp>
        <p:nvSpPr>
          <p:cNvPr id="4915" name="Google Shape;4915;p365"/>
          <p:cNvSpPr txBox="1"/>
          <p:nvPr/>
        </p:nvSpPr>
        <p:spPr>
          <a:xfrm>
            <a:off x="2716624" y="455450"/>
            <a:ext cx="17538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Ideal Customer Profile (ICP)</a:t>
            </a:r>
            <a:endParaRPr b="1" i="0" sz="800" u="none" cap="none" strike="noStrike">
              <a:solidFill>
                <a:srgbClr val="000000"/>
              </a:solidFill>
              <a:latin typeface="Lexend"/>
              <a:ea typeface="Lexend"/>
              <a:cs typeface="Lexend"/>
              <a:sym typeface="Lexend"/>
            </a:endParaRPr>
          </a:p>
        </p:txBody>
      </p:sp>
      <p:sp>
        <p:nvSpPr>
          <p:cNvPr id="4916" name="Google Shape;4916;p365"/>
          <p:cNvSpPr txBox="1"/>
          <p:nvPr/>
        </p:nvSpPr>
        <p:spPr>
          <a:xfrm>
            <a:off x="2744723" y="570043"/>
            <a:ext cx="18129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chemeClr val="dk1"/>
                </a:solidFill>
                <a:latin typeface="Lexend"/>
                <a:ea typeface="Lexend"/>
                <a:cs typeface="Lexend"/>
                <a:sym typeface="Lexend"/>
              </a:rPr>
              <a:t>"Urban Optimizers"</a:t>
            </a:r>
            <a:r>
              <a:rPr b="0" i="0" lang="en-US" sz="600" u="none" cap="none" strike="noStrike">
                <a:solidFill>
                  <a:schemeClr val="dk1"/>
                </a:solidFill>
                <a:latin typeface="Lexend"/>
                <a:ea typeface="Lexend"/>
                <a:cs typeface="Lexend"/>
                <a:sym typeface="Lexend"/>
              </a:rPr>
              <a:t> (20-35, 3.6M): digital-savvy singles/couples seeking simple money management &amp; mid-term savings. </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chemeClr val="dk1"/>
                </a:solidFill>
                <a:latin typeface="Lexend"/>
                <a:ea typeface="Lexend"/>
                <a:cs typeface="Lexend"/>
                <a:sym typeface="Lexend"/>
              </a:rPr>
              <a:t>"Busy Nesters"</a:t>
            </a:r>
            <a:r>
              <a:rPr b="0" i="0" lang="en-US" sz="600" u="none" cap="none" strike="noStrike">
                <a:solidFill>
                  <a:schemeClr val="dk1"/>
                </a:solidFill>
                <a:latin typeface="Lexend"/>
                <a:ea typeface="Lexend"/>
                <a:cs typeface="Lexend"/>
                <a:sym typeface="Lexend"/>
              </a:rPr>
              <a:t> (35-50, 2.4M): young families needing collaborative tools &amp; affordable child-focused solutions. </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chemeClr val="dk1"/>
                </a:solidFill>
                <a:latin typeface="Lexend"/>
                <a:ea typeface="Lexend"/>
                <a:cs typeface="Lexend"/>
                <a:sym typeface="Lexend"/>
              </a:rPr>
              <a:t>"Trenders"</a:t>
            </a:r>
            <a:r>
              <a:rPr b="0" i="0" lang="en-US" sz="600" u="none" cap="none" strike="noStrike">
                <a:solidFill>
                  <a:schemeClr val="dk1"/>
                </a:solidFill>
                <a:latin typeface="Lexend"/>
                <a:ea typeface="Lexend"/>
                <a:cs typeface="Lexend"/>
                <a:sym typeface="Lexend"/>
              </a:rPr>
              <a:t> (3.6M): digital finance influencers driving adoption. </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chemeClr val="dk1"/>
              </a:buClr>
              <a:buSzPts val="1100"/>
              <a:buFont typeface="Arial"/>
              <a:buNone/>
            </a:pPr>
            <a:r>
              <a:rPr b="0" i="0" lang="en-US" sz="600" u="none" cap="none" strike="noStrike">
                <a:solidFill>
                  <a:schemeClr val="dk1"/>
                </a:solidFill>
                <a:latin typeface="Lexend"/>
                <a:ea typeface="Lexend"/>
                <a:cs typeface="Lexend"/>
                <a:sym typeface="Lexend"/>
              </a:rPr>
              <a:t>Excluded: branch, multi-currency, cash.</a:t>
            </a:r>
            <a:endParaRPr b="0" i="0" sz="600" u="none" cap="none" strike="noStrike">
              <a:solidFill>
                <a:schemeClr val="dk1"/>
              </a:solidFill>
              <a:latin typeface="Lexend"/>
              <a:ea typeface="Lexend"/>
              <a:cs typeface="Lexend"/>
              <a:sym typeface="Lexend"/>
            </a:endParaRPr>
          </a:p>
        </p:txBody>
      </p:sp>
      <p:sp>
        <p:nvSpPr>
          <p:cNvPr id="4917" name="Google Shape;4917;p365"/>
          <p:cNvSpPr txBox="1"/>
          <p:nvPr/>
        </p:nvSpPr>
        <p:spPr>
          <a:xfrm>
            <a:off x="4557625" y="570043"/>
            <a:ext cx="2162400" cy="595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600"/>
              <a:buFont typeface="Arial"/>
              <a:buNone/>
            </a:pPr>
            <a:r>
              <a:rPr b="0" i="0" lang="en-US" sz="600" u="none" cap="none" strike="noStrike">
                <a:solidFill>
                  <a:schemeClr val="dk1"/>
                </a:solidFill>
                <a:latin typeface="Lexend"/>
                <a:ea typeface="Lexend"/>
                <a:cs typeface="Lexend"/>
                <a:sym typeface="Lexend"/>
              </a:rPr>
              <a:t>Spanish consumers face fragmented finances between banks and neobanks, low literacy, and 42% worry about the future—demanding a trusted, simple solution that unifies banking and builds confidence.</a:t>
            </a:r>
            <a:endParaRPr b="0" i="0" sz="600" u="none" cap="none" strike="noStrike">
              <a:solidFill>
                <a:schemeClr val="dk1"/>
              </a:solidFill>
              <a:latin typeface="Lexend"/>
              <a:ea typeface="Lexend"/>
              <a:cs typeface="Lexend"/>
              <a:sym typeface="Lexend"/>
            </a:endParaRPr>
          </a:p>
        </p:txBody>
      </p:sp>
      <p:sp>
        <p:nvSpPr>
          <p:cNvPr id="4918" name="Google Shape;4918;p365"/>
          <p:cNvSpPr txBox="1"/>
          <p:nvPr/>
        </p:nvSpPr>
        <p:spPr>
          <a:xfrm>
            <a:off x="4541657" y="455450"/>
            <a:ext cx="18129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Core problem</a:t>
            </a:r>
            <a:endParaRPr b="1" i="0" sz="800" u="none" cap="none" strike="noStrike">
              <a:solidFill>
                <a:srgbClr val="000000"/>
              </a:solidFill>
              <a:latin typeface="Lexend"/>
              <a:ea typeface="Lexend"/>
              <a:cs typeface="Lexend"/>
              <a:sym typeface="Lexend"/>
            </a:endParaRPr>
          </a:p>
        </p:txBody>
      </p:sp>
      <p:sp>
        <p:nvSpPr>
          <p:cNvPr id="4919" name="Google Shape;4919;p365"/>
          <p:cNvSpPr txBox="1"/>
          <p:nvPr/>
        </p:nvSpPr>
        <p:spPr>
          <a:xfrm>
            <a:off x="4514744" y="1171021"/>
            <a:ext cx="18129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Core Product</a:t>
            </a:r>
            <a:endParaRPr b="1" i="0" sz="800" u="none" cap="none" strike="noStrike">
              <a:solidFill>
                <a:srgbClr val="000000"/>
              </a:solidFill>
              <a:latin typeface="Lexend"/>
              <a:ea typeface="Lexend"/>
              <a:cs typeface="Lexend"/>
              <a:sym typeface="Lexend"/>
            </a:endParaRPr>
          </a:p>
        </p:txBody>
      </p:sp>
      <p:sp>
        <p:nvSpPr>
          <p:cNvPr id="4920" name="Google Shape;4920;p365"/>
          <p:cNvSpPr txBox="1"/>
          <p:nvPr/>
        </p:nvSpPr>
        <p:spPr>
          <a:xfrm>
            <a:off x="4514747" y="1283780"/>
            <a:ext cx="22191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Free account with Bizum, Pots, instant savings, family features; optional Subscriptions with perks and local partnerships; in-app financial education; 24/7 Spanish support.</a:t>
            </a:r>
            <a:endParaRPr b="0" i="0" sz="600" u="none" cap="none" strike="noStrike">
              <a:solidFill>
                <a:schemeClr val="dk1"/>
              </a:solidFill>
              <a:latin typeface="Lexend"/>
              <a:ea typeface="Lexend"/>
              <a:cs typeface="Lexend"/>
              <a:sym typeface="Lexend"/>
            </a:endParaRPr>
          </a:p>
        </p:txBody>
      </p:sp>
      <p:sp>
        <p:nvSpPr>
          <p:cNvPr id="4921" name="Google Shape;4921;p365"/>
          <p:cNvSpPr txBox="1"/>
          <p:nvPr/>
        </p:nvSpPr>
        <p:spPr>
          <a:xfrm>
            <a:off x="6730926" y="455450"/>
            <a:ext cx="23499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Primary Market Channels</a:t>
            </a:r>
            <a:endParaRPr b="1" i="0" sz="800" u="none" cap="none" strike="noStrike">
              <a:solidFill>
                <a:srgbClr val="000000"/>
              </a:solidFill>
              <a:latin typeface="Lexend"/>
              <a:ea typeface="Lexend"/>
              <a:cs typeface="Lexend"/>
              <a:sym typeface="Lexend"/>
            </a:endParaRPr>
          </a:p>
        </p:txBody>
      </p:sp>
      <p:sp>
        <p:nvSpPr>
          <p:cNvPr id="4922" name="Google Shape;4922;p365"/>
          <p:cNvSpPr txBox="1"/>
          <p:nvPr/>
        </p:nvSpPr>
        <p:spPr>
          <a:xfrm>
            <a:off x="6720121" y="570043"/>
            <a:ext cx="22191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Community &amp; Word-of-Mouth</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Educational Content/"Learn with Monzo"</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PR &amp; Earned Media</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Digital Performance Marketing</a:t>
            </a:r>
            <a:endParaRPr b="0" i="0" sz="600" u="none" cap="none" strike="noStrike">
              <a:solidFill>
                <a:schemeClr val="dk1"/>
              </a:solidFill>
              <a:latin typeface="Lexend"/>
              <a:ea typeface="Lexend"/>
              <a:cs typeface="Lexend"/>
              <a:sym typeface="Lexend"/>
            </a:endParaRPr>
          </a:p>
        </p:txBody>
      </p:sp>
      <p:sp>
        <p:nvSpPr>
          <p:cNvPr id="4923" name="Google Shape;4923;p365"/>
          <p:cNvSpPr txBox="1"/>
          <p:nvPr/>
        </p:nvSpPr>
        <p:spPr>
          <a:xfrm>
            <a:off x="6644191" y="1171021"/>
            <a:ext cx="18129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Geography</a:t>
            </a:r>
            <a:endParaRPr b="1" i="0" sz="800" u="none" cap="none" strike="noStrike">
              <a:solidFill>
                <a:srgbClr val="000000"/>
              </a:solidFill>
              <a:latin typeface="Lexend"/>
              <a:ea typeface="Lexend"/>
              <a:cs typeface="Lexend"/>
              <a:sym typeface="Lexend"/>
            </a:endParaRPr>
          </a:p>
        </p:txBody>
      </p:sp>
      <p:sp>
        <p:nvSpPr>
          <p:cNvPr id="4924" name="Google Shape;4924;p365"/>
          <p:cNvSpPr txBox="1"/>
          <p:nvPr/>
        </p:nvSpPr>
        <p:spPr>
          <a:xfrm>
            <a:off x="6748671" y="1344406"/>
            <a:ext cx="2219100" cy="643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Phase 1: Spain launch (April/May 2026) via Irish banking license passporting</a:t>
            </a:r>
            <a:endParaRPr b="0" i="0" sz="600" u="none" cap="none" strike="noStrike">
              <a:solidFill>
                <a:schemeClr val="dk1"/>
              </a:solidFill>
              <a:latin typeface="Lexend"/>
              <a:ea typeface="Lexend"/>
              <a:cs typeface="Lexend"/>
              <a:sym typeface="Lexend"/>
            </a:endParaRPr>
          </a:p>
          <a:p>
            <a:pPr indent="0" lvl="0" marL="0" marR="0" rtl="0" algn="l">
              <a:lnSpc>
                <a:spcPct val="115000"/>
              </a:lnSpc>
              <a:spcBef>
                <a:spcPts val="1200"/>
              </a:spcBef>
              <a:spcAft>
                <a:spcPts val="1200"/>
              </a:spcAft>
              <a:buClr>
                <a:srgbClr val="000000"/>
              </a:buClr>
              <a:buSzPts val="600"/>
              <a:buFont typeface="Arial"/>
              <a:buNone/>
            </a:pPr>
            <a:r>
              <a:t/>
            </a:r>
            <a:endParaRPr b="0" i="0" sz="600" u="none" cap="none" strike="noStrike">
              <a:solidFill>
                <a:schemeClr val="dk1"/>
              </a:solidFill>
              <a:latin typeface="Lexend"/>
              <a:ea typeface="Lexend"/>
              <a:cs typeface="Lexend"/>
              <a:sym typeface="Lexend"/>
            </a:endParaRPr>
          </a:p>
        </p:txBody>
      </p:sp>
      <p:sp>
        <p:nvSpPr>
          <p:cNvPr id="4925" name="Google Shape;4925;p365"/>
          <p:cNvSpPr txBox="1"/>
          <p:nvPr/>
        </p:nvSpPr>
        <p:spPr>
          <a:xfrm>
            <a:off x="5893172" y="1837869"/>
            <a:ext cx="17667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Moat 3: free pricing</a:t>
            </a:r>
            <a:endParaRPr b="1" i="0" sz="800" u="none" cap="none" strike="noStrike">
              <a:solidFill>
                <a:srgbClr val="000000"/>
              </a:solidFill>
              <a:latin typeface="Lexend"/>
              <a:ea typeface="Lexend"/>
              <a:cs typeface="Lexend"/>
              <a:sym typeface="Lexend"/>
            </a:endParaRPr>
          </a:p>
        </p:txBody>
      </p:sp>
      <p:sp>
        <p:nvSpPr>
          <p:cNvPr id="4926" name="Google Shape;4926;p365"/>
          <p:cNvSpPr txBox="1"/>
          <p:nvPr/>
        </p:nvSpPr>
        <p:spPr>
          <a:xfrm>
            <a:off x="5886088" y="1975751"/>
            <a:ext cx="2786700" cy="65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Freemium model removes adoption barriers with a robust free tier including features competitors charge for (savings interest, family accounts, Bizum), while the transparent pricing builds trust in a market frustrated by incumbents' hidden fees.</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76"/>
              <a:buFont typeface="Arial"/>
              <a:buNone/>
            </a:pPr>
            <a:r>
              <a:t/>
            </a:r>
            <a:endParaRPr b="0" i="0" sz="676" u="none" cap="none" strike="noStrike">
              <a:solidFill>
                <a:schemeClr val="dk1"/>
              </a:solidFill>
              <a:latin typeface="Lexend"/>
              <a:ea typeface="Lexend"/>
              <a:cs typeface="Lexend"/>
              <a:sym typeface="Lexend"/>
            </a:endParaRPr>
          </a:p>
        </p:txBody>
      </p:sp>
      <p:sp>
        <p:nvSpPr>
          <p:cNvPr id="4927" name="Google Shape;4927;p365"/>
          <p:cNvSpPr txBox="1"/>
          <p:nvPr/>
        </p:nvSpPr>
        <p:spPr>
          <a:xfrm>
            <a:off x="2763675" y="1975751"/>
            <a:ext cx="3015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Unique combination of being a fully regulated bank with Spanish IBANs while offering free competitive savings rates with instant access, comprehensive family banking features, and 24/7 human Spanish support - a feature set no competitor currently matches in Spain.</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Lexend"/>
              <a:ea typeface="Lexend"/>
              <a:cs typeface="Lexend"/>
              <a:sym typeface="Lexend"/>
            </a:endParaRPr>
          </a:p>
        </p:txBody>
      </p:sp>
      <p:sp>
        <p:nvSpPr>
          <p:cNvPr id="4928" name="Google Shape;4928;p365"/>
          <p:cNvSpPr txBox="1"/>
          <p:nvPr/>
        </p:nvSpPr>
        <p:spPr>
          <a:xfrm>
            <a:off x="2721413" y="1837869"/>
            <a:ext cx="3137100" cy="30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Moat 2: Differentiation</a:t>
            </a:r>
            <a:endParaRPr b="1" i="0" sz="800" u="none" cap="none" strike="noStrike">
              <a:solidFill>
                <a:srgbClr val="000000"/>
              </a:solidFill>
              <a:latin typeface="Lexend"/>
              <a:ea typeface="Lexend"/>
              <a:cs typeface="Lexend"/>
              <a:sym typeface="Lexend"/>
            </a:endParaRPr>
          </a:p>
        </p:txBody>
      </p:sp>
      <p:sp>
        <p:nvSpPr>
          <p:cNvPr id="4929" name="Google Shape;4929;p365"/>
          <p:cNvSpPr txBox="1"/>
          <p:nvPr/>
        </p:nvSpPr>
        <p:spPr>
          <a:xfrm>
            <a:off x="115100" y="1837869"/>
            <a:ext cx="2571900" cy="30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Moat 1: user experience</a:t>
            </a:r>
            <a:endParaRPr b="1" i="0" sz="800" u="none" cap="none" strike="noStrike">
              <a:solidFill>
                <a:srgbClr val="000000"/>
              </a:solidFill>
              <a:latin typeface="Lexend"/>
              <a:ea typeface="Lexend"/>
              <a:cs typeface="Lexend"/>
              <a:sym typeface="Lexend"/>
            </a:endParaRPr>
          </a:p>
        </p:txBody>
      </p:sp>
      <p:sp>
        <p:nvSpPr>
          <p:cNvPr id="4930" name="Google Shape;4930;p365"/>
          <p:cNvSpPr txBox="1"/>
          <p:nvPr/>
        </p:nvSpPr>
        <p:spPr>
          <a:xfrm>
            <a:off x="118900" y="1975751"/>
            <a:ext cx="25311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Superior digital experience through 100% in-house technology and "MonzOS" platform, creating a "magically simple" interface that stands out against incumbents' poor apps (Trustpilot avg 1.3) and provides features like instant notifications, Pots, and seamless Bizum integration that competitors struggle to match.</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Lexend"/>
              <a:ea typeface="Lexend"/>
              <a:cs typeface="Lexend"/>
              <a:sym typeface="Lexend"/>
            </a:endParaRPr>
          </a:p>
        </p:txBody>
      </p:sp>
      <p:sp>
        <p:nvSpPr>
          <p:cNvPr id="4931" name="Google Shape;4931;p365"/>
          <p:cNvSpPr txBox="1"/>
          <p:nvPr/>
        </p:nvSpPr>
        <p:spPr>
          <a:xfrm>
            <a:off x="5893183" y="2640775"/>
            <a:ext cx="18129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Core values</a:t>
            </a:r>
            <a:endParaRPr b="1" i="0" sz="800" u="none" cap="none" strike="noStrike">
              <a:solidFill>
                <a:srgbClr val="000000"/>
              </a:solidFill>
              <a:latin typeface="Lexend"/>
              <a:ea typeface="Lexend"/>
              <a:cs typeface="Lexend"/>
              <a:sym typeface="Lexend"/>
            </a:endParaRPr>
          </a:p>
        </p:txBody>
      </p:sp>
      <p:sp>
        <p:nvSpPr>
          <p:cNvPr id="4932" name="Google Shape;4932;p365"/>
          <p:cNvSpPr txBox="1"/>
          <p:nvPr/>
        </p:nvSpPr>
        <p:spPr>
          <a:xfrm>
            <a:off x="5886088" y="2783641"/>
            <a:ext cx="3176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Customer Obsession and Trust</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Transparency and Simplicity</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Humanity and Relatability</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Community &amp; Word-of-Mouth</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Data-Driven Experimentation</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Lexend"/>
              <a:ea typeface="Lexend"/>
              <a:cs typeface="Lexend"/>
              <a:sym typeface="Lexend"/>
            </a:endParaRPr>
          </a:p>
        </p:txBody>
      </p:sp>
      <p:sp>
        <p:nvSpPr>
          <p:cNvPr id="4933" name="Google Shape;4933;p365"/>
          <p:cNvSpPr txBox="1"/>
          <p:nvPr/>
        </p:nvSpPr>
        <p:spPr>
          <a:xfrm>
            <a:off x="5851431" y="3479100"/>
            <a:ext cx="1812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Core Capabilities:</a:t>
            </a:r>
            <a:endParaRPr b="1" i="0" sz="8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Lexend"/>
              <a:ea typeface="Lexend"/>
              <a:cs typeface="Lexend"/>
              <a:sym typeface="Lexend"/>
            </a:endParaRPr>
          </a:p>
        </p:txBody>
      </p:sp>
      <p:sp>
        <p:nvSpPr>
          <p:cNvPr id="4934" name="Google Shape;4934;p365"/>
          <p:cNvSpPr txBox="1"/>
          <p:nvPr/>
        </p:nvSpPr>
        <p:spPr>
          <a:xfrm>
            <a:off x="5970575" y="3643925"/>
            <a:ext cx="1525200" cy="914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100% in-house technology enabling rapid innovation</a:t>
            </a:r>
            <a:endParaRPr b="0" i="0" sz="600" u="none" cap="none" strike="noStrike">
              <a:solidFill>
                <a:schemeClr val="dk1"/>
              </a:solidFill>
              <a:latin typeface="Lexend"/>
              <a:ea typeface="Lexend"/>
              <a:cs typeface="Lexend"/>
              <a:sym typeface="Lexend"/>
            </a:endParaRPr>
          </a:p>
          <a:p>
            <a:pPr indent="0" lvl="0" marL="0" marR="0" rtl="0" algn="l">
              <a:lnSpc>
                <a:spcPct val="115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Global Banking Platform (MonzOS) hub-and-spoke localization model</a:t>
            </a:r>
            <a:endParaRPr b="0" i="0" sz="600" u="none" cap="none" strike="noStrike">
              <a:solidFill>
                <a:schemeClr val="dk1"/>
              </a:solidFill>
              <a:latin typeface="Lexend"/>
              <a:ea typeface="Lexend"/>
              <a:cs typeface="Lexend"/>
              <a:sym typeface="Lexend"/>
            </a:endParaRPr>
          </a:p>
          <a:p>
            <a:pPr indent="0" lvl="0" marL="0" marR="0" rtl="0" algn="l">
              <a:lnSpc>
                <a:spcPct val="115000"/>
              </a:lnSpc>
              <a:spcBef>
                <a:spcPts val="0"/>
              </a:spcBef>
              <a:spcAft>
                <a:spcPts val="0"/>
              </a:spcAft>
              <a:buClr>
                <a:srgbClr val="000000"/>
              </a:buClr>
              <a:buSzPts val="600"/>
              <a:buFont typeface="Arial"/>
              <a:buNone/>
            </a:pPr>
            <a:r>
              <a:t/>
            </a:r>
            <a:endParaRPr b="0" i="0" sz="600" u="none" cap="none" strike="noStrike">
              <a:solidFill>
                <a:schemeClr val="dk1"/>
              </a:solidFill>
              <a:latin typeface="Lexend"/>
              <a:ea typeface="Lexend"/>
              <a:cs typeface="Lexend"/>
              <a:sym typeface="Lexend"/>
            </a:endParaRPr>
          </a:p>
          <a:p>
            <a:pPr indent="0" lvl="0" marL="0" marR="0" rtl="0" algn="l">
              <a:lnSpc>
                <a:spcPct val="115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 </a:t>
            </a:r>
            <a:endParaRPr b="0" i="0" sz="600" u="none" cap="none" strike="noStrike">
              <a:solidFill>
                <a:schemeClr val="dk1"/>
              </a:solidFill>
              <a:latin typeface="Lexend"/>
              <a:ea typeface="Lexend"/>
              <a:cs typeface="Lexend"/>
              <a:sym typeface="Lexend"/>
            </a:endParaRPr>
          </a:p>
          <a:p>
            <a:pPr indent="0" lvl="0" marL="457200" marR="0" rtl="0" algn="l">
              <a:lnSpc>
                <a:spcPct val="115000"/>
              </a:lnSpc>
              <a:spcBef>
                <a:spcPts val="0"/>
              </a:spcBef>
              <a:spcAft>
                <a:spcPts val="0"/>
              </a:spcAft>
              <a:buClr>
                <a:srgbClr val="000000"/>
              </a:buClr>
              <a:buSzPts val="600"/>
              <a:buFont typeface="Arial"/>
              <a:buNone/>
            </a:pPr>
            <a:r>
              <a:t/>
            </a:r>
            <a:endParaRPr b="0" i="0" sz="600" u="none" cap="none" strike="noStrike">
              <a:solidFill>
                <a:schemeClr val="dk1"/>
              </a:solidFill>
              <a:latin typeface="Lexend"/>
              <a:ea typeface="Lexend"/>
              <a:cs typeface="Lexend"/>
              <a:sym typeface="Lexend"/>
            </a:endParaRPr>
          </a:p>
        </p:txBody>
      </p:sp>
      <p:sp>
        <p:nvSpPr>
          <p:cNvPr id="4935" name="Google Shape;4935;p365"/>
          <p:cNvSpPr txBox="1"/>
          <p:nvPr/>
        </p:nvSpPr>
        <p:spPr>
          <a:xfrm>
            <a:off x="129700" y="4419288"/>
            <a:ext cx="18129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Strategy Choice</a:t>
            </a:r>
            <a:endParaRPr b="1" i="0" sz="800" u="none" cap="none" strike="noStrike">
              <a:solidFill>
                <a:srgbClr val="000000"/>
              </a:solidFill>
              <a:latin typeface="Lexend"/>
              <a:ea typeface="Lexend"/>
              <a:cs typeface="Lexend"/>
              <a:sym typeface="Lexend"/>
            </a:endParaRPr>
          </a:p>
        </p:txBody>
      </p:sp>
      <p:sp>
        <p:nvSpPr>
          <p:cNvPr id="4936" name="Google Shape;4936;p365"/>
          <p:cNvSpPr txBox="1"/>
          <p:nvPr/>
        </p:nvSpPr>
        <p:spPr>
          <a:xfrm>
            <a:off x="217350" y="4562150"/>
            <a:ext cx="8709300" cy="408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676"/>
              <a:buFont typeface="Arial"/>
              <a:buNone/>
            </a:pPr>
            <a:r>
              <a:rPr b="0" i="0" lang="en-US" sz="676" u="none" cap="none" strike="noStrike">
                <a:solidFill>
                  <a:schemeClr val="dk1"/>
                </a:solidFill>
                <a:latin typeface="Lexend"/>
                <a:ea typeface="Lexend"/>
                <a:cs typeface="Lexend"/>
                <a:sym typeface="Lexend"/>
              </a:rPr>
              <a:t>Product-Led Growth with Community Amplification - Focus on delivering exceptional value through the product itself to drive organic word-of-mouth (targeting UK's 66% organic acquisition rate), using a "show not tell" approach with demos and educational content to overcome Spain's high uncertainty avoidance and trust barriers.</a:t>
            </a:r>
            <a:endParaRPr b="0" i="0" sz="676" u="none" cap="none" strike="noStrike">
              <a:solidFill>
                <a:schemeClr val="dk1"/>
              </a:solidFill>
              <a:latin typeface="Lexend"/>
              <a:ea typeface="Lexend"/>
              <a:cs typeface="Lexend"/>
              <a:sym typeface="Lexend"/>
            </a:endParaRPr>
          </a:p>
        </p:txBody>
      </p:sp>
      <p:sp>
        <p:nvSpPr>
          <p:cNvPr id="4937" name="Google Shape;4937;p365"/>
          <p:cNvSpPr txBox="1"/>
          <p:nvPr/>
        </p:nvSpPr>
        <p:spPr>
          <a:xfrm>
            <a:off x="129700" y="3260927"/>
            <a:ext cx="17538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1- Year Picture</a:t>
            </a:r>
            <a:endParaRPr b="1" i="0" sz="800" u="none" cap="none" strike="noStrike">
              <a:solidFill>
                <a:srgbClr val="000000"/>
              </a:solidFill>
              <a:latin typeface="Lexend"/>
              <a:ea typeface="Lexend"/>
              <a:cs typeface="Lexend"/>
              <a:sym typeface="Lexend"/>
            </a:endParaRPr>
          </a:p>
        </p:txBody>
      </p:sp>
      <p:sp>
        <p:nvSpPr>
          <p:cNvPr id="4938" name="Google Shape;4938;p365"/>
          <p:cNvSpPr txBox="1"/>
          <p:nvPr/>
        </p:nvSpPr>
        <p:spPr>
          <a:xfrm>
            <a:off x="129100" y="3417100"/>
            <a:ext cx="17667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Acquire 49,783 personal banking customers (5x RBP target)</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Achieve target CAC of €114 with €5.7M marketing budget</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Successfully launch with full Bizum integration and Spanish tax authority connections</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Build initial brand awareness and social proof in priority segments</a:t>
            </a:r>
            <a:endParaRPr b="0" i="0" sz="600" u="none" cap="none" strike="noStrike">
              <a:solidFill>
                <a:schemeClr val="dk1"/>
              </a:solidFill>
              <a:latin typeface="Lexend"/>
              <a:ea typeface="Lexend"/>
              <a:cs typeface="Lexend"/>
              <a:sym typeface="Lexend"/>
            </a:endParaRPr>
          </a:p>
        </p:txBody>
      </p:sp>
      <p:sp>
        <p:nvSpPr>
          <p:cNvPr id="4939" name="Google Shape;4939;p365"/>
          <p:cNvSpPr txBox="1"/>
          <p:nvPr/>
        </p:nvSpPr>
        <p:spPr>
          <a:xfrm>
            <a:off x="1911395" y="3260927"/>
            <a:ext cx="17538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Quarterly Picture</a:t>
            </a:r>
            <a:endParaRPr b="1" i="0" sz="800" u="none" cap="none" strike="noStrike">
              <a:solidFill>
                <a:srgbClr val="000000"/>
              </a:solidFill>
              <a:latin typeface="Lexend"/>
              <a:ea typeface="Lexend"/>
              <a:cs typeface="Lexend"/>
              <a:sym typeface="Lexend"/>
            </a:endParaRPr>
          </a:p>
        </p:txBody>
      </p:sp>
      <p:sp>
        <p:nvSpPr>
          <p:cNvPr id="4940" name="Google Shape;4940;p365"/>
          <p:cNvSpPr txBox="1"/>
          <p:nvPr/>
        </p:nvSpPr>
        <p:spPr>
          <a:xfrm>
            <a:off x="1911487" y="3417100"/>
            <a:ext cx="19269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Q1-Q2 2026: Complete Spanish license passporting and launch "Seed" phase waitlist campaign</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Q2-Q3 2026: Execute "Activate" phase with PR and social proof building</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Q3-Q4 2026: Full market launch ("Arrive" phase) with ATL Lite campaigns</a:t>
            </a:r>
            <a:endParaRPr b="0" i="0" sz="6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Lexend"/>
              <a:ea typeface="Lexend"/>
              <a:cs typeface="Lexend"/>
              <a:sym typeface="Lexend"/>
            </a:endParaRPr>
          </a:p>
        </p:txBody>
      </p:sp>
      <p:sp>
        <p:nvSpPr>
          <p:cNvPr id="4941" name="Google Shape;4941;p365"/>
          <p:cNvSpPr txBox="1"/>
          <p:nvPr/>
        </p:nvSpPr>
        <p:spPr>
          <a:xfrm>
            <a:off x="3880875" y="3260927"/>
            <a:ext cx="17538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Monthly picture</a:t>
            </a:r>
            <a:endParaRPr b="1" i="0" sz="800" u="none" cap="none" strike="noStrike">
              <a:solidFill>
                <a:srgbClr val="000000"/>
              </a:solidFill>
              <a:latin typeface="Lexend"/>
              <a:ea typeface="Lexend"/>
              <a:cs typeface="Lexend"/>
              <a:sym typeface="Lexend"/>
            </a:endParaRPr>
          </a:p>
        </p:txBody>
      </p:sp>
      <p:sp>
        <p:nvSpPr>
          <p:cNvPr id="4942" name="Google Shape;4942;p365"/>
          <p:cNvSpPr txBox="1"/>
          <p:nvPr/>
        </p:nvSpPr>
        <p:spPr>
          <a:xfrm>
            <a:off x="3880875" y="3417100"/>
            <a:ext cx="1859400" cy="809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76"/>
              <a:buFont typeface="Arial"/>
              <a:buNone/>
            </a:pPr>
            <a:r>
              <a:rPr b="0" i="0" lang="en-US" sz="676" u="none" cap="none" strike="noStrike">
                <a:solidFill>
                  <a:schemeClr val="dk1"/>
                </a:solidFill>
                <a:latin typeface="Lexend"/>
                <a:ea typeface="Lexend"/>
                <a:cs typeface="Lexend"/>
                <a:sym typeface="Lexend"/>
              </a:rPr>
              <a:t>No specific KPIs or metrics provided for Spanish market tracking. Based on UK precedent, likely to track: waitlist signups, customer acquisition numbers, activation rates, referral rates, and NPS scores</a:t>
            </a:r>
            <a:endParaRPr b="0" i="0" sz="676" u="none" cap="none" strike="noStrike">
              <a:solidFill>
                <a:schemeClr val="dk1"/>
              </a:solidFill>
              <a:latin typeface="Lexend"/>
              <a:ea typeface="Lexend"/>
              <a:cs typeface="Lexend"/>
              <a:sym typeface="Lexend"/>
            </a:endParaRPr>
          </a:p>
        </p:txBody>
      </p:sp>
      <p:sp>
        <p:nvSpPr>
          <p:cNvPr id="4943" name="Google Shape;4943;p365"/>
          <p:cNvSpPr txBox="1"/>
          <p:nvPr/>
        </p:nvSpPr>
        <p:spPr>
          <a:xfrm>
            <a:off x="7422700" y="3643925"/>
            <a:ext cx="1640100" cy="914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24/7 multilingual human customer support </a:t>
            </a:r>
            <a:endParaRPr b="0" i="0" sz="600" u="none" cap="none" strike="noStrike">
              <a:solidFill>
                <a:schemeClr val="dk1"/>
              </a:solidFill>
              <a:latin typeface="Lexend"/>
              <a:ea typeface="Lexend"/>
              <a:cs typeface="Lexend"/>
              <a:sym typeface="Lexend"/>
            </a:endParaRPr>
          </a:p>
          <a:p>
            <a:pPr indent="0" lvl="0" marL="0" marR="0" rtl="0" algn="l">
              <a:lnSpc>
                <a:spcPct val="115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Industry-leading security features </a:t>
            </a:r>
            <a:endParaRPr b="0" i="0" sz="600" u="none" cap="none" strike="noStrike">
              <a:solidFill>
                <a:schemeClr val="dk1"/>
              </a:solidFill>
              <a:latin typeface="Lexend"/>
              <a:ea typeface="Lexend"/>
              <a:cs typeface="Lexend"/>
              <a:sym typeface="Lexend"/>
            </a:endParaRPr>
          </a:p>
          <a:p>
            <a:pPr indent="0" lvl="0" marL="0" marR="0" rtl="0" algn="l">
              <a:lnSpc>
                <a:spcPct val="115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Strong UK proof points (13M+ customers, 70+ NPS)</a:t>
            </a:r>
            <a:endParaRPr b="0" i="0" sz="600" u="none" cap="none" strike="noStrike">
              <a:solidFill>
                <a:schemeClr val="dk1"/>
              </a:solidFill>
              <a:latin typeface="Lexend"/>
              <a:ea typeface="Lexend"/>
              <a:cs typeface="Lexend"/>
              <a:sym typeface="Lexend"/>
            </a:endParaRPr>
          </a:p>
          <a:p>
            <a:pPr indent="0" lvl="0" marL="0" marR="0" rtl="0" algn="l">
              <a:lnSpc>
                <a:spcPct val="115000"/>
              </a:lnSpc>
              <a:spcBef>
                <a:spcPts val="0"/>
              </a:spcBef>
              <a:spcAft>
                <a:spcPts val="0"/>
              </a:spcAft>
              <a:buClr>
                <a:srgbClr val="000000"/>
              </a:buClr>
              <a:buSzPts val="600"/>
              <a:buFont typeface="Arial"/>
              <a:buNone/>
            </a:pPr>
            <a:r>
              <a:t/>
            </a:r>
            <a:endParaRPr b="0" i="0" sz="600" u="none" cap="none" strike="noStrike">
              <a:solidFill>
                <a:schemeClr val="dk1"/>
              </a:solidFill>
              <a:latin typeface="Lexend"/>
              <a:ea typeface="Lexend"/>
              <a:cs typeface="Lexend"/>
              <a:sym typeface="Lexend"/>
            </a:endParaRPr>
          </a:p>
          <a:p>
            <a:pPr indent="0" lvl="0" marL="457200" marR="0" rtl="0" algn="l">
              <a:lnSpc>
                <a:spcPct val="115000"/>
              </a:lnSpc>
              <a:spcBef>
                <a:spcPts val="0"/>
              </a:spcBef>
              <a:spcAft>
                <a:spcPts val="0"/>
              </a:spcAft>
              <a:buClr>
                <a:srgbClr val="000000"/>
              </a:buClr>
              <a:buSzPts val="600"/>
              <a:buFont typeface="Arial"/>
              <a:buNone/>
            </a:pPr>
            <a:r>
              <a:t/>
            </a:r>
            <a:endParaRPr b="0" i="0" sz="600" u="none" cap="none" strike="noStrike">
              <a:solidFill>
                <a:schemeClr val="dk1"/>
              </a:solidFill>
              <a:latin typeface="Lexend"/>
              <a:ea typeface="Lexend"/>
              <a:cs typeface="Lexend"/>
              <a:sym typeface="Lexend"/>
            </a:endParaRPr>
          </a:p>
        </p:txBody>
      </p:sp>
      <p:sp>
        <p:nvSpPr>
          <p:cNvPr id="4944" name="Google Shape;4944;p365"/>
          <p:cNvSpPr/>
          <p:nvPr/>
        </p:nvSpPr>
        <p:spPr>
          <a:xfrm>
            <a:off x="129675" y="2717250"/>
            <a:ext cx="5610600" cy="512400"/>
          </a:xfrm>
          <a:prstGeom prst="rect">
            <a:avLst/>
          </a:prstGeom>
          <a:solidFill>
            <a:schemeClr val="lt1"/>
          </a:solidFill>
          <a:ln>
            <a:noFill/>
          </a:ln>
          <a:effectLst>
            <a:outerShdw blurRad="57150" rotWithShape="0" algn="bl" dir="5400000" dist="19050">
              <a:srgbClr val="000000">
                <a:alpha val="5019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45" name="Google Shape;4945;p365"/>
          <p:cNvSpPr txBox="1"/>
          <p:nvPr/>
        </p:nvSpPr>
        <p:spPr>
          <a:xfrm>
            <a:off x="129691" y="2640775"/>
            <a:ext cx="11313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Lexend"/>
                <a:ea typeface="Lexend"/>
                <a:cs typeface="Lexend"/>
                <a:sym typeface="Lexend"/>
              </a:rPr>
              <a:t>Endgame</a:t>
            </a:r>
            <a:endParaRPr b="1" i="0" sz="800" u="none" cap="none" strike="noStrike">
              <a:solidFill>
                <a:srgbClr val="000000"/>
              </a:solidFill>
              <a:latin typeface="Lexend"/>
              <a:ea typeface="Lexend"/>
              <a:cs typeface="Lexend"/>
              <a:sym typeface="Lexend"/>
            </a:endParaRPr>
          </a:p>
        </p:txBody>
      </p:sp>
      <p:sp>
        <p:nvSpPr>
          <p:cNvPr id="4946" name="Google Shape;4946;p365"/>
          <p:cNvSpPr txBox="1"/>
          <p:nvPr/>
        </p:nvSpPr>
        <p:spPr>
          <a:xfrm>
            <a:off x="184392" y="2783641"/>
            <a:ext cx="5435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Lexend"/>
                <a:ea typeface="Lexend"/>
                <a:cs typeface="Lexend"/>
                <a:sym typeface="Lexend"/>
              </a:rPr>
              <a:t>Transition from valuable secondary account to become the primary bank for Spanish consumers, replicating UK's success where 75% of customers learn about Monzo through word-of-mouth. DUDA - Specific 3-5 year quantitative targets for market share or customer numbers not provided.</a:t>
            </a:r>
            <a:endParaRPr b="0" i="0" sz="676" u="none" cap="none" strike="noStrike">
              <a:solidFill>
                <a:schemeClr val="dk1"/>
              </a:solidFill>
              <a:latin typeface="Lexend"/>
              <a:ea typeface="Lexend"/>
              <a:cs typeface="Lexend"/>
              <a:sym typeface="Lexend"/>
            </a:endParaRPr>
          </a:p>
        </p:txBody>
      </p:sp>
      <p:pic>
        <p:nvPicPr>
          <p:cNvPr descr="image.png" id="4947" name="Google Shape;4947;p365"/>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4F40"/>
        </a:solidFill>
      </p:bgPr>
    </p:bg>
    <p:spTree>
      <p:nvGrpSpPr>
        <p:cNvPr id="4951" name="Shape 4951"/>
        <p:cNvGrpSpPr/>
        <p:nvPr/>
      </p:nvGrpSpPr>
      <p:grpSpPr>
        <a:xfrm>
          <a:off x="0" y="0"/>
          <a:ext cx="0" cy="0"/>
          <a:chOff x="0" y="0"/>
          <a:chExt cx="0" cy="0"/>
        </a:xfrm>
      </p:grpSpPr>
      <p:sp>
        <p:nvSpPr>
          <p:cNvPr id="4952" name="Google Shape;4952;p366"/>
          <p:cNvSpPr/>
          <p:nvPr/>
        </p:nvSpPr>
        <p:spPr>
          <a:xfrm>
            <a:off x="120150" y="402300"/>
            <a:ext cx="8903700" cy="4631700"/>
          </a:xfrm>
          <a:prstGeom prst="roundRect">
            <a:avLst>
              <a:gd fmla="val 3000" name="adj"/>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4953" name="Google Shape;4953;p366"/>
          <p:cNvPicPr preferRelativeResize="0"/>
          <p:nvPr/>
        </p:nvPicPr>
        <p:blipFill rotWithShape="1">
          <a:blip r:embed="rId3">
            <a:alphaModFix/>
          </a:blip>
          <a:srcRect b="0" l="0" r="0" t="0"/>
          <a:stretch/>
        </p:blipFill>
        <p:spPr>
          <a:xfrm>
            <a:off x="8065750" y="116313"/>
            <a:ext cx="958101" cy="170225"/>
          </a:xfrm>
          <a:prstGeom prst="rect">
            <a:avLst/>
          </a:prstGeom>
          <a:noFill/>
          <a:ln>
            <a:noFill/>
          </a:ln>
        </p:spPr>
      </p:pic>
      <p:sp>
        <p:nvSpPr>
          <p:cNvPr id="4954" name="Google Shape;4954;p366"/>
          <p:cNvSpPr txBox="1"/>
          <p:nvPr/>
        </p:nvSpPr>
        <p:spPr>
          <a:xfrm>
            <a:off x="220000" y="450000"/>
            <a:ext cx="860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A1A1A"/>
                </a:solidFill>
                <a:latin typeface="Inter Tight Black"/>
                <a:ea typeface="Inter Tight Black"/>
                <a:cs typeface="Inter Tight Black"/>
                <a:sym typeface="Inter Tight Black"/>
              </a:rPr>
              <a:t>The New Frontier: Transforming Cyclical Profitability into Structural Growth</a:t>
            </a:r>
            <a:endParaRPr/>
          </a:p>
        </p:txBody>
      </p:sp>
      <p:sp>
        <p:nvSpPr>
          <p:cNvPr id="4955" name="Google Shape;4955;p366"/>
          <p:cNvSpPr txBox="1"/>
          <p:nvPr/>
        </p:nvSpPr>
        <p:spPr>
          <a:xfrm>
            <a:off x="220000" y="800000"/>
            <a:ext cx="86001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000" u="none" cap="none" strike="noStrike">
                <a:solidFill>
                  <a:srgbClr val="999999"/>
                </a:solidFill>
                <a:latin typeface="Poppins"/>
                <a:ea typeface="Poppins"/>
                <a:cs typeface="Poppins"/>
                <a:sym typeface="Poppins"/>
              </a:rPr>
              <a:t>Spanish banking faces a pivotal shift — from interest-rate dependency to innovation-driven growth</a:t>
            </a:r>
            <a:endParaRPr/>
          </a:p>
        </p:txBody>
      </p:sp>
      <p:sp>
        <p:nvSpPr>
          <p:cNvPr id="4956" name="Google Shape;4956;p366"/>
          <p:cNvSpPr/>
          <p:nvPr/>
        </p:nvSpPr>
        <p:spPr>
          <a:xfrm>
            <a:off x="220000" y="1080000"/>
            <a:ext cx="4200000" cy="1650000"/>
          </a:xfrm>
          <a:prstGeom prst="roundRect">
            <a:avLst>
              <a:gd fmla="val 4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7" name="Google Shape;4957;p366"/>
          <p:cNvSpPr/>
          <p:nvPr/>
        </p:nvSpPr>
        <p:spPr>
          <a:xfrm>
            <a:off x="220000" y="1080000"/>
            <a:ext cx="45000" cy="1650000"/>
          </a:xfrm>
          <a:prstGeom prst="roundRect">
            <a:avLst>
              <a:gd fmla="val 0" name="adj"/>
            </a:avLst>
          </a:prstGeom>
          <a:solidFill>
            <a:srgbClr val="FB4D3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8" name="Google Shape;4958;p366"/>
          <p:cNvSpPr txBox="1"/>
          <p:nvPr/>
        </p:nvSpPr>
        <p:spPr>
          <a:xfrm>
            <a:off x="300000" y="1140000"/>
            <a:ext cx="40800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B4D3F"/>
                </a:solidFill>
                <a:latin typeface="Inter Tight Black"/>
                <a:ea typeface="Inter Tight Black"/>
                <a:cs typeface="Inter Tight Black"/>
                <a:sym typeface="Inter Tight Black"/>
              </a:rPr>
              <a:t>The Profitability Challenge</a:t>
            </a:r>
            <a:endParaRPr/>
          </a:p>
        </p:txBody>
      </p:sp>
      <p:sp>
        <p:nvSpPr>
          <p:cNvPr id="4959" name="Google Shape;4959;p366"/>
          <p:cNvSpPr txBox="1"/>
          <p:nvPr/>
        </p:nvSpPr>
        <p:spPr>
          <a:xfrm>
            <a:off x="300000" y="1360000"/>
            <a:ext cx="40800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900" u="none" cap="none" strike="noStrike">
                <a:solidFill>
                  <a:srgbClr val="333333"/>
                </a:solidFill>
                <a:latin typeface="Poppins"/>
                <a:ea typeface="Poppins"/>
                <a:cs typeface="Poppins"/>
                <a:sym typeface="Poppins"/>
              </a:rPr>
              <a:t>Strong ROE, but over-reliance on interest rates</a:t>
            </a:r>
            <a:endParaRPr/>
          </a:p>
        </p:txBody>
      </p:sp>
      <p:sp>
        <p:nvSpPr>
          <p:cNvPr id="4960" name="Google Shape;4960;p366"/>
          <p:cNvSpPr txBox="1"/>
          <p:nvPr/>
        </p:nvSpPr>
        <p:spPr>
          <a:xfrm>
            <a:off x="300000" y="1580000"/>
            <a:ext cx="4059900" cy="500100"/>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0000"/>
              </a:lnSpc>
              <a:spcBef>
                <a:spcPts val="0"/>
              </a:spcBef>
              <a:spcAft>
                <a:spcPts val="0"/>
              </a:spcAft>
              <a:buClr>
                <a:srgbClr val="000000"/>
              </a:buClr>
              <a:buSzPts val="800"/>
              <a:buFont typeface="Poppins"/>
              <a:buChar char="•"/>
            </a:pPr>
            <a:r>
              <a:rPr b="0" i="0" lang="en-US" sz="800" u="none" cap="none" strike="noStrike">
                <a:solidFill>
                  <a:srgbClr val="333333"/>
                </a:solidFill>
                <a:latin typeface="Poppins"/>
                <a:ea typeface="Poppins"/>
                <a:cs typeface="Poppins"/>
                <a:sym typeface="Poppins"/>
              </a:rPr>
              <a:t>ROE projected to moderate from 12.6% to ~11.4% in 2025 as interest rates fall</a:t>
            </a:r>
            <a:endParaRPr/>
          </a:p>
          <a:p>
            <a:pPr indent="-171450" lvl="0" marL="285750" marR="0" rtl="0" algn="l">
              <a:lnSpc>
                <a:spcPct val="100000"/>
              </a:lnSpc>
              <a:spcBef>
                <a:spcPts val="300"/>
              </a:spcBef>
              <a:spcAft>
                <a:spcPts val="0"/>
              </a:spcAft>
              <a:buClr>
                <a:srgbClr val="000000"/>
              </a:buClr>
              <a:buSzPts val="800"/>
              <a:buFont typeface="Poppins"/>
              <a:buChar char="•"/>
            </a:pPr>
            <a:r>
              <a:rPr b="0" i="0" lang="en-US" sz="800" u="none" cap="none" strike="noStrike">
                <a:solidFill>
                  <a:srgbClr val="333333"/>
                </a:solidFill>
                <a:latin typeface="Poppins"/>
                <a:ea typeface="Poppins"/>
                <a:cs typeface="Poppins"/>
                <a:sym typeface="Poppins"/>
              </a:rPr>
              <a:t>Cost-to-income ratio drastically improved, falling to &lt;42% by late 2023</a:t>
            </a:r>
            <a:endParaRPr/>
          </a:p>
        </p:txBody>
      </p:sp>
      <p:sp>
        <p:nvSpPr>
          <p:cNvPr id="4961" name="Google Shape;4961;p366"/>
          <p:cNvSpPr/>
          <p:nvPr/>
        </p:nvSpPr>
        <p:spPr>
          <a:xfrm>
            <a:off x="220000" y="2830000"/>
            <a:ext cx="4200000" cy="1650000"/>
          </a:xfrm>
          <a:prstGeom prst="roundRect">
            <a:avLst>
              <a:gd fmla="val 4000" name="adj"/>
            </a:avLst>
          </a:prstGeom>
          <a:solidFill>
            <a:srgbClr val="F5F5F5"/>
          </a:solidFill>
          <a:ln cap="flat" cmpd="sng" w="9525">
            <a:solidFill>
              <a:srgbClr val="E0E0E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2" name="Google Shape;4962;p366"/>
          <p:cNvSpPr/>
          <p:nvPr/>
        </p:nvSpPr>
        <p:spPr>
          <a:xfrm>
            <a:off x="220000" y="2830000"/>
            <a:ext cx="45000" cy="1650000"/>
          </a:xfrm>
          <a:prstGeom prst="roundRect">
            <a:avLst>
              <a:gd fmla="val 0" name="adj"/>
            </a:avLst>
          </a:prstGeom>
          <a:solidFill>
            <a:srgbClr val="FB4D3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3" name="Google Shape;4963;p366"/>
          <p:cNvSpPr txBox="1"/>
          <p:nvPr/>
        </p:nvSpPr>
        <p:spPr>
          <a:xfrm>
            <a:off x="300000" y="2890000"/>
            <a:ext cx="4080000" cy="29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300" u="none" cap="none" strike="noStrike">
                <a:solidFill>
                  <a:srgbClr val="FB4D3F"/>
                </a:solidFill>
                <a:latin typeface="Inter Tight Black"/>
                <a:ea typeface="Inter Tight Black"/>
                <a:cs typeface="Inter Tight Black"/>
                <a:sym typeface="Inter Tight Black"/>
              </a:rPr>
              <a:t>The Competitive Shift</a:t>
            </a:r>
            <a:endParaRPr/>
          </a:p>
        </p:txBody>
      </p:sp>
      <p:sp>
        <p:nvSpPr>
          <p:cNvPr id="4964" name="Google Shape;4964;p366"/>
          <p:cNvSpPr txBox="1"/>
          <p:nvPr/>
        </p:nvSpPr>
        <p:spPr>
          <a:xfrm>
            <a:off x="300000" y="3110000"/>
            <a:ext cx="40800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900" u="none" cap="none" strike="noStrike">
                <a:solidFill>
                  <a:srgbClr val="333333"/>
                </a:solidFill>
                <a:latin typeface="Poppins"/>
                <a:ea typeface="Poppins"/>
                <a:cs typeface="Poppins"/>
                <a:sym typeface="Poppins"/>
              </a:rPr>
              <a:t>Traditional titans face innovative, agile challengers</a:t>
            </a:r>
            <a:endParaRPr/>
          </a:p>
        </p:txBody>
      </p:sp>
      <p:sp>
        <p:nvSpPr>
          <p:cNvPr id="4965" name="Google Shape;4965;p366"/>
          <p:cNvSpPr txBox="1"/>
          <p:nvPr/>
        </p:nvSpPr>
        <p:spPr>
          <a:xfrm>
            <a:off x="300000" y="3330000"/>
            <a:ext cx="4059900" cy="661800"/>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0000"/>
              </a:lnSpc>
              <a:spcBef>
                <a:spcPts val="0"/>
              </a:spcBef>
              <a:spcAft>
                <a:spcPts val="0"/>
              </a:spcAft>
              <a:buClr>
                <a:srgbClr val="000000"/>
              </a:buClr>
              <a:buSzPts val="800"/>
              <a:buFont typeface="Poppins"/>
              <a:buChar char="•"/>
            </a:pPr>
            <a:r>
              <a:rPr b="0" i="0" lang="en-US" sz="800" u="none" cap="none" strike="noStrike">
                <a:solidFill>
                  <a:srgbClr val="333333"/>
                </a:solidFill>
                <a:latin typeface="Poppins"/>
                <a:ea typeface="Poppins"/>
                <a:cs typeface="Poppins"/>
                <a:sym typeface="Poppins"/>
              </a:rPr>
              <a:t>The five largest banks control ~84% of assets</a:t>
            </a:r>
            <a:endParaRPr/>
          </a:p>
          <a:p>
            <a:pPr indent="-171450" lvl="0" marL="285750" marR="0" rtl="0" algn="l">
              <a:lnSpc>
                <a:spcPct val="100000"/>
              </a:lnSpc>
              <a:spcBef>
                <a:spcPts val="300"/>
              </a:spcBef>
              <a:spcAft>
                <a:spcPts val="0"/>
              </a:spcAft>
              <a:buClr>
                <a:srgbClr val="000000"/>
              </a:buClr>
              <a:buSzPts val="800"/>
              <a:buFont typeface="Poppins"/>
              <a:buChar char="•"/>
            </a:pPr>
            <a:r>
              <a:rPr b="0" i="0" lang="en-US" sz="800" u="none" cap="none" strike="noStrike">
                <a:solidFill>
                  <a:srgbClr val="333333"/>
                </a:solidFill>
                <a:latin typeface="Poppins"/>
                <a:ea typeface="Poppins"/>
                <a:cs typeface="Poppins"/>
                <a:sym typeface="Poppins"/>
              </a:rPr>
              <a:t>Spanish fintech sector thriving, attracting 1/3 of all startup investment in 2024</a:t>
            </a:r>
            <a:endParaRPr/>
          </a:p>
          <a:p>
            <a:pPr indent="-171450" lvl="0" marL="285750" marR="0" rtl="0" algn="l">
              <a:lnSpc>
                <a:spcPct val="100000"/>
              </a:lnSpc>
              <a:spcBef>
                <a:spcPts val="300"/>
              </a:spcBef>
              <a:spcAft>
                <a:spcPts val="0"/>
              </a:spcAft>
              <a:buClr>
                <a:srgbClr val="000000"/>
              </a:buClr>
              <a:buSzPts val="800"/>
              <a:buFont typeface="Poppins"/>
              <a:buChar char="•"/>
            </a:pPr>
            <a:r>
              <a:rPr b="0" i="0" lang="en-US" sz="800" u="none" cap="none" strike="noStrike">
                <a:solidFill>
                  <a:srgbClr val="333333"/>
                </a:solidFill>
                <a:latin typeface="Poppins"/>
                <a:ea typeface="Poppins"/>
                <a:cs typeface="Poppins"/>
                <a:sym typeface="Poppins"/>
              </a:rPr>
              <a:t>16% of market now fintechs &amp; digital incumbents</a:t>
            </a:r>
            <a:endParaRPr/>
          </a:p>
        </p:txBody>
      </p:sp>
      <p:sp>
        <p:nvSpPr>
          <p:cNvPr id="4966" name="Google Shape;4966;p366"/>
          <p:cNvSpPr/>
          <p:nvPr/>
        </p:nvSpPr>
        <p:spPr>
          <a:xfrm>
            <a:off x="4580000" y="1080000"/>
            <a:ext cx="2100000" cy="1599900"/>
          </a:xfrm>
          <a:prstGeom prst="roundRect">
            <a:avLst>
              <a:gd fmla="val 4000" name="adj"/>
            </a:avLst>
          </a:prstGeom>
          <a:solidFill>
            <a:srgbClr val="E0F2F1"/>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7" name="Google Shape;4967;p366"/>
          <p:cNvSpPr txBox="1"/>
          <p:nvPr/>
        </p:nvSpPr>
        <p:spPr>
          <a:xfrm>
            <a:off x="4660000" y="1140000"/>
            <a:ext cx="19401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100" u="none" cap="none" strike="noStrike">
                <a:solidFill>
                  <a:srgbClr val="1A1A1A"/>
                </a:solidFill>
                <a:latin typeface="Inter Tight Black"/>
                <a:ea typeface="Inter Tight Black"/>
                <a:cs typeface="Inter Tight Black"/>
                <a:sym typeface="Inter Tight Black"/>
              </a:rPr>
              <a:t>The AI Revolution</a:t>
            </a:r>
            <a:endParaRPr/>
          </a:p>
        </p:txBody>
      </p:sp>
      <p:sp>
        <p:nvSpPr>
          <p:cNvPr id="4968" name="Google Shape;4968;p366"/>
          <p:cNvSpPr txBox="1"/>
          <p:nvPr/>
        </p:nvSpPr>
        <p:spPr>
          <a:xfrm>
            <a:off x="4660000" y="1440000"/>
            <a:ext cx="1940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800" u="none" cap="none" strike="noStrike">
                <a:solidFill>
                  <a:srgbClr val="333333"/>
                </a:solidFill>
                <a:latin typeface="Poppins"/>
                <a:ea typeface="Poppins"/>
                <a:cs typeface="Poppins"/>
                <a:sym typeface="Poppins"/>
              </a:rPr>
              <a:t>AI shifting from internal tool to core value proposition. Spanish GenAI in Fintech market projected to grow significantly.</a:t>
            </a:r>
            <a:endParaRPr/>
          </a:p>
        </p:txBody>
      </p:sp>
      <p:sp>
        <p:nvSpPr>
          <p:cNvPr id="4969" name="Google Shape;4969;p366"/>
          <p:cNvSpPr/>
          <p:nvPr/>
        </p:nvSpPr>
        <p:spPr>
          <a:xfrm>
            <a:off x="6780000" y="1080000"/>
            <a:ext cx="2100000" cy="1599900"/>
          </a:xfrm>
          <a:prstGeom prst="roundRect">
            <a:avLst>
              <a:gd fmla="val 4000" name="adj"/>
            </a:avLst>
          </a:prstGeom>
          <a:solidFill>
            <a:srgbClr val="E8F5E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0" name="Google Shape;4970;p366"/>
          <p:cNvSpPr txBox="1"/>
          <p:nvPr/>
        </p:nvSpPr>
        <p:spPr>
          <a:xfrm>
            <a:off x="6860000" y="1140000"/>
            <a:ext cx="19401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100" u="none" cap="none" strike="noStrike">
                <a:solidFill>
                  <a:srgbClr val="1A1A1A"/>
                </a:solidFill>
                <a:latin typeface="Inter Tight Black"/>
                <a:ea typeface="Inter Tight Black"/>
                <a:cs typeface="Inter Tight Black"/>
                <a:sym typeface="Inter Tight Black"/>
              </a:rPr>
              <a:t>Open Banking Evolution</a:t>
            </a:r>
            <a:endParaRPr/>
          </a:p>
        </p:txBody>
      </p:sp>
      <p:sp>
        <p:nvSpPr>
          <p:cNvPr id="4971" name="Google Shape;4971;p366"/>
          <p:cNvSpPr txBox="1"/>
          <p:nvPr/>
        </p:nvSpPr>
        <p:spPr>
          <a:xfrm>
            <a:off x="6860000" y="1440000"/>
            <a:ext cx="1940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800" u="none" cap="none" strike="noStrike">
                <a:solidFill>
                  <a:srgbClr val="333333"/>
                </a:solidFill>
                <a:latin typeface="Poppins"/>
                <a:ea typeface="Poppins"/>
                <a:cs typeface="Poppins"/>
                <a:sym typeface="Poppins"/>
              </a:rPr>
              <a:t>PSD3 and mandatory instant payments driving open banking from compliance exercise to competitive advantage.</a:t>
            </a:r>
            <a:endParaRPr/>
          </a:p>
        </p:txBody>
      </p:sp>
      <p:sp>
        <p:nvSpPr>
          <p:cNvPr id="4972" name="Google Shape;4972;p366"/>
          <p:cNvSpPr/>
          <p:nvPr/>
        </p:nvSpPr>
        <p:spPr>
          <a:xfrm>
            <a:off x="4580000" y="2780000"/>
            <a:ext cx="2100000" cy="1599900"/>
          </a:xfrm>
          <a:prstGeom prst="roundRect">
            <a:avLst>
              <a:gd fmla="val 4000" name="adj"/>
            </a:avLst>
          </a:prstGeom>
          <a:solidFill>
            <a:srgbClr val="FFE8E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3" name="Google Shape;4973;p366"/>
          <p:cNvSpPr txBox="1"/>
          <p:nvPr/>
        </p:nvSpPr>
        <p:spPr>
          <a:xfrm>
            <a:off x="4660000" y="2840000"/>
            <a:ext cx="19401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100" u="none" cap="none" strike="noStrike">
                <a:solidFill>
                  <a:srgbClr val="1A1A1A"/>
                </a:solidFill>
                <a:latin typeface="Inter Tight Black"/>
                <a:ea typeface="Inter Tight Black"/>
                <a:cs typeface="Inter Tight Black"/>
                <a:sym typeface="Inter Tight Black"/>
              </a:rPr>
              <a:t>The Sustainability Imperative</a:t>
            </a:r>
            <a:endParaRPr/>
          </a:p>
        </p:txBody>
      </p:sp>
      <p:sp>
        <p:nvSpPr>
          <p:cNvPr id="4974" name="Google Shape;4974;p366"/>
          <p:cNvSpPr txBox="1"/>
          <p:nvPr/>
        </p:nvSpPr>
        <p:spPr>
          <a:xfrm>
            <a:off x="4660000" y="3140000"/>
            <a:ext cx="1940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800" u="none" cap="none" strike="noStrike">
                <a:solidFill>
                  <a:srgbClr val="333333"/>
                </a:solidFill>
                <a:latin typeface="Poppins"/>
                <a:ea typeface="Poppins"/>
                <a:cs typeface="Poppins"/>
                <a:sym typeface="Poppins"/>
              </a:rPr>
              <a:t>Now a core pillar of financial strategy, with major banks aligning operations with EU goals.</a:t>
            </a:r>
            <a:endParaRPr/>
          </a:p>
        </p:txBody>
      </p:sp>
      <p:sp>
        <p:nvSpPr>
          <p:cNvPr id="4975" name="Google Shape;4975;p366"/>
          <p:cNvSpPr/>
          <p:nvPr/>
        </p:nvSpPr>
        <p:spPr>
          <a:xfrm>
            <a:off x="6780000" y="2780000"/>
            <a:ext cx="2100000" cy="1599900"/>
          </a:xfrm>
          <a:prstGeom prst="roundRect">
            <a:avLst>
              <a:gd fmla="val 4000" name="adj"/>
            </a:avLst>
          </a:prstGeom>
          <a:solidFill>
            <a:srgbClr val="FFF3E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6" name="Google Shape;4976;p366"/>
          <p:cNvSpPr txBox="1"/>
          <p:nvPr/>
        </p:nvSpPr>
        <p:spPr>
          <a:xfrm>
            <a:off x="6860000" y="2840000"/>
            <a:ext cx="19401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100" u="none" cap="none" strike="noStrike">
                <a:solidFill>
                  <a:srgbClr val="1A1A1A"/>
                </a:solidFill>
                <a:latin typeface="Inter Tight Black"/>
                <a:ea typeface="Inter Tight Black"/>
                <a:cs typeface="Inter Tight Black"/>
                <a:sym typeface="Inter Tight Black"/>
              </a:rPr>
              <a:t>The Future of Payments</a:t>
            </a:r>
            <a:endParaRPr/>
          </a:p>
        </p:txBody>
      </p:sp>
      <p:sp>
        <p:nvSpPr>
          <p:cNvPr id="4977" name="Google Shape;4977;p366"/>
          <p:cNvSpPr txBox="1"/>
          <p:nvPr/>
        </p:nvSpPr>
        <p:spPr>
          <a:xfrm>
            <a:off x="6860000" y="3140000"/>
            <a:ext cx="1940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800" u="none" cap="none" strike="noStrike">
                <a:solidFill>
                  <a:srgbClr val="333333"/>
                </a:solidFill>
                <a:latin typeface="Poppins"/>
                <a:ea typeface="Poppins"/>
                <a:cs typeface="Poppins"/>
                <a:sym typeface="Poppins"/>
              </a:rPr>
              <a:t>Rapid shift towards instant and mobile solutions. Bizum dominates the Spanish market.</a:t>
            </a:r>
            <a:endParaRPr/>
          </a:p>
        </p:txBody>
      </p:sp>
      <p:sp>
        <p:nvSpPr>
          <p:cNvPr id="4978" name="Google Shape;4978;p366"/>
          <p:cNvSpPr/>
          <p:nvPr/>
        </p:nvSpPr>
        <p:spPr>
          <a:xfrm>
            <a:off x="123606" y="121600"/>
            <a:ext cx="1136100" cy="159600"/>
          </a:xfrm>
          <a:prstGeom prst="roundRect">
            <a:avLst>
              <a:gd fmla="val 16667" name="adj"/>
            </a:avLst>
          </a:prstGeom>
          <a:solidFill>
            <a:srgbClr val="FB4D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rgbClr val="FFFFFF"/>
                </a:solidFill>
                <a:latin typeface="Poppins"/>
                <a:ea typeface="Poppins"/>
                <a:cs typeface="Poppins"/>
                <a:sym typeface="Poppins"/>
              </a:rPr>
              <a:t>Market &amp; Gaps</a:t>
            </a:r>
            <a:endParaRPr b="1" sz="900">
              <a:solidFill>
                <a:srgbClr val="FFFFFF"/>
              </a:solidFill>
              <a:latin typeface="Poppins"/>
              <a:ea typeface="Poppins"/>
              <a:cs typeface="Poppins"/>
              <a:sym typeface="Poppins"/>
            </a:endParaRPr>
          </a:p>
        </p:txBody>
      </p:sp>
      <p:sp>
        <p:nvSpPr>
          <p:cNvPr id="4979" name="Google Shape;4979;p366"/>
          <p:cNvSpPr/>
          <p:nvPr/>
        </p:nvSpPr>
        <p:spPr>
          <a:xfrm>
            <a:off x="1319606" y="121600"/>
            <a:ext cx="159600" cy="159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nzo Template 2024">
  <a:themeElements>
    <a:clrScheme name="Simple Light">
      <a:dk1>
        <a:srgbClr val="000000"/>
      </a:dk1>
      <a:lt1>
        <a:srgbClr val="FFFFFF"/>
      </a:lt1>
      <a:dk2>
        <a:srgbClr val="112231"/>
      </a:dk2>
      <a:lt2>
        <a:srgbClr val="F2F8F3"/>
      </a:lt2>
      <a:accent1>
        <a:srgbClr val="FF4F40"/>
      </a:accent1>
      <a:accent2>
        <a:srgbClr val="FE6B1B"/>
      </a:accent2>
      <a:accent3>
        <a:srgbClr val="FFD7F0"/>
      </a:accent3>
      <a:accent4>
        <a:srgbClr val="C3FF34"/>
      </a:accent4>
      <a:accent5>
        <a:srgbClr val="016B83"/>
      </a:accent5>
      <a:accent6>
        <a:srgbClr val="BBF6E2"/>
      </a:accent6>
      <a:hlink>
        <a:srgbClr val="3A49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nzo Template 2024">
  <a:themeElements>
    <a:clrScheme name="Simple Light">
      <a:dk1>
        <a:srgbClr val="000000"/>
      </a:dk1>
      <a:lt1>
        <a:srgbClr val="FFFFFF"/>
      </a:lt1>
      <a:dk2>
        <a:srgbClr val="112231"/>
      </a:dk2>
      <a:lt2>
        <a:srgbClr val="F2F8F3"/>
      </a:lt2>
      <a:accent1>
        <a:srgbClr val="FF4F40"/>
      </a:accent1>
      <a:accent2>
        <a:srgbClr val="FE6B1B"/>
      </a:accent2>
      <a:accent3>
        <a:srgbClr val="FFD7F0"/>
      </a:accent3>
      <a:accent4>
        <a:srgbClr val="C3FF34"/>
      </a:accent4>
      <a:accent5>
        <a:srgbClr val="016B83"/>
      </a:accent5>
      <a:accent6>
        <a:srgbClr val="BBF6E2"/>
      </a:accent6>
      <a:hlink>
        <a:srgbClr val="3A49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nzo Template 2024">
  <a:themeElements>
    <a:clrScheme name="Simple Light">
      <a:dk1>
        <a:srgbClr val="000000"/>
      </a:dk1>
      <a:lt1>
        <a:srgbClr val="FFFFFF"/>
      </a:lt1>
      <a:dk2>
        <a:srgbClr val="112231"/>
      </a:dk2>
      <a:lt2>
        <a:srgbClr val="F2F8F3"/>
      </a:lt2>
      <a:accent1>
        <a:srgbClr val="FF4F40"/>
      </a:accent1>
      <a:accent2>
        <a:srgbClr val="FE6B1B"/>
      </a:accent2>
      <a:accent3>
        <a:srgbClr val="FFD7F0"/>
      </a:accent3>
      <a:accent4>
        <a:srgbClr val="C3FF34"/>
      </a:accent4>
      <a:accent5>
        <a:srgbClr val="016B83"/>
      </a:accent5>
      <a:accent6>
        <a:srgbClr val="BBF6E2"/>
      </a:accent6>
      <a:hlink>
        <a:srgbClr val="3A49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Monzo Template 2024">
  <a:themeElements>
    <a:clrScheme name="Simple Light">
      <a:dk1>
        <a:srgbClr val="000000"/>
      </a:dk1>
      <a:lt1>
        <a:srgbClr val="FFFFFF"/>
      </a:lt1>
      <a:dk2>
        <a:srgbClr val="112231"/>
      </a:dk2>
      <a:lt2>
        <a:srgbClr val="F2F8F3"/>
      </a:lt2>
      <a:accent1>
        <a:srgbClr val="FF4F40"/>
      </a:accent1>
      <a:accent2>
        <a:srgbClr val="FE6B1B"/>
      </a:accent2>
      <a:accent3>
        <a:srgbClr val="FFD7F0"/>
      </a:accent3>
      <a:accent4>
        <a:srgbClr val="C3FF34"/>
      </a:accent4>
      <a:accent5>
        <a:srgbClr val="016B83"/>
      </a:accent5>
      <a:accent6>
        <a:srgbClr val="BBF6E2"/>
      </a:accent6>
      <a:hlink>
        <a:srgbClr val="3A49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